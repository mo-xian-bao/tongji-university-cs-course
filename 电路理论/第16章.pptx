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48" r:id="rId3"/>
    <p:sldId id="347" r:id="rId4"/>
    <p:sldId id="259" r:id="rId5"/>
    <p:sldId id="287" r:id="rId6"/>
    <p:sldId id="260" r:id="rId7"/>
    <p:sldId id="261" r:id="rId8"/>
    <p:sldId id="262" r:id="rId9"/>
    <p:sldId id="321" r:id="rId10"/>
    <p:sldId id="288" r:id="rId11"/>
    <p:sldId id="289" r:id="rId12"/>
    <p:sldId id="263" r:id="rId13"/>
    <p:sldId id="264" r:id="rId14"/>
    <p:sldId id="265" r:id="rId15"/>
    <p:sldId id="266" r:id="rId16"/>
    <p:sldId id="317" r:id="rId17"/>
    <p:sldId id="267" r:id="rId18"/>
    <p:sldId id="268" r:id="rId19"/>
    <p:sldId id="269" r:id="rId20"/>
    <p:sldId id="272" r:id="rId21"/>
    <p:sldId id="271" r:id="rId22"/>
    <p:sldId id="273" r:id="rId23"/>
    <p:sldId id="274" r:id="rId24"/>
    <p:sldId id="276" r:id="rId25"/>
    <p:sldId id="322" r:id="rId26"/>
    <p:sldId id="277" r:id="rId27"/>
    <p:sldId id="323" r:id="rId28"/>
    <p:sldId id="327" r:id="rId29"/>
    <p:sldId id="329" r:id="rId30"/>
    <p:sldId id="284" r:id="rId31"/>
    <p:sldId id="280" r:id="rId32"/>
    <p:sldId id="278" r:id="rId33"/>
    <p:sldId id="285" r:id="rId34"/>
    <p:sldId id="281" r:id="rId35"/>
    <p:sldId id="283" r:id="rId36"/>
    <p:sldId id="290" r:id="rId37"/>
    <p:sldId id="291" r:id="rId38"/>
    <p:sldId id="292" r:id="rId39"/>
    <p:sldId id="282" r:id="rId40"/>
    <p:sldId id="279" r:id="rId41"/>
    <p:sldId id="286" r:id="rId42"/>
    <p:sldId id="293" r:id="rId43"/>
    <p:sldId id="294" r:id="rId44"/>
    <p:sldId id="309" r:id="rId45"/>
    <p:sldId id="330" r:id="rId46"/>
    <p:sldId id="331" r:id="rId47"/>
    <p:sldId id="334" r:id="rId48"/>
    <p:sldId id="333" r:id="rId49"/>
    <p:sldId id="332" r:id="rId50"/>
    <p:sldId id="335" r:id="rId51"/>
    <p:sldId id="336" r:id="rId52"/>
    <p:sldId id="337" r:id="rId53"/>
    <p:sldId id="313" r:id="rId54"/>
    <p:sldId id="295" r:id="rId55"/>
    <p:sldId id="298" r:id="rId56"/>
    <p:sldId id="324" r:id="rId57"/>
    <p:sldId id="300" r:id="rId58"/>
    <p:sldId id="325" r:id="rId59"/>
    <p:sldId id="301" r:id="rId60"/>
    <p:sldId id="326" r:id="rId61"/>
    <p:sldId id="302" r:id="rId62"/>
    <p:sldId id="304" r:id="rId63"/>
    <p:sldId id="305" r:id="rId64"/>
    <p:sldId id="306" r:id="rId65"/>
    <p:sldId id="307" r:id="rId66"/>
    <p:sldId id="315" r:id="rId67"/>
    <p:sldId id="308" r:id="rId68"/>
    <p:sldId id="310" r:id="rId69"/>
    <p:sldId id="311" r:id="rId70"/>
    <p:sldId id="312" r:id="rId71"/>
    <p:sldId id="338" r:id="rId72"/>
    <p:sldId id="339" r:id="rId73"/>
    <p:sldId id="340" r:id="rId74"/>
    <p:sldId id="341" r:id="rId75"/>
    <p:sldId id="342" r:id="rId76"/>
    <p:sldId id="343" r:id="rId77"/>
    <p:sldId id="344" r:id="rId78"/>
    <p:sldId id="345" r:id="rId79"/>
    <p:sldId id="346" r:id="rId80"/>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bg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a:srgbClr val="66FF33"/>
    <a:srgbClr val="00FFFF"/>
    <a:srgbClr val="FF9900"/>
    <a:srgbClr val="FFCC00"/>
    <a:srgbClr val="3399FF"/>
    <a:srgbClr val="FFFF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108" d="100"/>
          <a:sy n="108" d="100"/>
        </p:scale>
        <p:origin x="-1704"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17.wmf"/><Relationship Id="rId5" Type="http://schemas.openxmlformats.org/officeDocument/2006/relationships/image" Target="../media/image14.wmf"/><Relationship Id="rId4" Type="http://schemas.openxmlformats.org/officeDocument/2006/relationships/image" Target="../media/image16.wmf"/><Relationship Id="rId3" Type="http://schemas.openxmlformats.org/officeDocument/2006/relationships/image" Target="../media/image24.wmf"/><Relationship Id="rId2" Type="http://schemas.openxmlformats.org/officeDocument/2006/relationships/image" Target="../media/image23.wmf"/><Relationship Id="rId10" Type="http://schemas.openxmlformats.org/officeDocument/2006/relationships/image" Target="../media/image28.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7" Type="http://schemas.openxmlformats.org/officeDocument/2006/relationships/image" Target="../media/image50.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59.wmf"/><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25.wmf"/><Relationship Id="rId5" Type="http://schemas.openxmlformats.org/officeDocument/2006/relationships/image" Target="../media/image17.wmf"/><Relationship Id="rId4" Type="http://schemas.openxmlformats.org/officeDocument/2006/relationships/image" Target="../media/image14.wmf"/><Relationship Id="rId3" Type="http://schemas.openxmlformats.org/officeDocument/2006/relationships/image" Target="../media/image16.wmf"/><Relationship Id="rId2" Type="http://schemas.openxmlformats.org/officeDocument/2006/relationships/image" Target="../media/image61.wmf"/><Relationship Id="rId1" Type="http://schemas.openxmlformats.org/officeDocument/2006/relationships/image" Target="../media/image6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25.wmf"/><Relationship Id="rId7" Type="http://schemas.openxmlformats.org/officeDocument/2006/relationships/image" Target="../media/image17.wmf"/><Relationship Id="rId6" Type="http://schemas.openxmlformats.org/officeDocument/2006/relationships/image" Target="../media/image14.wmf"/><Relationship Id="rId5" Type="http://schemas.openxmlformats.org/officeDocument/2006/relationships/image" Target="../media/image1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25.wmf"/><Relationship Id="rId5" Type="http://schemas.openxmlformats.org/officeDocument/2006/relationships/image" Target="../media/image17.wmf"/><Relationship Id="rId4" Type="http://schemas.openxmlformats.org/officeDocument/2006/relationships/image" Target="../media/image14.wmf"/><Relationship Id="rId3" Type="http://schemas.openxmlformats.org/officeDocument/2006/relationships/image" Target="../media/image16.wmf"/><Relationship Id="rId2" Type="http://schemas.openxmlformats.org/officeDocument/2006/relationships/image" Target="../media/image67.wmf"/><Relationship Id="rId1" Type="http://schemas.openxmlformats.org/officeDocument/2006/relationships/image" Target="../media/image66.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25.wmf"/><Relationship Id="rId7" Type="http://schemas.openxmlformats.org/officeDocument/2006/relationships/image" Target="../media/image17.wmf"/><Relationship Id="rId6" Type="http://schemas.openxmlformats.org/officeDocument/2006/relationships/image" Target="../media/image14.wmf"/><Relationship Id="rId5" Type="http://schemas.openxmlformats.org/officeDocument/2006/relationships/image" Target="../media/image16.wmf"/><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79.wmf"/><Relationship Id="rId7" Type="http://schemas.openxmlformats.org/officeDocument/2006/relationships/image" Target="../media/image78.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9.vml.rels><?xml version="1.0" encoding="UTF-8" standalone="yes"?>
<Relationships xmlns="http://schemas.openxmlformats.org/package/2006/relationships"><Relationship Id="rId7" Type="http://schemas.openxmlformats.org/officeDocument/2006/relationships/image" Target="../media/image59.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8.wmf"/><Relationship Id="rId3" Type="http://schemas.openxmlformats.org/officeDocument/2006/relationships/image" Target="../media/image47.wmf"/><Relationship Id="rId2" Type="http://schemas.openxmlformats.org/officeDocument/2006/relationships/image" Target="../media/image81.wmf"/><Relationship Id="rId1"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86.wmf"/><Relationship Id="rId8" Type="http://schemas.openxmlformats.org/officeDocument/2006/relationships/image" Target="../media/image50.wmf"/><Relationship Id="rId7" Type="http://schemas.openxmlformats.org/officeDocument/2006/relationships/image" Target="../media/image49.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1.vml.rels><?xml version="1.0" encoding="UTF-8" standalone="yes"?>
<Relationships xmlns="http://schemas.openxmlformats.org/package/2006/relationships"><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94.wmf"/><Relationship Id="rId8" Type="http://schemas.openxmlformats.org/officeDocument/2006/relationships/image" Target="../media/image93.wmf"/><Relationship Id="rId7" Type="http://schemas.openxmlformats.org/officeDocument/2006/relationships/image" Target="../media/image92.wmf"/><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23.vml.rels><?xml version="1.0" encoding="UTF-8" standalone="yes"?>
<Relationships xmlns="http://schemas.openxmlformats.org/package/2006/relationships"><Relationship Id="rId7" Type="http://schemas.openxmlformats.org/officeDocument/2006/relationships/image" Target="../media/image101.wmf"/><Relationship Id="rId6" Type="http://schemas.openxmlformats.org/officeDocument/2006/relationships/image" Target="../media/image100.wmf"/><Relationship Id="rId5" Type="http://schemas.openxmlformats.org/officeDocument/2006/relationships/image" Target="../media/image99.wmf"/><Relationship Id="rId4" Type="http://schemas.openxmlformats.org/officeDocument/2006/relationships/image" Target="../media/image98.wmf"/><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00.wmf"/><Relationship Id="rId8" Type="http://schemas.openxmlformats.org/officeDocument/2006/relationships/image" Target="../media/image99.wmf"/><Relationship Id="rId7" Type="http://schemas.openxmlformats.org/officeDocument/2006/relationships/image" Target="../media/image98.wmf"/><Relationship Id="rId6" Type="http://schemas.openxmlformats.org/officeDocument/2006/relationships/image" Target="../media/image107.wmf"/><Relationship Id="rId5" Type="http://schemas.openxmlformats.org/officeDocument/2006/relationships/image" Target="../media/image106.wmf"/><Relationship Id="rId4" Type="http://schemas.openxmlformats.org/officeDocument/2006/relationships/image" Target="../media/image105.wmf"/><Relationship Id="rId3" Type="http://schemas.openxmlformats.org/officeDocument/2006/relationships/image" Target="../media/image104.wmf"/><Relationship Id="rId2" Type="http://schemas.openxmlformats.org/officeDocument/2006/relationships/image" Target="../media/image103.wmf"/><Relationship Id="rId10" Type="http://schemas.openxmlformats.org/officeDocument/2006/relationships/image" Target="../media/image101.wmf"/><Relationship Id="rId1" Type="http://schemas.openxmlformats.org/officeDocument/2006/relationships/image" Target="../media/image102.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25.wmf"/><Relationship Id="rId6" Type="http://schemas.openxmlformats.org/officeDocument/2006/relationships/image" Target="../media/image17.wmf"/><Relationship Id="rId5" Type="http://schemas.openxmlformats.org/officeDocument/2006/relationships/image" Target="../media/image14.wmf"/><Relationship Id="rId4" Type="http://schemas.openxmlformats.org/officeDocument/2006/relationships/image" Target="../media/image16.wmf"/><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wmf"/></Relationships>
</file>

<file path=ppt/drawings/_rels/vmlDrawing27.vml.rels><?xml version="1.0" encoding="UTF-8" standalone="yes"?>
<Relationships xmlns="http://schemas.openxmlformats.org/package/2006/relationships"><Relationship Id="rId7" Type="http://schemas.openxmlformats.org/officeDocument/2006/relationships/image" Target="../media/image119.wmf"/><Relationship Id="rId6" Type="http://schemas.openxmlformats.org/officeDocument/2006/relationships/image" Target="../media/image118.wmf"/><Relationship Id="rId5" Type="http://schemas.openxmlformats.org/officeDocument/2006/relationships/image" Target="../media/image117.wmf"/><Relationship Id="rId4" Type="http://schemas.openxmlformats.org/officeDocument/2006/relationships/image" Target="../media/image116.wmf"/><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image" Target="../media/image47.wmf"/><Relationship Id="rId7" Type="http://schemas.openxmlformats.org/officeDocument/2006/relationships/image" Target="../media/image12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15.wmf"/><Relationship Id="rId8" Type="http://schemas.openxmlformats.org/officeDocument/2006/relationships/image" Target="../media/image14.wmf"/><Relationship Id="rId7" Type="http://schemas.openxmlformats.org/officeDocument/2006/relationships/image" Target="../media/image131.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1" Type="http://schemas.openxmlformats.org/officeDocument/2006/relationships/image" Target="../media/image17.wmf"/><Relationship Id="rId10" Type="http://schemas.openxmlformats.org/officeDocument/2006/relationships/image" Target="../media/image16.wmf"/><Relationship Id="rId1" Type="http://schemas.openxmlformats.org/officeDocument/2006/relationships/image" Target="../media/image125.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40.wmf"/><Relationship Id="rId8" Type="http://schemas.openxmlformats.org/officeDocument/2006/relationships/image" Target="../media/image139.wmf"/><Relationship Id="rId7" Type="http://schemas.openxmlformats.org/officeDocument/2006/relationships/image" Target="../media/image138.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143.wmf"/><Relationship Id="rId6" Type="http://schemas.openxmlformats.org/officeDocument/2006/relationships/image" Target="../media/image142.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41.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138.wmf"/><Relationship Id="rId7" Type="http://schemas.openxmlformats.org/officeDocument/2006/relationships/image" Target="../media/image137.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47.wmf"/><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image" Target="../media/image17.wmf"/><Relationship Id="rId7" Type="http://schemas.openxmlformats.org/officeDocument/2006/relationships/image" Target="../media/image14.wmf"/><Relationship Id="rId6" Type="http://schemas.openxmlformats.org/officeDocument/2006/relationships/image" Target="../media/image16.wmf"/><Relationship Id="rId5" Type="http://schemas.openxmlformats.org/officeDocument/2006/relationships/image" Target="../media/image152.wmf"/><Relationship Id="rId4" Type="http://schemas.openxmlformats.org/officeDocument/2006/relationships/image" Target="../media/image151.wmf"/><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60.wmf"/><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58.wmf"/><Relationship Id="rId1" Type="http://schemas.openxmlformats.org/officeDocument/2006/relationships/image" Target="../media/image161.wmf"/></Relationships>
</file>

<file path=ppt/drawings/_rels/vmlDrawing37.vml.rels><?xml version="1.0" encoding="UTF-8" standalone="yes"?>
<Relationships xmlns="http://schemas.openxmlformats.org/package/2006/relationships"><Relationship Id="rId5" Type="http://schemas.openxmlformats.org/officeDocument/2006/relationships/image" Target="../media/image167.w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38.vml.rels><?xml version="1.0" encoding="UTF-8" standalone="yes"?>
<Relationships xmlns="http://schemas.openxmlformats.org/package/2006/relationships"><Relationship Id="rId4" Type="http://schemas.openxmlformats.org/officeDocument/2006/relationships/image" Target="../media/image171.wmf"/><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180.wmf"/><Relationship Id="rId8" Type="http://schemas.openxmlformats.org/officeDocument/2006/relationships/image" Target="../media/image179.wmf"/><Relationship Id="rId7" Type="http://schemas.openxmlformats.org/officeDocument/2006/relationships/image" Target="../media/image178.wmf"/><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173.wmf"/><Relationship Id="rId12" Type="http://schemas.openxmlformats.org/officeDocument/2006/relationships/image" Target="../media/image183.wmf"/><Relationship Id="rId11" Type="http://schemas.openxmlformats.org/officeDocument/2006/relationships/image" Target="../media/image182.wmf"/><Relationship Id="rId10" Type="http://schemas.openxmlformats.org/officeDocument/2006/relationships/image" Target="../media/image181.wmf"/><Relationship Id="rId1" Type="http://schemas.openxmlformats.org/officeDocument/2006/relationships/image" Target="../media/image172.w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192.wmf"/><Relationship Id="rId8" Type="http://schemas.openxmlformats.org/officeDocument/2006/relationships/image" Target="../media/image191.wmf"/><Relationship Id="rId7" Type="http://schemas.openxmlformats.org/officeDocument/2006/relationships/image" Target="../media/image190.wmf"/><Relationship Id="rId6" Type="http://schemas.openxmlformats.org/officeDocument/2006/relationships/image" Target="../media/image189.wmf"/><Relationship Id="rId5" Type="http://schemas.openxmlformats.org/officeDocument/2006/relationships/image" Target="../media/image188.wmf"/><Relationship Id="rId4" Type="http://schemas.openxmlformats.org/officeDocument/2006/relationships/image" Target="../media/image187.wmf"/><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177.wmf"/><Relationship Id="rId8" Type="http://schemas.openxmlformats.org/officeDocument/2006/relationships/image" Target="../media/image176.wmf"/><Relationship Id="rId7" Type="http://schemas.openxmlformats.org/officeDocument/2006/relationships/image" Target="../media/image175.wmf"/><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image" Target="../media/image172.wmf"/><Relationship Id="rId3" Type="http://schemas.openxmlformats.org/officeDocument/2006/relationships/image" Target="../media/image195.wmf"/><Relationship Id="rId2" Type="http://schemas.openxmlformats.org/officeDocument/2006/relationships/image" Target="../media/image194.wmf"/><Relationship Id="rId15" Type="http://schemas.openxmlformats.org/officeDocument/2006/relationships/image" Target="../media/image183.wmf"/><Relationship Id="rId14" Type="http://schemas.openxmlformats.org/officeDocument/2006/relationships/image" Target="../media/image182.wmf"/><Relationship Id="rId13" Type="http://schemas.openxmlformats.org/officeDocument/2006/relationships/image" Target="../media/image181.wmf"/><Relationship Id="rId12" Type="http://schemas.openxmlformats.org/officeDocument/2006/relationships/image" Target="../media/image180.wmf"/><Relationship Id="rId11" Type="http://schemas.openxmlformats.org/officeDocument/2006/relationships/image" Target="../media/image179.wmf"/><Relationship Id="rId10" Type="http://schemas.openxmlformats.org/officeDocument/2006/relationships/image" Target="../media/image178.wmf"/><Relationship Id="rId1" Type="http://schemas.openxmlformats.org/officeDocument/2006/relationships/image" Target="../media/image193.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s>
</file>

<file path=ppt/drawings/_rels/vmlDrawing43.vml.rels><?xml version="1.0" encoding="UTF-8" standalone="yes"?>
<Relationships xmlns="http://schemas.openxmlformats.org/package/2006/relationships"><Relationship Id="rId7" Type="http://schemas.openxmlformats.org/officeDocument/2006/relationships/image" Target="../media/image201.wmf"/><Relationship Id="rId6" Type="http://schemas.openxmlformats.org/officeDocument/2006/relationships/image" Target="../media/image200.wmf"/><Relationship Id="rId5" Type="http://schemas.openxmlformats.org/officeDocument/2006/relationships/image" Target="../media/image199.wmf"/><Relationship Id="rId4" Type="http://schemas.openxmlformats.org/officeDocument/2006/relationships/image" Target="../media/image25.wmf"/><Relationship Id="rId3" Type="http://schemas.openxmlformats.org/officeDocument/2006/relationships/image" Target="../media/image17.wmf"/><Relationship Id="rId2" Type="http://schemas.openxmlformats.org/officeDocument/2006/relationships/image" Target="../media/image14.wmf"/><Relationship Id="rId1" Type="http://schemas.openxmlformats.org/officeDocument/2006/relationships/image" Target="../media/image16.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03.wmf"/><Relationship Id="rId1" Type="http://schemas.openxmlformats.org/officeDocument/2006/relationships/image" Target="../media/image202.wmf"/></Relationships>
</file>

<file path=ppt/drawings/_rels/vmlDrawing45.vml.rels><?xml version="1.0" encoding="UTF-8" standalone="yes"?>
<Relationships xmlns="http://schemas.openxmlformats.org/package/2006/relationships"><Relationship Id="rId9" Type="http://schemas.openxmlformats.org/officeDocument/2006/relationships/image" Target="../media/image212.wmf"/><Relationship Id="rId8" Type="http://schemas.openxmlformats.org/officeDocument/2006/relationships/image" Target="../media/image211.wmf"/><Relationship Id="rId7" Type="http://schemas.openxmlformats.org/officeDocument/2006/relationships/image" Target="../media/image210.wmf"/><Relationship Id="rId6" Type="http://schemas.openxmlformats.org/officeDocument/2006/relationships/image" Target="../media/image209.wmf"/><Relationship Id="rId5" Type="http://schemas.openxmlformats.org/officeDocument/2006/relationships/image" Target="../media/image208.wmf"/><Relationship Id="rId4" Type="http://schemas.openxmlformats.org/officeDocument/2006/relationships/image" Target="../media/image207.wmf"/><Relationship Id="rId3" Type="http://schemas.openxmlformats.org/officeDocument/2006/relationships/image" Target="../media/image206.wmf"/><Relationship Id="rId2" Type="http://schemas.openxmlformats.org/officeDocument/2006/relationships/image" Target="../media/image205.wmf"/><Relationship Id="rId14" Type="http://schemas.openxmlformats.org/officeDocument/2006/relationships/image" Target="../media/image217.wmf"/><Relationship Id="rId13" Type="http://schemas.openxmlformats.org/officeDocument/2006/relationships/image" Target="../media/image216.wmf"/><Relationship Id="rId12" Type="http://schemas.openxmlformats.org/officeDocument/2006/relationships/image" Target="../media/image215.wmf"/><Relationship Id="rId11" Type="http://schemas.openxmlformats.org/officeDocument/2006/relationships/image" Target="../media/image214.wmf"/><Relationship Id="rId10" Type="http://schemas.openxmlformats.org/officeDocument/2006/relationships/image" Target="../media/image213.wmf"/><Relationship Id="rId1" Type="http://schemas.openxmlformats.org/officeDocument/2006/relationships/image" Target="../media/image204.w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212.wmf"/><Relationship Id="rId8" Type="http://schemas.openxmlformats.org/officeDocument/2006/relationships/image" Target="../media/image211.wmf"/><Relationship Id="rId7" Type="http://schemas.openxmlformats.org/officeDocument/2006/relationships/image" Target="../media/image210.wmf"/><Relationship Id="rId6" Type="http://schemas.openxmlformats.org/officeDocument/2006/relationships/image" Target="../media/image209.wmf"/><Relationship Id="rId5" Type="http://schemas.openxmlformats.org/officeDocument/2006/relationships/image" Target="../media/image208.wmf"/><Relationship Id="rId4" Type="http://schemas.openxmlformats.org/officeDocument/2006/relationships/image" Target="../media/image207.wmf"/><Relationship Id="rId3" Type="http://schemas.openxmlformats.org/officeDocument/2006/relationships/image" Target="../media/image206.wmf"/><Relationship Id="rId2" Type="http://schemas.openxmlformats.org/officeDocument/2006/relationships/image" Target="../media/image205.wmf"/><Relationship Id="rId14" Type="http://schemas.openxmlformats.org/officeDocument/2006/relationships/image" Target="../media/image219.wmf"/><Relationship Id="rId13" Type="http://schemas.openxmlformats.org/officeDocument/2006/relationships/image" Target="../media/image218.wmf"/><Relationship Id="rId12" Type="http://schemas.openxmlformats.org/officeDocument/2006/relationships/image" Target="../media/image215.wmf"/><Relationship Id="rId11" Type="http://schemas.openxmlformats.org/officeDocument/2006/relationships/image" Target="../media/image214.wmf"/><Relationship Id="rId10" Type="http://schemas.openxmlformats.org/officeDocument/2006/relationships/image" Target="../media/image213.wmf"/><Relationship Id="rId1" Type="http://schemas.openxmlformats.org/officeDocument/2006/relationships/image" Target="../media/image204.w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223.wmf"/><Relationship Id="rId3" Type="http://schemas.openxmlformats.org/officeDocument/2006/relationships/image" Target="../media/image222.wmf"/><Relationship Id="rId2" Type="http://schemas.openxmlformats.org/officeDocument/2006/relationships/image" Target="../media/image221.wmf"/><Relationship Id="rId1" Type="http://schemas.openxmlformats.org/officeDocument/2006/relationships/image" Target="../media/image220.wmf"/></Relationships>
</file>

<file path=ppt/drawings/_rels/vmlDrawing48.vml.rels><?xml version="1.0" encoding="UTF-8" standalone="yes"?>
<Relationships xmlns="http://schemas.openxmlformats.org/package/2006/relationships"><Relationship Id="rId9" Type="http://schemas.openxmlformats.org/officeDocument/2006/relationships/image" Target="../media/image232.wmf"/><Relationship Id="rId8" Type="http://schemas.openxmlformats.org/officeDocument/2006/relationships/image" Target="../media/image231.wmf"/><Relationship Id="rId7" Type="http://schemas.openxmlformats.org/officeDocument/2006/relationships/image" Target="../media/image230.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 Id="rId3" Type="http://schemas.openxmlformats.org/officeDocument/2006/relationships/image" Target="../media/image226.wmf"/><Relationship Id="rId2" Type="http://schemas.openxmlformats.org/officeDocument/2006/relationships/image" Target="../media/image225.wmf"/><Relationship Id="rId12" Type="http://schemas.openxmlformats.org/officeDocument/2006/relationships/image" Target="../media/image235.wmf"/><Relationship Id="rId11" Type="http://schemas.openxmlformats.org/officeDocument/2006/relationships/image" Target="../media/image234.wmf"/><Relationship Id="rId10" Type="http://schemas.openxmlformats.org/officeDocument/2006/relationships/image" Target="../media/image233.wmf"/><Relationship Id="rId1" Type="http://schemas.openxmlformats.org/officeDocument/2006/relationships/image" Target="../media/image224.wmf"/></Relationships>
</file>

<file path=ppt/drawings/_rels/vmlDrawing49.vml.rels><?xml version="1.0" encoding="UTF-8" standalone="yes"?>
<Relationships xmlns="http://schemas.openxmlformats.org/package/2006/relationships"><Relationship Id="rId9" Type="http://schemas.openxmlformats.org/officeDocument/2006/relationships/image" Target="../media/image244.wmf"/><Relationship Id="rId8" Type="http://schemas.openxmlformats.org/officeDocument/2006/relationships/image" Target="../media/image243.wmf"/><Relationship Id="rId7" Type="http://schemas.openxmlformats.org/officeDocument/2006/relationships/image" Target="../media/image242.w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 Id="rId3" Type="http://schemas.openxmlformats.org/officeDocument/2006/relationships/image" Target="../media/image238.wmf"/><Relationship Id="rId2" Type="http://schemas.openxmlformats.org/officeDocument/2006/relationships/image" Target="../media/image237.wmf"/><Relationship Id="rId14" Type="http://schemas.openxmlformats.org/officeDocument/2006/relationships/image" Target="../media/image249.wmf"/><Relationship Id="rId13" Type="http://schemas.openxmlformats.org/officeDocument/2006/relationships/image" Target="../media/image248.wmf"/><Relationship Id="rId12" Type="http://schemas.openxmlformats.org/officeDocument/2006/relationships/image" Target="../media/image247.wmf"/><Relationship Id="rId11" Type="http://schemas.openxmlformats.org/officeDocument/2006/relationships/image" Target="../media/image246.wmf"/><Relationship Id="rId10" Type="http://schemas.openxmlformats.org/officeDocument/2006/relationships/image" Target="../media/image245.wmf"/><Relationship Id="rId1" Type="http://schemas.openxmlformats.org/officeDocument/2006/relationships/image" Target="../media/image236.wmf"/></Relationships>
</file>

<file path=ppt/drawings/_rels/vmlDrawing50.vml.rels><?xml version="1.0" encoding="UTF-8" standalone="yes"?>
<Relationships xmlns="http://schemas.openxmlformats.org/package/2006/relationships"><Relationship Id="rId9" Type="http://schemas.openxmlformats.org/officeDocument/2006/relationships/image" Target="../media/image242.wmf"/><Relationship Id="rId8" Type="http://schemas.openxmlformats.org/officeDocument/2006/relationships/image" Target="../media/image241.wmf"/><Relationship Id="rId7" Type="http://schemas.openxmlformats.org/officeDocument/2006/relationships/image" Target="../media/image240.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 Id="rId3" Type="http://schemas.openxmlformats.org/officeDocument/2006/relationships/image" Target="../media/image236.wmf"/><Relationship Id="rId2" Type="http://schemas.openxmlformats.org/officeDocument/2006/relationships/image" Target="../media/image251.wmf"/><Relationship Id="rId14" Type="http://schemas.openxmlformats.org/officeDocument/2006/relationships/image" Target="../media/image247.wmf"/><Relationship Id="rId13" Type="http://schemas.openxmlformats.org/officeDocument/2006/relationships/image" Target="../media/image246.wmf"/><Relationship Id="rId12" Type="http://schemas.openxmlformats.org/officeDocument/2006/relationships/image" Target="../media/image245.wmf"/><Relationship Id="rId11" Type="http://schemas.openxmlformats.org/officeDocument/2006/relationships/image" Target="../media/image244.wmf"/><Relationship Id="rId10" Type="http://schemas.openxmlformats.org/officeDocument/2006/relationships/image" Target="../media/image243.wmf"/><Relationship Id="rId1" Type="http://schemas.openxmlformats.org/officeDocument/2006/relationships/image" Target="../media/image250.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55.wmf"/></Relationships>
</file>

<file path=ppt/drawings/_rels/vmlDrawing53.vml.rels><?xml version="1.0" encoding="UTF-8" standalone="yes"?>
<Relationships xmlns="http://schemas.openxmlformats.org/package/2006/relationships"><Relationship Id="rId5" Type="http://schemas.openxmlformats.org/officeDocument/2006/relationships/image" Target="../media/image260.wmf"/><Relationship Id="rId4" Type="http://schemas.openxmlformats.org/officeDocument/2006/relationships/image" Target="../media/image259.wmf"/><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s>
</file>

<file path=ppt/drawings/_rels/vmlDrawing54.vml.rels><?xml version="1.0" encoding="UTF-8" standalone="yes"?>
<Relationships xmlns="http://schemas.openxmlformats.org/package/2006/relationships"><Relationship Id="rId6" Type="http://schemas.openxmlformats.org/officeDocument/2006/relationships/image" Target="../media/image266.wmf"/><Relationship Id="rId5" Type="http://schemas.openxmlformats.org/officeDocument/2006/relationships/image" Target="../media/image265.wmf"/><Relationship Id="rId4" Type="http://schemas.openxmlformats.org/officeDocument/2006/relationships/image" Target="../media/image264.wmf"/><Relationship Id="rId3" Type="http://schemas.openxmlformats.org/officeDocument/2006/relationships/image" Target="../media/image263.wmf"/><Relationship Id="rId2" Type="http://schemas.openxmlformats.org/officeDocument/2006/relationships/image" Target="../media/image262.wmf"/><Relationship Id="rId1" Type="http://schemas.openxmlformats.org/officeDocument/2006/relationships/image" Target="../media/image261.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67.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272.wmf"/><Relationship Id="rId1" Type="http://schemas.openxmlformats.org/officeDocument/2006/relationships/image" Target="../media/image271.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73.wmf"/></Relationships>
</file>

<file path=ppt/drawings/_rels/vmlDrawing59.vml.rels><?xml version="1.0" encoding="UTF-8" standalone="yes"?>
<Relationships xmlns="http://schemas.openxmlformats.org/package/2006/relationships"><Relationship Id="rId4" Type="http://schemas.openxmlformats.org/officeDocument/2006/relationships/image" Target="../media/image277.wmf"/><Relationship Id="rId3" Type="http://schemas.openxmlformats.org/officeDocument/2006/relationships/image" Target="../media/image276.wmf"/><Relationship Id="rId2" Type="http://schemas.openxmlformats.org/officeDocument/2006/relationships/image" Target="../media/image275.wmf"/><Relationship Id="rId1" Type="http://schemas.openxmlformats.org/officeDocument/2006/relationships/image" Target="../media/image274.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80.wmf"/><Relationship Id="rId2" Type="http://schemas.openxmlformats.org/officeDocument/2006/relationships/image" Target="../media/image279.wmf"/><Relationship Id="rId1" Type="http://schemas.openxmlformats.org/officeDocument/2006/relationships/image" Target="../media/image278.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3490" name="Picture 2" descr="333"/>
          <p:cNvPicPr>
            <a:picLocks noChangeAspect="1"/>
          </p:cNvPicPr>
          <p:nvPr userDrawn="1"/>
        </p:nvPicPr>
        <p:blipFill>
          <a:blip r:embed="rId2"/>
          <a:stretch>
            <a:fillRect/>
          </a:stretch>
        </p:blipFill>
        <p:spPr>
          <a:xfrm>
            <a:off x="0" y="0"/>
            <a:ext cx="9180513" cy="6884988"/>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62466" name="Picture 7" descr="333"/>
          <p:cNvPicPr>
            <a:picLocks noChangeAspect="1"/>
          </p:cNvPicPr>
          <p:nvPr userDrawn="1"/>
        </p:nvPicPr>
        <p:blipFill>
          <a:blip r:embed="rId12"/>
          <a:stretch>
            <a:fillRect/>
          </a:stretch>
        </p:blipFill>
        <p:spPr>
          <a:xfrm>
            <a:off x="0" y="0"/>
            <a:ext cx="9180513" cy="6884988"/>
          </a:xfrm>
          <a:prstGeom prst="rect">
            <a:avLst/>
          </a:prstGeom>
          <a:noFill/>
          <a:ln w="9525">
            <a:noFill/>
          </a:ln>
        </p:spPr>
      </p:pic>
      <p:sp>
        <p:nvSpPr>
          <p:cNvPr id="62467" name="WordArt 8"/>
          <p:cNvSpPr>
            <a:spLocks noTextEdit="1"/>
          </p:cNvSpPr>
          <p:nvPr userDrawn="1"/>
        </p:nvSpPr>
        <p:spPr>
          <a:xfrm>
            <a:off x="6011863" y="90488"/>
            <a:ext cx="1655762" cy="314325"/>
          </a:xfrm>
          <a:prstGeom prst="rect">
            <a:avLst/>
          </a:prstGeom>
        </p:spPr>
        <p:txBody>
          <a:bodyPr wrap="none" fromWordArt="1">
            <a:prstTxWarp prst="textPlain">
              <a:avLst>
                <a:gd name="adj" fmla="val 50037"/>
              </a:avLst>
            </a:prstTxWarp>
            <a:normAutofit/>
          </a:bodyPr>
          <a:p>
            <a:pPr algn="ctr"/>
            <a:r>
              <a:rPr lang="zh-CN" altLang="en-US" sz="2400" b="1" spc="480">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rPr>
              <a:t>二端口网络</a:t>
            </a:r>
            <a:endParaRPr lang="zh-CN" altLang="en-US" sz="2400" b="1" spc="480">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slide" Target="slide70.xml"/><Relationship Id="rId7" Type="http://schemas.openxmlformats.org/officeDocument/2006/relationships/slide" Target="slide52.xml"/><Relationship Id="rId6" Type="http://schemas.openxmlformats.org/officeDocument/2006/relationships/slide" Target="slide44.xml"/><Relationship Id="rId5" Type="http://schemas.openxmlformats.org/officeDocument/2006/relationships/slide" Target="slide37.xml"/><Relationship Id="rId4" Type="http://schemas.openxmlformats.org/officeDocument/2006/relationships/slide" Target="slide9.xml"/><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slideLayout" Target="../slideLayouts/slideLayout1.xml"/><Relationship Id="rId11" Type="http://schemas.openxmlformats.org/officeDocument/2006/relationships/image" Target="../media/image5.png"/><Relationship Id="rId10" Type="http://schemas.openxmlformats.org/officeDocument/2006/relationships/slide" Target="slide2.xml"/><Relationship Id="rId1" Type="http://schemas.openxmlformats.org/officeDocument/2006/relationships/slide" Target="slide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8.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wmf"/><Relationship Id="rId7" Type="http://schemas.openxmlformats.org/officeDocument/2006/relationships/oleObject" Target="../embeddings/oleObject4.bin"/><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9.wmf"/><Relationship Id="rId3" Type="http://schemas.openxmlformats.org/officeDocument/2006/relationships/oleObject" Target="../embeddings/oleObject2.bin"/><Relationship Id="rId2" Type="http://schemas.openxmlformats.org/officeDocument/2006/relationships/image" Target="../media/image7.png"/><Relationship Id="rId10" Type="http://schemas.openxmlformats.org/officeDocument/2006/relationships/vmlDrawing" Target="../drawings/vmlDrawing2.v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5.wmf"/><Relationship Id="rId7" Type="http://schemas.openxmlformats.org/officeDocument/2006/relationships/oleObject" Target="../embeddings/oleObject7.bin"/><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6.png"/><Relationship Id="rId3" Type="http://schemas.openxmlformats.org/officeDocument/2006/relationships/image" Target="../media/image13.jpeg"/><Relationship Id="rId2" Type="http://schemas.openxmlformats.org/officeDocument/2006/relationships/image" Target="../media/image12.wmf"/><Relationship Id="rId14" Type="http://schemas.openxmlformats.org/officeDocument/2006/relationships/vmlDrawing" Target="../drawings/vmlDrawing3.vml"/><Relationship Id="rId13" Type="http://schemas.openxmlformats.org/officeDocument/2006/relationships/slideLayout" Target="../slideLayouts/slideLayout7.xml"/><Relationship Id="rId12" Type="http://schemas.openxmlformats.org/officeDocument/2006/relationships/image" Target="../media/image17.wmf"/><Relationship Id="rId11" Type="http://schemas.openxmlformats.org/officeDocument/2006/relationships/oleObject" Target="../embeddings/oleObject9.bin"/><Relationship Id="rId10" Type="http://schemas.openxmlformats.org/officeDocument/2006/relationships/image" Target="../media/image16.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20.wmf"/><Relationship Id="rId6" Type="http://schemas.openxmlformats.org/officeDocument/2006/relationships/oleObject" Target="../embeddings/oleObject12.bin"/><Relationship Id="rId5" Type="http://schemas.openxmlformats.org/officeDocument/2006/relationships/image" Target="../media/image13.jpeg"/><Relationship Id="rId4" Type="http://schemas.openxmlformats.org/officeDocument/2006/relationships/image" Target="../media/image19.wmf"/><Relationship Id="rId3" Type="http://schemas.openxmlformats.org/officeDocument/2006/relationships/oleObject" Target="../embeddings/oleObject11.bin"/><Relationship Id="rId22" Type="http://schemas.openxmlformats.org/officeDocument/2006/relationships/vmlDrawing" Target="../drawings/vmlDrawing4.vml"/><Relationship Id="rId21" Type="http://schemas.openxmlformats.org/officeDocument/2006/relationships/slideLayout" Target="../slideLayouts/slideLayout7.xml"/><Relationship Id="rId20" Type="http://schemas.openxmlformats.org/officeDocument/2006/relationships/oleObject" Target="../embeddings/oleObject19.bin"/><Relationship Id="rId2" Type="http://schemas.openxmlformats.org/officeDocument/2006/relationships/image" Target="../media/image18.wmf"/><Relationship Id="rId19" Type="http://schemas.openxmlformats.org/officeDocument/2006/relationships/oleObject" Target="../embeddings/oleObject18.bin"/><Relationship Id="rId18" Type="http://schemas.openxmlformats.org/officeDocument/2006/relationships/oleObject" Target="../embeddings/oleObject17.bin"/><Relationship Id="rId17" Type="http://schemas.openxmlformats.org/officeDocument/2006/relationships/image" Target="../media/image17.wmf"/><Relationship Id="rId16" Type="http://schemas.openxmlformats.org/officeDocument/2006/relationships/oleObject" Target="../embeddings/oleObject16.bin"/><Relationship Id="rId15" Type="http://schemas.openxmlformats.org/officeDocument/2006/relationships/image" Target="../media/image16.wmf"/><Relationship Id="rId14" Type="http://schemas.openxmlformats.org/officeDocument/2006/relationships/oleObject" Target="../embeddings/oleObject15.bin"/><Relationship Id="rId13" Type="http://schemas.openxmlformats.org/officeDocument/2006/relationships/image" Target="../media/image15.wmf"/><Relationship Id="rId12" Type="http://schemas.openxmlformats.org/officeDocument/2006/relationships/oleObject" Target="../embeddings/oleObject14.bin"/><Relationship Id="rId11" Type="http://schemas.openxmlformats.org/officeDocument/2006/relationships/image" Target="../media/image14.wmf"/><Relationship Id="rId10" Type="http://schemas.openxmlformats.org/officeDocument/2006/relationships/oleObject" Target="../embeddings/oleObject13.bin"/><Relationship Id="rId1"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oleObject" Target="../embeddings/oleObject23.bin"/><Relationship Id="rId7" Type="http://schemas.openxmlformats.org/officeDocument/2006/relationships/image" Target="../media/image15.wmf"/><Relationship Id="rId6" Type="http://schemas.openxmlformats.org/officeDocument/2006/relationships/oleObject" Target="../embeddings/oleObject22.bin"/><Relationship Id="rId5" Type="http://schemas.openxmlformats.org/officeDocument/2006/relationships/image" Target="../media/image14.wmf"/><Relationship Id="rId4" Type="http://schemas.openxmlformats.org/officeDocument/2006/relationships/oleObject" Target="../embeddings/oleObject21.bin"/><Relationship Id="rId3" Type="http://schemas.openxmlformats.org/officeDocument/2006/relationships/image" Target="../media/image6.png"/><Relationship Id="rId2" Type="http://schemas.openxmlformats.org/officeDocument/2006/relationships/image" Target="../media/image21.wmf"/><Relationship Id="rId16" Type="http://schemas.openxmlformats.org/officeDocument/2006/relationships/vmlDrawing" Target="../drawings/vmlDrawing5.vml"/><Relationship Id="rId15" Type="http://schemas.openxmlformats.org/officeDocument/2006/relationships/slideLayout" Target="../slideLayouts/slideLayout7.xml"/><Relationship Id="rId14" Type="http://schemas.openxmlformats.org/officeDocument/2006/relationships/oleObject" Target="../embeddings/oleObject27.bin"/><Relationship Id="rId13" Type="http://schemas.openxmlformats.org/officeDocument/2006/relationships/oleObject" Target="../embeddings/oleObject26.bin"/><Relationship Id="rId12" Type="http://schemas.openxmlformats.org/officeDocument/2006/relationships/oleObject" Target="../embeddings/oleObject25.bin"/><Relationship Id="rId11" Type="http://schemas.openxmlformats.org/officeDocument/2006/relationships/image" Target="../media/image17.wmf"/><Relationship Id="rId10" Type="http://schemas.openxmlformats.org/officeDocument/2006/relationships/oleObject" Target="../embeddings/oleObject24.bin"/><Relationship Id="rId1" Type="http://schemas.openxmlformats.org/officeDocument/2006/relationships/oleObject" Target="../embeddings/oleObject20.bin"/></Relationships>
</file>

<file path=ppt/slides/_rels/slide14.x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oleObject" Target="../embeddings/oleObject31.bin"/><Relationship Id="rId7" Type="http://schemas.openxmlformats.org/officeDocument/2006/relationships/image" Target="../media/image6.png"/><Relationship Id="rId6" Type="http://schemas.openxmlformats.org/officeDocument/2006/relationships/image" Target="../media/image24.wmf"/><Relationship Id="rId5" Type="http://schemas.openxmlformats.org/officeDocument/2006/relationships/oleObject" Target="../embeddings/oleObject30.bin"/><Relationship Id="rId4" Type="http://schemas.openxmlformats.org/officeDocument/2006/relationships/image" Target="../media/image23.wmf"/><Relationship Id="rId3" Type="http://schemas.openxmlformats.org/officeDocument/2006/relationships/oleObject" Target="../embeddings/oleObject29.bin"/><Relationship Id="rId28" Type="http://schemas.openxmlformats.org/officeDocument/2006/relationships/vmlDrawing" Target="../drawings/vmlDrawing6.vml"/><Relationship Id="rId27" Type="http://schemas.openxmlformats.org/officeDocument/2006/relationships/slideLayout" Target="../slideLayouts/slideLayout7.xml"/><Relationship Id="rId26" Type="http://schemas.openxmlformats.org/officeDocument/2006/relationships/image" Target="../media/image28.wmf"/><Relationship Id="rId25" Type="http://schemas.openxmlformats.org/officeDocument/2006/relationships/oleObject" Target="../embeddings/oleObject42.bin"/><Relationship Id="rId24" Type="http://schemas.openxmlformats.org/officeDocument/2006/relationships/oleObject" Target="../embeddings/oleObject41.bin"/><Relationship Id="rId23" Type="http://schemas.openxmlformats.org/officeDocument/2006/relationships/oleObject" Target="../embeddings/oleObject40.bin"/><Relationship Id="rId22" Type="http://schemas.openxmlformats.org/officeDocument/2006/relationships/image" Target="../media/image27.wmf"/><Relationship Id="rId21" Type="http://schemas.openxmlformats.org/officeDocument/2006/relationships/oleObject" Target="../embeddings/oleObject39.bin"/><Relationship Id="rId20" Type="http://schemas.openxmlformats.org/officeDocument/2006/relationships/image" Target="../media/image26.wmf"/><Relationship Id="rId2" Type="http://schemas.openxmlformats.org/officeDocument/2006/relationships/image" Target="../media/image22.wmf"/><Relationship Id="rId19" Type="http://schemas.openxmlformats.org/officeDocument/2006/relationships/oleObject" Target="../embeddings/oleObject38.bin"/><Relationship Id="rId18" Type="http://schemas.openxmlformats.org/officeDocument/2006/relationships/oleObject" Target="../embeddings/oleObject37.bin"/><Relationship Id="rId17" Type="http://schemas.openxmlformats.org/officeDocument/2006/relationships/oleObject" Target="../embeddings/oleObject36.bin"/><Relationship Id="rId16" Type="http://schemas.openxmlformats.org/officeDocument/2006/relationships/oleObject" Target="../embeddings/oleObject35.bin"/><Relationship Id="rId15" Type="http://schemas.openxmlformats.org/officeDocument/2006/relationships/image" Target="../media/image25.wmf"/><Relationship Id="rId14" Type="http://schemas.openxmlformats.org/officeDocument/2006/relationships/oleObject" Target="../embeddings/oleObject34.bin"/><Relationship Id="rId13" Type="http://schemas.openxmlformats.org/officeDocument/2006/relationships/image" Target="../media/image17.wmf"/><Relationship Id="rId12" Type="http://schemas.openxmlformats.org/officeDocument/2006/relationships/oleObject" Target="../embeddings/oleObject33.bin"/><Relationship Id="rId11" Type="http://schemas.openxmlformats.org/officeDocument/2006/relationships/image" Target="../media/image14.wmf"/><Relationship Id="rId10" Type="http://schemas.openxmlformats.org/officeDocument/2006/relationships/oleObject" Target="../embeddings/oleObject32.bin"/><Relationship Id="rId1" Type="http://schemas.openxmlformats.org/officeDocument/2006/relationships/oleObject" Target="../embeddings/oleObject28.bin"/></Relationships>
</file>

<file path=ppt/slides/_rels/slide15.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32.wmf"/><Relationship Id="rId7" Type="http://schemas.openxmlformats.org/officeDocument/2006/relationships/oleObject" Target="../embeddings/oleObject46.bin"/><Relationship Id="rId6" Type="http://schemas.openxmlformats.org/officeDocument/2006/relationships/image" Target="../media/image31.wmf"/><Relationship Id="rId5" Type="http://schemas.openxmlformats.org/officeDocument/2006/relationships/oleObject" Target="../embeddings/oleObject45.bin"/><Relationship Id="rId4" Type="http://schemas.openxmlformats.org/officeDocument/2006/relationships/image" Target="../media/image30.wmf"/><Relationship Id="rId3" Type="http://schemas.openxmlformats.org/officeDocument/2006/relationships/oleObject" Target="../embeddings/oleObject44.bin"/><Relationship Id="rId21" Type="http://schemas.openxmlformats.org/officeDocument/2006/relationships/vmlDrawing" Target="../drawings/vmlDrawing7.vml"/><Relationship Id="rId20" Type="http://schemas.openxmlformats.org/officeDocument/2006/relationships/slideLayout" Target="../slideLayouts/slideLayout7.xml"/><Relationship Id="rId2" Type="http://schemas.openxmlformats.org/officeDocument/2006/relationships/image" Target="../media/image29.wmf"/><Relationship Id="rId19" Type="http://schemas.openxmlformats.org/officeDocument/2006/relationships/image" Target="../media/image37.wmf"/><Relationship Id="rId18" Type="http://schemas.openxmlformats.org/officeDocument/2006/relationships/oleObject" Target="../embeddings/oleObject51.bin"/><Relationship Id="rId17" Type="http://schemas.openxmlformats.org/officeDocument/2006/relationships/image" Target="../media/image36.wmf"/><Relationship Id="rId16" Type="http://schemas.openxmlformats.org/officeDocument/2006/relationships/oleObject" Target="../embeddings/oleObject50.bin"/><Relationship Id="rId15" Type="http://schemas.openxmlformats.org/officeDocument/2006/relationships/image" Target="../media/image35.wmf"/><Relationship Id="rId14" Type="http://schemas.openxmlformats.org/officeDocument/2006/relationships/oleObject" Target="../embeddings/oleObject49.bin"/><Relationship Id="rId13" Type="http://schemas.openxmlformats.org/officeDocument/2006/relationships/image" Target="../media/image34.wmf"/><Relationship Id="rId12" Type="http://schemas.openxmlformats.org/officeDocument/2006/relationships/oleObject" Target="../embeddings/oleObject48.bin"/><Relationship Id="rId11" Type="http://schemas.openxmlformats.org/officeDocument/2006/relationships/image" Target="../media/image33.wmf"/><Relationship Id="rId10" Type="http://schemas.openxmlformats.org/officeDocument/2006/relationships/oleObject" Target="../embeddings/oleObject47.bin"/><Relationship Id="rId1" Type="http://schemas.openxmlformats.org/officeDocument/2006/relationships/oleObject" Target="../embeddings/oleObject43.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41.wmf"/><Relationship Id="rId7" Type="http://schemas.openxmlformats.org/officeDocument/2006/relationships/oleObject" Target="../embeddings/oleObject55.bin"/><Relationship Id="rId6" Type="http://schemas.openxmlformats.org/officeDocument/2006/relationships/image" Target="../media/image40.wmf"/><Relationship Id="rId5" Type="http://schemas.openxmlformats.org/officeDocument/2006/relationships/oleObject" Target="../embeddings/oleObject54.bin"/><Relationship Id="rId4" Type="http://schemas.openxmlformats.org/officeDocument/2006/relationships/image" Target="../media/image39.wmf"/><Relationship Id="rId3" Type="http://schemas.openxmlformats.org/officeDocument/2006/relationships/oleObject" Target="../embeddings/oleObject53.bin"/><Relationship Id="rId2" Type="http://schemas.openxmlformats.org/officeDocument/2006/relationships/image" Target="../media/image38.wmf"/><Relationship Id="rId14" Type="http://schemas.openxmlformats.org/officeDocument/2006/relationships/vmlDrawing" Target="../drawings/vmlDrawing8.vml"/><Relationship Id="rId13" Type="http://schemas.openxmlformats.org/officeDocument/2006/relationships/slideLayout" Target="../slideLayouts/slideLayout7.xml"/><Relationship Id="rId12" Type="http://schemas.openxmlformats.org/officeDocument/2006/relationships/image" Target="../media/image7.png"/><Relationship Id="rId11" Type="http://schemas.openxmlformats.org/officeDocument/2006/relationships/image" Target="../media/image6.png"/><Relationship Id="rId10" Type="http://schemas.openxmlformats.org/officeDocument/2006/relationships/image" Target="../media/image42.wmf"/><Relationship Id="rId1" Type="http://schemas.openxmlformats.org/officeDocument/2006/relationships/oleObject" Target="../embeddings/oleObject52.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43.wmf"/><Relationship Id="rId1" Type="http://schemas.openxmlformats.org/officeDocument/2006/relationships/oleObject" Target="../embeddings/oleObject57.bin"/></Relationships>
</file>

<file path=ppt/slides/_rels/slide18.xml.rels><?xml version="1.0" encoding="UTF-8" standalone="yes"?>
<Relationships xmlns="http://schemas.openxmlformats.org/package/2006/relationships"><Relationship Id="rId9" Type="http://schemas.openxmlformats.org/officeDocument/2006/relationships/image" Target="../media/image47.wmf"/><Relationship Id="rId8" Type="http://schemas.openxmlformats.org/officeDocument/2006/relationships/oleObject" Target="../embeddings/oleObject61.bin"/><Relationship Id="rId7" Type="http://schemas.openxmlformats.org/officeDocument/2006/relationships/image" Target="../media/image6.png"/><Relationship Id="rId6" Type="http://schemas.openxmlformats.org/officeDocument/2006/relationships/image" Target="../media/image46.wmf"/><Relationship Id="rId5" Type="http://schemas.openxmlformats.org/officeDocument/2006/relationships/oleObject" Target="../embeddings/oleObject60.bin"/><Relationship Id="rId4" Type="http://schemas.openxmlformats.org/officeDocument/2006/relationships/image" Target="../media/image45.wmf"/><Relationship Id="rId3" Type="http://schemas.openxmlformats.org/officeDocument/2006/relationships/oleObject" Target="../embeddings/oleObject59.bin"/><Relationship Id="rId2" Type="http://schemas.openxmlformats.org/officeDocument/2006/relationships/image" Target="../media/image44.wmf"/><Relationship Id="rId18" Type="http://schemas.openxmlformats.org/officeDocument/2006/relationships/vmlDrawing" Target="../drawings/vmlDrawing10.vml"/><Relationship Id="rId17" Type="http://schemas.openxmlformats.org/officeDocument/2006/relationships/slideLayout" Target="../slideLayouts/slideLayout7.xml"/><Relationship Id="rId16" Type="http://schemas.openxmlformats.org/officeDocument/2006/relationships/image" Target="../media/image13.jpeg"/><Relationship Id="rId15" Type="http://schemas.openxmlformats.org/officeDocument/2006/relationships/image" Target="../media/image50.wmf"/><Relationship Id="rId14" Type="http://schemas.openxmlformats.org/officeDocument/2006/relationships/oleObject" Target="../embeddings/oleObject64.bin"/><Relationship Id="rId13" Type="http://schemas.openxmlformats.org/officeDocument/2006/relationships/image" Target="../media/image49.wmf"/><Relationship Id="rId12" Type="http://schemas.openxmlformats.org/officeDocument/2006/relationships/oleObject" Target="../embeddings/oleObject63.bin"/><Relationship Id="rId11" Type="http://schemas.openxmlformats.org/officeDocument/2006/relationships/image" Target="../media/image48.wmf"/><Relationship Id="rId10" Type="http://schemas.openxmlformats.org/officeDocument/2006/relationships/oleObject" Target="../embeddings/oleObject62.bin"/><Relationship Id="rId1" Type="http://schemas.openxmlformats.org/officeDocument/2006/relationships/oleObject" Target="../embeddings/oleObject58.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15.wmf"/><Relationship Id="rId7" Type="http://schemas.openxmlformats.org/officeDocument/2006/relationships/oleObject" Target="../embeddings/oleObject67.bin"/><Relationship Id="rId6" Type="http://schemas.openxmlformats.org/officeDocument/2006/relationships/image" Target="../media/image14.wmf"/><Relationship Id="rId5" Type="http://schemas.openxmlformats.org/officeDocument/2006/relationships/oleObject" Target="../embeddings/oleObject66.bin"/><Relationship Id="rId4" Type="http://schemas.openxmlformats.org/officeDocument/2006/relationships/image" Target="../media/image6.png"/><Relationship Id="rId3" Type="http://schemas.openxmlformats.org/officeDocument/2006/relationships/image" Target="../media/image13.jpeg"/><Relationship Id="rId2" Type="http://schemas.openxmlformats.org/officeDocument/2006/relationships/image" Target="../media/image51.wmf"/><Relationship Id="rId16" Type="http://schemas.openxmlformats.org/officeDocument/2006/relationships/vmlDrawing" Target="../drawings/vmlDrawing11.vml"/><Relationship Id="rId15" Type="http://schemas.openxmlformats.org/officeDocument/2006/relationships/slideLayout" Target="../slideLayouts/slideLayout7.xml"/><Relationship Id="rId14" Type="http://schemas.openxmlformats.org/officeDocument/2006/relationships/oleObject" Target="../embeddings/oleObject71.bin"/><Relationship Id="rId13" Type="http://schemas.openxmlformats.org/officeDocument/2006/relationships/oleObject" Target="../embeddings/oleObject70.bin"/><Relationship Id="rId12" Type="http://schemas.openxmlformats.org/officeDocument/2006/relationships/image" Target="../media/image17.wmf"/><Relationship Id="rId11" Type="http://schemas.openxmlformats.org/officeDocument/2006/relationships/oleObject" Target="../embeddings/oleObject69.bin"/><Relationship Id="rId10" Type="http://schemas.openxmlformats.org/officeDocument/2006/relationships/image" Target="../media/image16.wmf"/><Relationship Id="rId1" Type="http://schemas.openxmlformats.org/officeDocument/2006/relationships/oleObject" Target="../embeddings/oleObject65.bin"/></Relationships>
</file>

<file path=ppt/slides/_rels/slide20.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55.wmf"/><Relationship Id="rId7" Type="http://schemas.openxmlformats.org/officeDocument/2006/relationships/oleObject" Target="../embeddings/oleObject75.bin"/><Relationship Id="rId6" Type="http://schemas.openxmlformats.org/officeDocument/2006/relationships/image" Target="../media/image54.wmf"/><Relationship Id="rId5" Type="http://schemas.openxmlformats.org/officeDocument/2006/relationships/oleObject" Target="../embeddings/oleObject74.bin"/><Relationship Id="rId4" Type="http://schemas.openxmlformats.org/officeDocument/2006/relationships/image" Target="../media/image53.wmf"/><Relationship Id="rId3" Type="http://schemas.openxmlformats.org/officeDocument/2006/relationships/oleObject" Target="../embeddings/oleObject73.bin"/><Relationship Id="rId2" Type="http://schemas.openxmlformats.org/officeDocument/2006/relationships/image" Target="../media/image52.wmf"/><Relationship Id="rId11" Type="http://schemas.openxmlformats.org/officeDocument/2006/relationships/vmlDrawing" Target="../drawings/vmlDrawing12.vml"/><Relationship Id="rId10" Type="http://schemas.openxmlformats.org/officeDocument/2006/relationships/slideLayout" Target="../slideLayouts/slideLayout7.xml"/><Relationship Id="rId1" Type="http://schemas.openxmlformats.org/officeDocument/2006/relationships/oleObject" Target="../embeddings/oleObject72.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image" Target="../media/image17.wmf"/><Relationship Id="rId7" Type="http://schemas.openxmlformats.org/officeDocument/2006/relationships/oleObject" Target="../embeddings/oleObject79.bin"/><Relationship Id="rId6" Type="http://schemas.openxmlformats.org/officeDocument/2006/relationships/image" Target="../media/image16.wmf"/><Relationship Id="rId5" Type="http://schemas.openxmlformats.org/officeDocument/2006/relationships/oleObject" Target="../embeddings/oleObject78.bin"/><Relationship Id="rId4" Type="http://schemas.openxmlformats.org/officeDocument/2006/relationships/image" Target="../media/image15.wmf"/><Relationship Id="rId3" Type="http://schemas.openxmlformats.org/officeDocument/2006/relationships/oleObject" Target="../embeddings/oleObject77.bin"/><Relationship Id="rId22" Type="http://schemas.openxmlformats.org/officeDocument/2006/relationships/vmlDrawing" Target="../drawings/vmlDrawing13.vml"/><Relationship Id="rId21" Type="http://schemas.openxmlformats.org/officeDocument/2006/relationships/slideLayout" Target="../slideLayouts/slideLayout7.xml"/><Relationship Id="rId20" Type="http://schemas.openxmlformats.org/officeDocument/2006/relationships/image" Target="../media/image6.png"/><Relationship Id="rId2" Type="http://schemas.openxmlformats.org/officeDocument/2006/relationships/image" Target="../media/image14.wmf"/><Relationship Id="rId19" Type="http://schemas.openxmlformats.org/officeDocument/2006/relationships/image" Target="../media/image59.wmf"/><Relationship Id="rId18" Type="http://schemas.openxmlformats.org/officeDocument/2006/relationships/oleObject" Target="../embeddings/oleObject85.bin"/><Relationship Id="rId17" Type="http://schemas.openxmlformats.org/officeDocument/2006/relationships/image" Target="../media/image58.wmf"/><Relationship Id="rId16" Type="http://schemas.openxmlformats.org/officeDocument/2006/relationships/oleObject" Target="../embeddings/oleObject84.bin"/><Relationship Id="rId15" Type="http://schemas.openxmlformats.org/officeDocument/2006/relationships/image" Target="../media/image13.jpeg"/><Relationship Id="rId14" Type="http://schemas.openxmlformats.org/officeDocument/2006/relationships/image" Target="../media/image57.wmf"/><Relationship Id="rId13" Type="http://schemas.openxmlformats.org/officeDocument/2006/relationships/oleObject" Target="../embeddings/oleObject83.bin"/><Relationship Id="rId12" Type="http://schemas.openxmlformats.org/officeDocument/2006/relationships/image" Target="../media/image56.wmf"/><Relationship Id="rId11" Type="http://schemas.openxmlformats.org/officeDocument/2006/relationships/oleObject" Target="../embeddings/oleObject82.bin"/><Relationship Id="rId10" Type="http://schemas.openxmlformats.org/officeDocument/2006/relationships/oleObject" Target="../embeddings/oleObject81.bin"/><Relationship Id="rId1" Type="http://schemas.openxmlformats.org/officeDocument/2006/relationships/oleObject" Target="../embeddings/oleObject76.bin"/></Relationships>
</file>

<file path=ppt/slides/_rels/slide22.xml.rels><?xml version="1.0" encoding="UTF-8" standalone="yes"?>
<Relationships xmlns="http://schemas.openxmlformats.org/package/2006/relationships"><Relationship Id="rId9" Type="http://schemas.openxmlformats.org/officeDocument/2006/relationships/image" Target="../media/image14.wmf"/><Relationship Id="rId8" Type="http://schemas.openxmlformats.org/officeDocument/2006/relationships/oleObject" Target="../embeddings/oleObject89.bin"/><Relationship Id="rId7" Type="http://schemas.openxmlformats.org/officeDocument/2006/relationships/image" Target="../media/image16.wmf"/><Relationship Id="rId6" Type="http://schemas.openxmlformats.org/officeDocument/2006/relationships/oleObject" Target="../embeddings/oleObject88.bin"/><Relationship Id="rId5" Type="http://schemas.openxmlformats.org/officeDocument/2006/relationships/image" Target="../media/image6.png"/><Relationship Id="rId4" Type="http://schemas.openxmlformats.org/officeDocument/2006/relationships/image" Target="../media/image61.wmf"/><Relationship Id="rId3" Type="http://schemas.openxmlformats.org/officeDocument/2006/relationships/oleObject" Target="../embeddings/oleObject87.bin"/><Relationship Id="rId2" Type="http://schemas.openxmlformats.org/officeDocument/2006/relationships/image" Target="../media/image60.wmf"/><Relationship Id="rId15" Type="http://schemas.openxmlformats.org/officeDocument/2006/relationships/vmlDrawing" Target="../drawings/vmlDrawing14.vml"/><Relationship Id="rId14" Type="http://schemas.openxmlformats.org/officeDocument/2006/relationships/slideLayout" Target="../slideLayouts/slideLayout7.xml"/><Relationship Id="rId13" Type="http://schemas.openxmlformats.org/officeDocument/2006/relationships/image" Target="../media/image25.wmf"/><Relationship Id="rId12" Type="http://schemas.openxmlformats.org/officeDocument/2006/relationships/oleObject" Target="../embeddings/oleObject91.bin"/><Relationship Id="rId11" Type="http://schemas.openxmlformats.org/officeDocument/2006/relationships/image" Target="../media/image17.wmf"/><Relationship Id="rId10" Type="http://schemas.openxmlformats.org/officeDocument/2006/relationships/oleObject" Target="../embeddings/oleObject90.bin"/><Relationship Id="rId1" Type="http://schemas.openxmlformats.org/officeDocument/2006/relationships/oleObject" Target="../embeddings/oleObject86.bin"/></Relationships>
</file>

<file path=ppt/slides/_rels/slide2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65.wmf"/><Relationship Id="rId7" Type="http://schemas.openxmlformats.org/officeDocument/2006/relationships/oleObject" Target="../embeddings/oleObject95.bin"/><Relationship Id="rId6" Type="http://schemas.openxmlformats.org/officeDocument/2006/relationships/image" Target="../media/image64.wmf"/><Relationship Id="rId5" Type="http://schemas.openxmlformats.org/officeDocument/2006/relationships/oleObject" Target="../embeddings/oleObject94.bin"/><Relationship Id="rId4" Type="http://schemas.openxmlformats.org/officeDocument/2006/relationships/image" Target="../media/image63.wmf"/><Relationship Id="rId3" Type="http://schemas.openxmlformats.org/officeDocument/2006/relationships/oleObject" Target="../embeddings/oleObject93.bin"/><Relationship Id="rId2" Type="http://schemas.openxmlformats.org/officeDocument/2006/relationships/image" Target="../media/image62.wmf"/><Relationship Id="rId19" Type="http://schemas.openxmlformats.org/officeDocument/2006/relationships/vmlDrawing" Target="../drawings/vmlDrawing15.vml"/><Relationship Id="rId18" Type="http://schemas.openxmlformats.org/officeDocument/2006/relationships/slideLayout" Target="../slideLayouts/slideLayout7.xml"/><Relationship Id="rId17" Type="http://schemas.openxmlformats.org/officeDocument/2006/relationships/image" Target="../media/image25.wmf"/><Relationship Id="rId16" Type="http://schemas.openxmlformats.org/officeDocument/2006/relationships/oleObject" Target="../embeddings/oleObject99.bin"/><Relationship Id="rId15" Type="http://schemas.openxmlformats.org/officeDocument/2006/relationships/image" Target="../media/image17.wmf"/><Relationship Id="rId14" Type="http://schemas.openxmlformats.org/officeDocument/2006/relationships/oleObject" Target="../embeddings/oleObject98.bin"/><Relationship Id="rId13" Type="http://schemas.openxmlformats.org/officeDocument/2006/relationships/image" Target="../media/image14.wmf"/><Relationship Id="rId12" Type="http://schemas.openxmlformats.org/officeDocument/2006/relationships/oleObject" Target="../embeddings/oleObject97.bin"/><Relationship Id="rId11" Type="http://schemas.openxmlformats.org/officeDocument/2006/relationships/image" Target="../media/image16.wmf"/><Relationship Id="rId10" Type="http://schemas.openxmlformats.org/officeDocument/2006/relationships/oleObject" Target="../embeddings/oleObject96.bin"/><Relationship Id="rId1" Type="http://schemas.openxmlformats.org/officeDocument/2006/relationships/oleObject" Target="../embeddings/oleObject92.bin"/></Relationships>
</file>

<file path=ppt/slides/_rels/slide24.xml.rels><?xml version="1.0" encoding="UTF-8" standalone="yes"?>
<Relationships xmlns="http://schemas.openxmlformats.org/package/2006/relationships"><Relationship Id="rId9" Type="http://schemas.openxmlformats.org/officeDocument/2006/relationships/image" Target="../media/image14.wmf"/><Relationship Id="rId8" Type="http://schemas.openxmlformats.org/officeDocument/2006/relationships/oleObject" Target="../embeddings/oleObject103.bin"/><Relationship Id="rId7" Type="http://schemas.openxmlformats.org/officeDocument/2006/relationships/image" Target="../media/image16.wmf"/><Relationship Id="rId6" Type="http://schemas.openxmlformats.org/officeDocument/2006/relationships/oleObject" Target="../embeddings/oleObject102.bin"/><Relationship Id="rId5" Type="http://schemas.openxmlformats.org/officeDocument/2006/relationships/image" Target="../media/image67.wmf"/><Relationship Id="rId4" Type="http://schemas.openxmlformats.org/officeDocument/2006/relationships/oleObject" Target="../embeddings/oleObject101.bin"/><Relationship Id="rId3" Type="http://schemas.openxmlformats.org/officeDocument/2006/relationships/image" Target="../media/image6.png"/><Relationship Id="rId2" Type="http://schemas.openxmlformats.org/officeDocument/2006/relationships/image" Target="../media/image66.wmf"/><Relationship Id="rId15" Type="http://schemas.openxmlformats.org/officeDocument/2006/relationships/vmlDrawing" Target="../drawings/vmlDrawing16.vml"/><Relationship Id="rId14" Type="http://schemas.openxmlformats.org/officeDocument/2006/relationships/slideLayout" Target="../slideLayouts/slideLayout7.xml"/><Relationship Id="rId13" Type="http://schemas.openxmlformats.org/officeDocument/2006/relationships/image" Target="../media/image25.wmf"/><Relationship Id="rId12" Type="http://schemas.openxmlformats.org/officeDocument/2006/relationships/oleObject" Target="../embeddings/oleObject105.bin"/><Relationship Id="rId11" Type="http://schemas.openxmlformats.org/officeDocument/2006/relationships/image" Target="../media/image17.wmf"/><Relationship Id="rId10" Type="http://schemas.openxmlformats.org/officeDocument/2006/relationships/oleObject" Target="../embeddings/oleObject104.bin"/><Relationship Id="rId1" Type="http://schemas.openxmlformats.org/officeDocument/2006/relationships/oleObject" Target="../embeddings/oleObject100.bin"/></Relationships>
</file>

<file path=ppt/slides/_rels/slide25.xml.rels><?xml version="1.0" encoding="UTF-8" standalone="yes"?>
<Relationships xmlns="http://schemas.openxmlformats.org/package/2006/relationships"><Relationship Id="rId9" Type="http://schemas.openxmlformats.org/officeDocument/2006/relationships/image" Target="../media/image71.wmf"/><Relationship Id="rId8" Type="http://schemas.openxmlformats.org/officeDocument/2006/relationships/oleObject" Target="../embeddings/oleObject109.bin"/><Relationship Id="rId7" Type="http://schemas.openxmlformats.org/officeDocument/2006/relationships/image" Target="../media/image6.png"/><Relationship Id="rId6" Type="http://schemas.openxmlformats.org/officeDocument/2006/relationships/image" Target="../media/image70.wmf"/><Relationship Id="rId5" Type="http://schemas.openxmlformats.org/officeDocument/2006/relationships/oleObject" Target="../embeddings/oleObject108.bin"/><Relationship Id="rId4" Type="http://schemas.openxmlformats.org/officeDocument/2006/relationships/image" Target="../media/image69.wmf"/><Relationship Id="rId3" Type="http://schemas.openxmlformats.org/officeDocument/2006/relationships/oleObject" Target="../embeddings/oleObject107.bin"/><Relationship Id="rId2" Type="http://schemas.openxmlformats.org/officeDocument/2006/relationships/image" Target="../media/image68.wmf"/><Relationship Id="rId19" Type="http://schemas.openxmlformats.org/officeDocument/2006/relationships/vmlDrawing" Target="../drawings/vmlDrawing17.vml"/><Relationship Id="rId18" Type="http://schemas.openxmlformats.org/officeDocument/2006/relationships/slideLayout" Target="../slideLayouts/slideLayout7.xml"/><Relationship Id="rId17" Type="http://schemas.openxmlformats.org/officeDocument/2006/relationships/image" Target="../media/image25.wmf"/><Relationship Id="rId16" Type="http://schemas.openxmlformats.org/officeDocument/2006/relationships/oleObject" Target="../embeddings/oleObject113.bin"/><Relationship Id="rId15" Type="http://schemas.openxmlformats.org/officeDocument/2006/relationships/image" Target="../media/image17.wmf"/><Relationship Id="rId14" Type="http://schemas.openxmlformats.org/officeDocument/2006/relationships/oleObject" Target="../embeddings/oleObject112.bin"/><Relationship Id="rId13" Type="http://schemas.openxmlformats.org/officeDocument/2006/relationships/image" Target="../media/image14.wmf"/><Relationship Id="rId12" Type="http://schemas.openxmlformats.org/officeDocument/2006/relationships/oleObject" Target="../embeddings/oleObject111.bin"/><Relationship Id="rId11" Type="http://schemas.openxmlformats.org/officeDocument/2006/relationships/image" Target="../media/image16.wmf"/><Relationship Id="rId10" Type="http://schemas.openxmlformats.org/officeDocument/2006/relationships/oleObject" Target="../embeddings/oleObject110.bin"/><Relationship Id="rId1" Type="http://schemas.openxmlformats.org/officeDocument/2006/relationships/oleObject" Target="../embeddings/oleObject106.bin"/></Relationships>
</file>

<file path=ppt/slides/_rels/slide26.xml.rels><?xml version="1.0" encoding="UTF-8" standalone="yes"?>
<Relationships xmlns="http://schemas.openxmlformats.org/package/2006/relationships"><Relationship Id="rId9" Type="http://schemas.openxmlformats.org/officeDocument/2006/relationships/image" Target="../media/image75.wmf"/><Relationship Id="rId8" Type="http://schemas.openxmlformats.org/officeDocument/2006/relationships/oleObject" Target="../embeddings/oleObject117.bin"/><Relationship Id="rId7" Type="http://schemas.openxmlformats.org/officeDocument/2006/relationships/image" Target="../media/image6.png"/><Relationship Id="rId6" Type="http://schemas.openxmlformats.org/officeDocument/2006/relationships/image" Target="../media/image74.wmf"/><Relationship Id="rId5" Type="http://schemas.openxmlformats.org/officeDocument/2006/relationships/oleObject" Target="../embeddings/oleObject116.bin"/><Relationship Id="rId4" Type="http://schemas.openxmlformats.org/officeDocument/2006/relationships/image" Target="../media/image73.wmf"/><Relationship Id="rId3" Type="http://schemas.openxmlformats.org/officeDocument/2006/relationships/oleObject" Target="../embeddings/oleObject115.bin"/><Relationship Id="rId2" Type="http://schemas.openxmlformats.org/officeDocument/2006/relationships/image" Target="../media/image72.wmf"/><Relationship Id="rId19" Type="http://schemas.openxmlformats.org/officeDocument/2006/relationships/vmlDrawing" Target="../drawings/vmlDrawing18.vml"/><Relationship Id="rId18" Type="http://schemas.openxmlformats.org/officeDocument/2006/relationships/slideLayout" Target="../slideLayouts/slideLayout7.xml"/><Relationship Id="rId17" Type="http://schemas.openxmlformats.org/officeDocument/2006/relationships/image" Target="../media/image79.wmf"/><Relationship Id="rId16" Type="http://schemas.openxmlformats.org/officeDocument/2006/relationships/oleObject" Target="../embeddings/oleObject121.bin"/><Relationship Id="rId15" Type="http://schemas.openxmlformats.org/officeDocument/2006/relationships/image" Target="../media/image78.wmf"/><Relationship Id="rId14" Type="http://schemas.openxmlformats.org/officeDocument/2006/relationships/oleObject" Target="../embeddings/oleObject120.bin"/><Relationship Id="rId13" Type="http://schemas.openxmlformats.org/officeDocument/2006/relationships/image" Target="../media/image77.wmf"/><Relationship Id="rId12" Type="http://schemas.openxmlformats.org/officeDocument/2006/relationships/oleObject" Target="../embeddings/oleObject119.bin"/><Relationship Id="rId11" Type="http://schemas.openxmlformats.org/officeDocument/2006/relationships/image" Target="../media/image76.wmf"/><Relationship Id="rId10" Type="http://schemas.openxmlformats.org/officeDocument/2006/relationships/oleObject" Target="../embeddings/oleObject118.bin"/><Relationship Id="rId1" Type="http://schemas.openxmlformats.org/officeDocument/2006/relationships/oleObject" Target="../embeddings/oleObject114.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25.bin"/><Relationship Id="rId8" Type="http://schemas.openxmlformats.org/officeDocument/2006/relationships/image" Target="../media/image47.wmf"/><Relationship Id="rId7" Type="http://schemas.openxmlformats.org/officeDocument/2006/relationships/oleObject" Target="../embeddings/oleObject124.bin"/><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1.wmf"/><Relationship Id="rId3" Type="http://schemas.openxmlformats.org/officeDocument/2006/relationships/oleObject" Target="../embeddings/oleObject123.bin"/><Relationship Id="rId2" Type="http://schemas.openxmlformats.org/officeDocument/2006/relationships/image" Target="../media/image80.wmf"/><Relationship Id="rId18" Type="http://schemas.openxmlformats.org/officeDocument/2006/relationships/vmlDrawing" Target="../drawings/vmlDrawing19.vml"/><Relationship Id="rId17" Type="http://schemas.openxmlformats.org/officeDocument/2006/relationships/slideLayout" Target="../slideLayouts/slideLayout7.xml"/><Relationship Id="rId16" Type="http://schemas.openxmlformats.org/officeDocument/2006/relationships/image" Target="../media/image59.wmf"/><Relationship Id="rId15" Type="http://schemas.openxmlformats.org/officeDocument/2006/relationships/oleObject" Target="../embeddings/oleObject128.bin"/><Relationship Id="rId14" Type="http://schemas.openxmlformats.org/officeDocument/2006/relationships/image" Target="../media/image50.wmf"/><Relationship Id="rId13" Type="http://schemas.openxmlformats.org/officeDocument/2006/relationships/oleObject" Target="../embeddings/oleObject127.bin"/><Relationship Id="rId12" Type="http://schemas.openxmlformats.org/officeDocument/2006/relationships/image" Target="../media/image49.wmf"/><Relationship Id="rId11" Type="http://schemas.openxmlformats.org/officeDocument/2006/relationships/oleObject" Target="../embeddings/oleObject126.bin"/><Relationship Id="rId10" Type="http://schemas.openxmlformats.org/officeDocument/2006/relationships/image" Target="../media/image48.wmf"/><Relationship Id="rId1" Type="http://schemas.openxmlformats.org/officeDocument/2006/relationships/oleObject" Target="../embeddings/oleObject122.bin"/></Relationships>
</file>

<file path=ppt/slides/_rels/slide2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85.wmf"/><Relationship Id="rId7" Type="http://schemas.openxmlformats.org/officeDocument/2006/relationships/oleObject" Target="../embeddings/oleObject132.bin"/><Relationship Id="rId6" Type="http://schemas.openxmlformats.org/officeDocument/2006/relationships/image" Target="../media/image84.wmf"/><Relationship Id="rId5" Type="http://schemas.openxmlformats.org/officeDocument/2006/relationships/oleObject" Target="../embeddings/oleObject131.bin"/><Relationship Id="rId4" Type="http://schemas.openxmlformats.org/officeDocument/2006/relationships/image" Target="../media/image83.wmf"/><Relationship Id="rId3" Type="http://schemas.openxmlformats.org/officeDocument/2006/relationships/oleObject" Target="../embeddings/oleObject130.bin"/><Relationship Id="rId21" Type="http://schemas.openxmlformats.org/officeDocument/2006/relationships/vmlDrawing" Target="../drawings/vmlDrawing20.vml"/><Relationship Id="rId20" Type="http://schemas.openxmlformats.org/officeDocument/2006/relationships/slideLayout" Target="../slideLayouts/slideLayout7.xml"/><Relationship Id="rId2" Type="http://schemas.openxmlformats.org/officeDocument/2006/relationships/image" Target="../media/image82.wmf"/><Relationship Id="rId19" Type="http://schemas.openxmlformats.org/officeDocument/2006/relationships/image" Target="../media/image86.wmf"/><Relationship Id="rId18" Type="http://schemas.openxmlformats.org/officeDocument/2006/relationships/oleObject" Target="../embeddings/oleObject137.bin"/><Relationship Id="rId17" Type="http://schemas.openxmlformats.org/officeDocument/2006/relationships/image" Target="../media/image50.wmf"/><Relationship Id="rId16" Type="http://schemas.openxmlformats.org/officeDocument/2006/relationships/oleObject" Target="../embeddings/oleObject136.bin"/><Relationship Id="rId15" Type="http://schemas.openxmlformats.org/officeDocument/2006/relationships/image" Target="../media/image49.wmf"/><Relationship Id="rId14" Type="http://schemas.openxmlformats.org/officeDocument/2006/relationships/oleObject" Target="../embeddings/oleObject135.bin"/><Relationship Id="rId13" Type="http://schemas.openxmlformats.org/officeDocument/2006/relationships/image" Target="../media/image48.wmf"/><Relationship Id="rId12" Type="http://schemas.openxmlformats.org/officeDocument/2006/relationships/oleObject" Target="../embeddings/oleObject134.bin"/><Relationship Id="rId11" Type="http://schemas.openxmlformats.org/officeDocument/2006/relationships/image" Target="../media/image47.wmf"/><Relationship Id="rId10" Type="http://schemas.openxmlformats.org/officeDocument/2006/relationships/oleObject" Target="../embeddings/oleObject133.bin"/><Relationship Id="rId1" Type="http://schemas.openxmlformats.org/officeDocument/2006/relationships/oleObject" Target="../embeddings/oleObject129.bin"/></Relationships>
</file>

<file path=ppt/slides/_rels/slide29.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13.jpeg"/><Relationship Id="rId6" Type="http://schemas.openxmlformats.org/officeDocument/2006/relationships/image" Target="../media/image89.wmf"/><Relationship Id="rId5" Type="http://schemas.openxmlformats.org/officeDocument/2006/relationships/oleObject" Target="../embeddings/oleObject140.bin"/><Relationship Id="rId4" Type="http://schemas.openxmlformats.org/officeDocument/2006/relationships/image" Target="../media/image88.wmf"/><Relationship Id="rId3" Type="http://schemas.openxmlformats.org/officeDocument/2006/relationships/oleObject" Target="../embeddings/oleObject139.bin"/><Relationship Id="rId2" Type="http://schemas.openxmlformats.org/officeDocument/2006/relationships/image" Target="../media/image87.wmf"/><Relationship Id="rId19" Type="http://schemas.openxmlformats.org/officeDocument/2006/relationships/vmlDrawing" Target="../drawings/vmlDrawing21.vml"/><Relationship Id="rId18" Type="http://schemas.openxmlformats.org/officeDocument/2006/relationships/slideLayout" Target="../slideLayouts/slideLayout7.xml"/><Relationship Id="rId17" Type="http://schemas.openxmlformats.org/officeDocument/2006/relationships/image" Target="../media/image17.wmf"/><Relationship Id="rId16" Type="http://schemas.openxmlformats.org/officeDocument/2006/relationships/oleObject" Target="../embeddings/oleObject144.bin"/><Relationship Id="rId15" Type="http://schemas.openxmlformats.org/officeDocument/2006/relationships/image" Target="../media/image16.wmf"/><Relationship Id="rId14" Type="http://schemas.openxmlformats.org/officeDocument/2006/relationships/oleObject" Target="../embeddings/oleObject143.bin"/><Relationship Id="rId13" Type="http://schemas.openxmlformats.org/officeDocument/2006/relationships/image" Target="../media/image15.wmf"/><Relationship Id="rId12" Type="http://schemas.openxmlformats.org/officeDocument/2006/relationships/oleObject" Target="../embeddings/oleObject142.bin"/><Relationship Id="rId11" Type="http://schemas.openxmlformats.org/officeDocument/2006/relationships/image" Target="../media/image14.wmf"/><Relationship Id="rId10" Type="http://schemas.openxmlformats.org/officeDocument/2006/relationships/oleObject" Target="../embeddings/oleObject141.bin"/><Relationship Id="rId1" Type="http://schemas.openxmlformats.org/officeDocument/2006/relationships/oleObject" Target="../embeddings/oleObject138.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49.bin"/><Relationship Id="rId8" Type="http://schemas.openxmlformats.org/officeDocument/2006/relationships/image" Target="../media/image17.wmf"/><Relationship Id="rId7" Type="http://schemas.openxmlformats.org/officeDocument/2006/relationships/oleObject" Target="../embeddings/oleObject148.bin"/><Relationship Id="rId6" Type="http://schemas.openxmlformats.org/officeDocument/2006/relationships/image" Target="../media/image16.wmf"/><Relationship Id="rId5" Type="http://schemas.openxmlformats.org/officeDocument/2006/relationships/oleObject" Target="../embeddings/oleObject147.bin"/><Relationship Id="rId4" Type="http://schemas.openxmlformats.org/officeDocument/2006/relationships/image" Target="../media/image15.wmf"/><Relationship Id="rId3" Type="http://schemas.openxmlformats.org/officeDocument/2006/relationships/oleObject" Target="../embeddings/oleObject146.bin"/><Relationship Id="rId21" Type="http://schemas.openxmlformats.org/officeDocument/2006/relationships/vmlDrawing" Target="../drawings/vmlDrawing22.vml"/><Relationship Id="rId20" Type="http://schemas.openxmlformats.org/officeDocument/2006/relationships/slideLayout" Target="../slideLayouts/slideLayout7.xml"/><Relationship Id="rId2" Type="http://schemas.openxmlformats.org/officeDocument/2006/relationships/image" Target="../media/image14.wmf"/><Relationship Id="rId19" Type="http://schemas.openxmlformats.org/officeDocument/2006/relationships/image" Target="../media/image6.png"/><Relationship Id="rId18" Type="http://schemas.openxmlformats.org/officeDocument/2006/relationships/image" Target="../media/image94.wmf"/><Relationship Id="rId17" Type="http://schemas.openxmlformats.org/officeDocument/2006/relationships/oleObject" Target="../embeddings/oleObject153.bin"/><Relationship Id="rId16" Type="http://schemas.openxmlformats.org/officeDocument/2006/relationships/image" Target="../media/image93.wmf"/><Relationship Id="rId15" Type="http://schemas.openxmlformats.org/officeDocument/2006/relationships/oleObject" Target="../embeddings/oleObject152.bin"/><Relationship Id="rId14" Type="http://schemas.openxmlformats.org/officeDocument/2006/relationships/image" Target="../media/image92.wmf"/><Relationship Id="rId13" Type="http://schemas.openxmlformats.org/officeDocument/2006/relationships/oleObject" Target="../embeddings/oleObject151.bin"/><Relationship Id="rId12" Type="http://schemas.openxmlformats.org/officeDocument/2006/relationships/image" Target="../media/image91.wmf"/><Relationship Id="rId11" Type="http://schemas.openxmlformats.org/officeDocument/2006/relationships/oleObject" Target="../embeddings/oleObject150.bin"/><Relationship Id="rId10" Type="http://schemas.openxmlformats.org/officeDocument/2006/relationships/image" Target="../media/image90.wmf"/><Relationship Id="rId1" Type="http://schemas.openxmlformats.org/officeDocument/2006/relationships/oleObject" Target="../embeddings/oleObject145.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58.bin"/><Relationship Id="rId8" Type="http://schemas.openxmlformats.org/officeDocument/2006/relationships/image" Target="../media/image98.wmf"/><Relationship Id="rId7" Type="http://schemas.openxmlformats.org/officeDocument/2006/relationships/oleObject" Target="../embeddings/oleObject157.bin"/><Relationship Id="rId6" Type="http://schemas.openxmlformats.org/officeDocument/2006/relationships/image" Target="../media/image97.wmf"/><Relationship Id="rId5" Type="http://schemas.openxmlformats.org/officeDocument/2006/relationships/oleObject" Target="../embeddings/oleObject156.bin"/><Relationship Id="rId4" Type="http://schemas.openxmlformats.org/officeDocument/2006/relationships/image" Target="../media/image96.wmf"/><Relationship Id="rId3" Type="http://schemas.openxmlformats.org/officeDocument/2006/relationships/oleObject" Target="../embeddings/oleObject155.bin"/><Relationship Id="rId2" Type="http://schemas.openxmlformats.org/officeDocument/2006/relationships/image" Target="../media/image95.wmf"/><Relationship Id="rId17" Type="http://schemas.openxmlformats.org/officeDocument/2006/relationships/vmlDrawing" Target="../drawings/vmlDrawing23.vml"/><Relationship Id="rId16" Type="http://schemas.openxmlformats.org/officeDocument/2006/relationships/slideLayout" Target="../slideLayouts/slideLayout7.xml"/><Relationship Id="rId15" Type="http://schemas.openxmlformats.org/officeDocument/2006/relationships/image" Target="../media/image6.png"/><Relationship Id="rId14" Type="http://schemas.openxmlformats.org/officeDocument/2006/relationships/image" Target="../media/image101.wmf"/><Relationship Id="rId13" Type="http://schemas.openxmlformats.org/officeDocument/2006/relationships/oleObject" Target="../embeddings/oleObject160.bin"/><Relationship Id="rId12" Type="http://schemas.openxmlformats.org/officeDocument/2006/relationships/image" Target="../media/image100.wmf"/><Relationship Id="rId11" Type="http://schemas.openxmlformats.org/officeDocument/2006/relationships/oleObject" Target="../embeddings/oleObject159.bin"/><Relationship Id="rId10" Type="http://schemas.openxmlformats.org/officeDocument/2006/relationships/image" Target="../media/image99.wmf"/><Relationship Id="rId1" Type="http://schemas.openxmlformats.org/officeDocument/2006/relationships/oleObject" Target="../embeddings/oleObject154.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65.bin"/><Relationship Id="rId8" Type="http://schemas.openxmlformats.org/officeDocument/2006/relationships/image" Target="../media/image105.wmf"/><Relationship Id="rId7" Type="http://schemas.openxmlformats.org/officeDocument/2006/relationships/oleObject" Target="../embeddings/oleObject164.bin"/><Relationship Id="rId6" Type="http://schemas.openxmlformats.org/officeDocument/2006/relationships/image" Target="../media/image104.wmf"/><Relationship Id="rId5" Type="http://schemas.openxmlformats.org/officeDocument/2006/relationships/oleObject" Target="../embeddings/oleObject163.bin"/><Relationship Id="rId4" Type="http://schemas.openxmlformats.org/officeDocument/2006/relationships/image" Target="../media/image103.wmf"/><Relationship Id="rId3" Type="http://schemas.openxmlformats.org/officeDocument/2006/relationships/oleObject" Target="../embeddings/oleObject162.bin"/><Relationship Id="rId23" Type="http://schemas.openxmlformats.org/officeDocument/2006/relationships/vmlDrawing" Target="../drawings/vmlDrawing24.vml"/><Relationship Id="rId22" Type="http://schemas.openxmlformats.org/officeDocument/2006/relationships/slideLayout" Target="../slideLayouts/slideLayout7.xml"/><Relationship Id="rId21" Type="http://schemas.openxmlformats.org/officeDocument/2006/relationships/image" Target="../media/image101.wmf"/><Relationship Id="rId20" Type="http://schemas.openxmlformats.org/officeDocument/2006/relationships/oleObject" Target="../embeddings/oleObject170.bin"/><Relationship Id="rId2" Type="http://schemas.openxmlformats.org/officeDocument/2006/relationships/image" Target="../media/image102.wmf"/><Relationship Id="rId19" Type="http://schemas.openxmlformats.org/officeDocument/2006/relationships/image" Target="../media/image100.wmf"/><Relationship Id="rId18" Type="http://schemas.openxmlformats.org/officeDocument/2006/relationships/oleObject" Target="../embeddings/oleObject169.bin"/><Relationship Id="rId17" Type="http://schemas.openxmlformats.org/officeDocument/2006/relationships/image" Target="../media/image99.wmf"/><Relationship Id="rId16" Type="http://schemas.openxmlformats.org/officeDocument/2006/relationships/oleObject" Target="../embeddings/oleObject168.bin"/><Relationship Id="rId15" Type="http://schemas.openxmlformats.org/officeDocument/2006/relationships/image" Target="../media/image98.wmf"/><Relationship Id="rId14" Type="http://schemas.openxmlformats.org/officeDocument/2006/relationships/oleObject" Target="../embeddings/oleObject167.bin"/><Relationship Id="rId13" Type="http://schemas.openxmlformats.org/officeDocument/2006/relationships/image" Target="../media/image6.png"/><Relationship Id="rId12" Type="http://schemas.openxmlformats.org/officeDocument/2006/relationships/image" Target="../media/image107.wmf"/><Relationship Id="rId11" Type="http://schemas.openxmlformats.org/officeDocument/2006/relationships/oleObject" Target="../embeddings/oleObject166.bin"/><Relationship Id="rId10" Type="http://schemas.openxmlformats.org/officeDocument/2006/relationships/image" Target="../media/image106.wmf"/><Relationship Id="rId1" Type="http://schemas.openxmlformats.org/officeDocument/2006/relationships/oleObject" Target="../embeddings/oleObject161.bin"/></Relationships>
</file>

<file path=ppt/slides/_rels/slide33.x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oleObject" Target="../embeddings/oleObject174.bin"/><Relationship Id="rId7" Type="http://schemas.openxmlformats.org/officeDocument/2006/relationships/image" Target="../media/image6.png"/><Relationship Id="rId6" Type="http://schemas.openxmlformats.org/officeDocument/2006/relationships/image" Target="../media/image110.wmf"/><Relationship Id="rId5" Type="http://schemas.openxmlformats.org/officeDocument/2006/relationships/oleObject" Target="../embeddings/oleObject173.bin"/><Relationship Id="rId4" Type="http://schemas.openxmlformats.org/officeDocument/2006/relationships/image" Target="../media/image109.wmf"/><Relationship Id="rId3" Type="http://schemas.openxmlformats.org/officeDocument/2006/relationships/oleObject" Target="../embeddings/oleObject172.bin"/><Relationship Id="rId2" Type="http://schemas.openxmlformats.org/officeDocument/2006/relationships/image" Target="../media/image108.wmf"/><Relationship Id="rId17" Type="http://schemas.openxmlformats.org/officeDocument/2006/relationships/vmlDrawing" Target="../drawings/vmlDrawing25.vml"/><Relationship Id="rId16" Type="http://schemas.openxmlformats.org/officeDocument/2006/relationships/slideLayout" Target="../slideLayouts/slideLayout7.xml"/><Relationship Id="rId15" Type="http://schemas.openxmlformats.org/officeDocument/2006/relationships/image" Target="../media/image25.wmf"/><Relationship Id="rId14" Type="http://schemas.openxmlformats.org/officeDocument/2006/relationships/oleObject" Target="../embeddings/oleObject177.bin"/><Relationship Id="rId13" Type="http://schemas.openxmlformats.org/officeDocument/2006/relationships/image" Target="../media/image17.wmf"/><Relationship Id="rId12" Type="http://schemas.openxmlformats.org/officeDocument/2006/relationships/oleObject" Target="../embeddings/oleObject176.bin"/><Relationship Id="rId11" Type="http://schemas.openxmlformats.org/officeDocument/2006/relationships/image" Target="../media/image14.wmf"/><Relationship Id="rId10" Type="http://schemas.openxmlformats.org/officeDocument/2006/relationships/oleObject" Target="../embeddings/oleObject175.bin"/><Relationship Id="rId1" Type="http://schemas.openxmlformats.org/officeDocument/2006/relationships/oleObject" Target="../embeddings/oleObject171.bin"/></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26.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12.wmf"/><Relationship Id="rId3" Type="http://schemas.openxmlformats.org/officeDocument/2006/relationships/oleObject" Target="../embeddings/oleObject179.bin"/><Relationship Id="rId2" Type="http://schemas.openxmlformats.org/officeDocument/2006/relationships/image" Target="../media/image111.wmf"/><Relationship Id="rId1" Type="http://schemas.openxmlformats.org/officeDocument/2006/relationships/oleObject" Target="../embeddings/oleObject178.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84.bin"/><Relationship Id="rId8" Type="http://schemas.openxmlformats.org/officeDocument/2006/relationships/image" Target="../media/image116.wmf"/><Relationship Id="rId7" Type="http://schemas.openxmlformats.org/officeDocument/2006/relationships/oleObject" Target="../embeddings/oleObject183.bin"/><Relationship Id="rId6" Type="http://schemas.openxmlformats.org/officeDocument/2006/relationships/image" Target="../media/image115.wmf"/><Relationship Id="rId5" Type="http://schemas.openxmlformats.org/officeDocument/2006/relationships/oleObject" Target="../embeddings/oleObject182.bin"/><Relationship Id="rId4" Type="http://schemas.openxmlformats.org/officeDocument/2006/relationships/image" Target="../media/image114.wmf"/><Relationship Id="rId3" Type="http://schemas.openxmlformats.org/officeDocument/2006/relationships/oleObject" Target="../embeddings/oleObject181.bin"/><Relationship Id="rId2" Type="http://schemas.openxmlformats.org/officeDocument/2006/relationships/image" Target="../media/image113.wmf"/><Relationship Id="rId17" Type="http://schemas.openxmlformats.org/officeDocument/2006/relationships/vmlDrawing" Target="../drawings/vmlDrawing27.vml"/><Relationship Id="rId16" Type="http://schemas.openxmlformats.org/officeDocument/2006/relationships/slideLayout" Target="../slideLayouts/slideLayout7.xml"/><Relationship Id="rId15" Type="http://schemas.openxmlformats.org/officeDocument/2006/relationships/image" Target="../media/image6.png"/><Relationship Id="rId14" Type="http://schemas.openxmlformats.org/officeDocument/2006/relationships/image" Target="../media/image119.wmf"/><Relationship Id="rId13" Type="http://schemas.openxmlformats.org/officeDocument/2006/relationships/oleObject" Target="../embeddings/oleObject186.bin"/><Relationship Id="rId12" Type="http://schemas.openxmlformats.org/officeDocument/2006/relationships/image" Target="../media/image118.wmf"/><Relationship Id="rId11" Type="http://schemas.openxmlformats.org/officeDocument/2006/relationships/oleObject" Target="../embeddings/oleObject185.bin"/><Relationship Id="rId10" Type="http://schemas.openxmlformats.org/officeDocument/2006/relationships/image" Target="../media/image117.wmf"/><Relationship Id="rId1" Type="http://schemas.openxmlformats.org/officeDocument/2006/relationships/oleObject" Target="../embeddings/oleObject180.bin"/></Relationships>
</file>

<file path=ppt/slides/_rels/slide36.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123.wmf"/><Relationship Id="rId7" Type="http://schemas.openxmlformats.org/officeDocument/2006/relationships/oleObject" Target="../embeddings/oleObject190.bin"/><Relationship Id="rId6" Type="http://schemas.openxmlformats.org/officeDocument/2006/relationships/image" Target="../media/image122.wmf"/><Relationship Id="rId5" Type="http://schemas.openxmlformats.org/officeDocument/2006/relationships/oleObject" Target="../embeddings/oleObject189.bin"/><Relationship Id="rId4" Type="http://schemas.openxmlformats.org/officeDocument/2006/relationships/image" Target="../media/image121.wmf"/><Relationship Id="rId3" Type="http://schemas.openxmlformats.org/officeDocument/2006/relationships/oleObject" Target="../embeddings/oleObject188.bin"/><Relationship Id="rId21" Type="http://schemas.openxmlformats.org/officeDocument/2006/relationships/vmlDrawing" Target="../drawings/vmlDrawing28.vml"/><Relationship Id="rId20" Type="http://schemas.openxmlformats.org/officeDocument/2006/relationships/slideLayout" Target="../slideLayouts/slideLayout7.xml"/><Relationship Id="rId2" Type="http://schemas.openxmlformats.org/officeDocument/2006/relationships/image" Target="../media/image120.wmf"/><Relationship Id="rId19" Type="http://schemas.openxmlformats.org/officeDocument/2006/relationships/image" Target="../media/image50.wmf"/><Relationship Id="rId18" Type="http://schemas.openxmlformats.org/officeDocument/2006/relationships/oleObject" Target="../embeddings/oleObject195.bin"/><Relationship Id="rId17" Type="http://schemas.openxmlformats.org/officeDocument/2006/relationships/image" Target="../media/image47.wmf"/><Relationship Id="rId16" Type="http://schemas.openxmlformats.org/officeDocument/2006/relationships/oleObject" Target="../embeddings/oleObject194.bin"/><Relationship Id="rId15" Type="http://schemas.openxmlformats.org/officeDocument/2006/relationships/image" Target="../media/image124.wmf"/><Relationship Id="rId14" Type="http://schemas.openxmlformats.org/officeDocument/2006/relationships/oleObject" Target="../embeddings/oleObject193.bin"/><Relationship Id="rId13" Type="http://schemas.openxmlformats.org/officeDocument/2006/relationships/image" Target="../media/image49.wmf"/><Relationship Id="rId12" Type="http://schemas.openxmlformats.org/officeDocument/2006/relationships/oleObject" Target="../embeddings/oleObject192.bin"/><Relationship Id="rId11" Type="http://schemas.openxmlformats.org/officeDocument/2006/relationships/image" Target="../media/image48.wmf"/><Relationship Id="rId10" Type="http://schemas.openxmlformats.org/officeDocument/2006/relationships/oleObject" Target="../embeddings/oleObject191.bin"/><Relationship Id="rId1" Type="http://schemas.openxmlformats.org/officeDocument/2006/relationships/oleObject" Target="../embeddings/oleObject187.bin"/></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oleObject" Target="../embeddings/oleObject199.bin"/><Relationship Id="rId7" Type="http://schemas.openxmlformats.org/officeDocument/2006/relationships/image" Target="../media/image127.wmf"/><Relationship Id="rId6" Type="http://schemas.openxmlformats.org/officeDocument/2006/relationships/oleObject" Target="../embeddings/oleObject198.bin"/><Relationship Id="rId5" Type="http://schemas.openxmlformats.org/officeDocument/2006/relationships/image" Target="../media/image126.wmf"/><Relationship Id="rId4" Type="http://schemas.openxmlformats.org/officeDocument/2006/relationships/oleObject" Target="../embeddings/oleObject197.bin"/><Relationship Id="rId3" Type="http://schemas.openxmlformats.org/officeDocument/2006/relationships/image" Target="../media/image6.png"/><Relationship Id="rId25" Type="http://schemas.openxmlformats.org/officeDocument/2006/relationships/vmlDrawing" Target="../drawings/vmlDrawing29.vml"/><Relationship Id="rId24" Type="http://schemas.openxmlformats.org/officeDocument/2006/relationships/slideLayout" Target="../slideLayouts/slideLayout7.xml"/><Relationship Id="rId23" Type="http://schemas.openxmlformats.org/officeDocument/2006/relationships/image" Target="../media/image17.wmf"/><Relationship Id="rId22" Type="http://schemas.openxmlformats.org/officeDocument/2006/relationships/oleObject" Target="../embeddings/oleObject206.bin"/><Relationship Id="rId21" Type="http://schemas.openxmlformats.org/officeDocument/2006/relationships/image" Target="../media/image16.wmf"/><Relationship Id="rId20" Type="http://schemas.openxmlformats.org/officeDocument/2006/relationships/oleObject" Target="../embeddings/oleObject205.bin"/><Relationship Id="rId2" Type="http://schemas.openxmlformats.org/officeDocument/2006/relationships/image" Target="../media/image125.wmf"/><Relationship Id="rId19" Type="http://schemas.openxmlformats.org/officeDocument/2006/relationships/image" Target="../media/image15.wmf"/><Relationship Id="rId18" Type="http://schemas.openxmlformats.org/officeDocument/2006/relationships/oleObject" Target="../embeddings/oleObject204.bin"/><Relationship Id="rId17" Type="http://schemas.openxmlformats.org/officeDocument/2006/relationships/image" Target="../media/image14.wmf"/><Relationship Id="rId16" Type="http://schemas.openxmlformats.org/officeDocument/2006/relationships/oleObject" Target="../embeddings/oleObject203.bin"/><Relationship Id="rId15" Type="http://schemas.openxmlformats.org/officeDocument/2006/relationships/image" Target="../media/image131.wmf"/><Relationship Id="rId14" Type="http://schemas.openxmlformats.org/officeDocument/2006/relationships/oleObject" Target="../embeddings/oleObject202.bin"/><Relationship Id="rId13" Type="http://schemas.openxmlformats.org/officeDocument/2006/relationships/image" Target="../media/image130.wmf"/><Relationship Id="rId12" Type="http://schemas.openxmlformats.org/officeDocument/2006/relationships/oleObject" Target="../embeddings/oleObject201.bin"/><Relationship Id="rId11" Type="http://schemas.openxmlformats.org/officeDocument/2006/relationships/image" Target="../media/image129.wmf"/><Relationship Id="rId10" Type="http://schemas.openxmlformats.org/officeDocument/2006/relationships/oleObject" Target="../embeddings/oleObject200.bin"/><Relationship Id="rId1" Type="http://schemas.openxmlformats.org/officeDocument/2006/relationships/oleObject" Target="../embeddings/oleObject196.bin"/></Relationships>
</file>

<file path=ppt/slides/_rels/slide39.xml.rels><?xml version="1.0" encoding="UTF-8" standalone="yes"?>
<Relationships xmlns="http://schemas.openxmlformats.org/package/2006/relationships"><Relationship Id="rId9" Type="http://schemas.openxmlformats.org/officeDocument/2006/relationships/image" Target="../media/image135.wmf"/><Relationship Id="rId8" Type="http://schemas.openxmlformats.org/officeDocument/2006/relationships/oleObject" Target="../embeddings/oleObject210.bin"/><Relationship Id="rId7" Type="http://schemas.openxmlformats.org/officeDocument/2006/relationships/image" Target="../media/image6.png"/><Relationship Id="rId6" Type="http://schemas.openxmlformats.org/officeDocument/2006/relationships/image" Target="../media/image134.wmf"/><Relationship Id="rId5" Type="http://schemas.openxmlformats.org/officeDocument/2006/relationships/oleObject" Target="../embeddings/oleObject209.bin"/><Relationship Id="rId4" Type="http://schemas.openxmlformats.org/officeDocument/2006/relationships/image" Target="../media/image133.wmf"/><Relationship Id="rId3" Type="http://schemas.openxmlformats.org/officeDocument/2006/relationships/oleObject" Target="../embeddings/oleObject208.bin"/><Relationship Id="rId21" Type="http://schemas.openxmlformats.org/officeDocument/2006/relationships/vmlDrawing" Target="../drawings/vmlDrawing30.vml"/><Relationship Id="rId20" Type="http://schemas.openxmlformats.org/officeDocument/2006/relationships/slideLayout" Target="../slideLayouts/slideLayout7.xml"/><Relationship Id="rId2" Type="http://schemas.openxmlformats.org/officeDocument/2006/relationships/image" Target="../media/image132.wmf"/><Relationship Id="rId19" Type="http://schemas.openxmlformats.org/officeDocument/2006/relationships/image" Target="../media/image140.wmf"/><Relationship Id="rId18" Type="http://schemas.openxmlformats.org/officeDocument/2006/relationships/oleObject" Target="../embeddings/oleObject215.bin"/><Relationship Id="rId17" Type="http://schemas.openxmlformats.org/officeDocument/2006/relationships/image" Target="../media/image139.wmf"/><Relationship Id="rId16" Type="http://schemas.openxmlformats.org/officeDocument/2006/relationships/oleObject" Target="../embeddings/oleObject214.bin"/><Relationship Id="rId15" Type="http://schemas.openxmlformats.org/officeDocument/2006/relationships/image" Target="../media/image138.wmf"/><Relationship Id="rId14" Type="http://schemas.openxmlformats.org/officeDocument/2006/relationships/oleObject" Target="../embeddings/oleObject213.bin"/><Relationship Id="rId13" Type="http://schemas.openxmlformats.org/officeDocument/2006/relationships/image" Target="../media/image137.wmf"/><Relationship Id="rId12" Type="http://schemas.openxmlformats.org/officeDocument/2006/relationships/oleObject" Target="../embeddings/oleObject212.bin"/><Relationship Id="rId11" Type="http://schemas.openxmlformats.org/officeDocument/2006/relationships/image" Target="../media/image136.wmf"/><Relationship Id="rId10" Type="http://schemas.openxmlformats.org/officeDocument/2006/relationships/oleObject" Target="../embeddings/oleObject211.bin"/><Relationship Id="rId1" Type="http://schemas.openxmlformats.org/officeDocument/2006/relationships/oleObject" Target="../embeddings/oleObject207.bin"/></Relationships>
</file>

<file path=ppt/slides/_rels/slide40.x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oleObject" Target="../embeddings/oleObject219.bin"/><Relationship Id="rId7" Type="http://schemas.openxmlformats.org/officeDocument/2006/relationships/image" Target="../media/image127.wmf"/><Relationship Id="rId6" Type="http://schemas.openxmlformats.org/officeDocument/2006/relationships/oleObject" Target="../embeddings/oleObject218.bin"/><Relationship Id="rId5" Type="http://schemas.openxmlformats.org/officeDocument/2006/relationships/image" Target="../media/image126.wmf"/><Relationship Id="rId4" Type="http://schemas.openxmlformats.org/officeDocument/2006/relationships/oleObject" Target="../embeddings/oleObject217.bin"/><Relationship Id="rId3" Type="http://schemas.openxmlformats.org/officeDocument/2006/relationships/image" Target="../media/image6.png"/><Relationship Id="rId2" Type="http://schemas.openxmlformats.org/officeDocument/2006/relationships/image" Target="../media/image141.wmf"/><Relationship Id="rId17" Type="http://schemas.openxmlformats.org/officeDocument/2006/relationships/vmlDrawing" Target="../drawings/vmlDrawing31.vml"/><Relationship Id="rId16" Type="http://schemas.openxmlformats.org/officeDocument/2006/relationships/slideLayout" Target="../slideLayouts/slideLayout7.xml"/><Relationship Id="rId15" Type="http://schemas.openxmlformats.org/officeDocument/2006/relationships/image" Target="../media/image143.wmf"/><Relationship Id="rId14" Type="http://schemas.openxmlformats.org/officeDocument/2006/relationships/oleObject" Target="../embeddings/oleObject222.bin"/><Relationship Id="rId13" Type="http://schemas.openxmlformats.org/officeDocument/2006/relationships/image" Target="../media/image142.wmf"/><Relationship Id="rId12" Type="http://schemas.openxmlformats.org/officeDocument/2006/relationships/oleObject" Target="../embeddings/oleObject221.bin"/><Relationship Id="rId11" Type="http://schemas.openxmlformats.org/officeDocument/2006/relationships/image" Target="../media/image129.wmf"/><Relationship Id="rId10" Type="http://schemas.openxmlformats.org/officeDocument/2006/relationships/oleObject" Target="../embeddings/oleObject220.bin"/><Relationship Id="rId1" Type="http://schemas.openxmlformats.org/officeDocument/2006/relationships/oleObject" Target="../embeddings/oleObject216.bin"/></Relationships>
</file>

<file path=ppt/slides/_rels/slide41.xml.rels><?xml version="1.0" encoding="UTF-8" standalone="yes"?>
<Relationships xmlns="http://schemas.openxmlformats.org/package/2006/relationships"><Relationship Id="rId9" Type="http://schemas.openxmlformats.org/officeDocument/2006/relationships/image" Target="../media/image147.wmf"/><Relationship Id="rId8" Type="http://schemas.openxmlformats.org/officeDocument/2006/relationships/oleObject" Target="../embeddings/oleObject226.bin"/><Relationship Id="rId7" Type="http://schemas.openxmlformats.org/officeDocument/2006/relationships/image" Target="../media/image146.wmf"/><Relationship Id="rId6" Type="http://schemas.openxmlformats.org/officeDocument/2006/relationships/oleObject" Target="../embeddings/oleObject225.bin"/><Relationship Id="rId5" Type="http://schemas.openxmlformats.org/officeDocument/2006/relationships/image" Target="../media/image6.png"/><Relationship Id="rId4" Type="http://schemas.openxmlformats.org/officeDocument/2006/relationships/image" Target="../media/image145.wmf"/><Relationship Id="rId3" Type="http://schemas.openxmlformats.org/officeDocument/2006/relationships/oleObject" Target="../embeddings/oleObject224.bin"/><Relationship Id="rId23" Type="http://schemas.openxmlformats.org/officeDocument/2006/relationships/vmlDrawing" Target="../drawings/vmlDrawing32.vml"/><Relationship Id="rId22" Type="http://schemas.openxmlformats.org/officeDocument/2006/relationships/slideLayout" Target="../slideLayouts/slideLayout7.xml"/><Relationship Id="rId21" Type="http://schemas.openxmlformats.org/officeDocument/2006/relationships/oleObject" Target="../embeddings/oleObject234.bin"/><Relationship Id="rId20" Type="http://schemas.openxmlformats.org/officeDocument/2006/relationships/oleObject" Target="../embeddings/oleObject233.bin"/><Relationship Id="rId2" Type="http://schemas.openxmlformats.org/officeDocument/2006/relationships/image" Target="../media/image144.wmf"/><Relationship Id="rId19" Type="http://schemas.openxmlformats.org/officeDocument/2006/relationships/oleObject" Target="../embeddings/oleObject232.bin"/><Relationship Id="rId18" Type="http://schemas.openxmlformats.org/officeDocument/2006/relationships/oleObject" Target="../embeddings/oleObject231.bin"/><Relationship Id="rId17" Type="http://schemas.openxmlformats.org/officeDocument/2006/relationships/image" Target="../media/image138.wmf"/><Relationship Id="rId16" Type="http://schemas.openxmlformats.org/officeDocument/2006/relationships/oleObject" Target="../embeddings/oleObject230.bin"/><Relationship Id="rId15" Type="http://schemas.openxmlformats.org/officeDocument/2006/relationships/image" Target="../media/image137.wmf"/><Relationship Id="rId14" Type="http://schemas.openxmlformats.org/officeDocument/2006/relationships/oleObject" Target="../embeddings/oleObject229.bin"/><Relationship Id="rId13" Type="http://schemas.openxmlformats.org/officeDocument/2006/relationships/image" Target="../media/image136.wmf"/><Relationship Id="rId12" Type="http://schemas.openxmlformats.org/officeDocument/2006/relationships/oleObject" Target="../embeddings/oleObject228.bin"/><Relationship Id="rId11" Type="http://schemas.openxmlformats.org/officeDocument/2006/relationships/image" Target="../media/image135.wmf"/><Relationship Id="rId10" Type="http://schemas.openxmlformats.org/officeDocument/2006/relationships/oleObject" Target="../embeddings/oleObject227.bin"/><Relationship Id="rId1" Type="http://schemas.openxmlformats.org/officeDocument/2006/relationships/oleObject" Target="../embeddings/oleObject223.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239.bin"/><Relationship Id="rId8" Type="http://schemas.openxmlformats.org/officeDocument/2006/relationships/image" Target="../media/image151.wmf"/><Relationship Id="rId7" Type="http://schemas.openxmlformats.org/officeDocument/2006/relationships/oleObject" Target="../embeddings/oleObject238.bin"/><Relationship Id="rId6" Type="http://schemas.openxmlformats.org/officeDocument/2006/relationships/image" Target="../media/image150.wmf"/><Relationship Id="rId5" Type="http://schemas.openxmlformats.org/officeDocument/2006/relationships/oleObject" Target="../embeddings/oleObject237.bin"/><Relationship Id="rId4" Type="http://schemas.openxmlformats.org/officeDocument/2006/relationships/image" Target="../media/image149.wmf"/><Relationship Id="rId3" Type="http://schemas.openxmlformats.org/officeDocument/2006/relationships/oleObject" Target="../embeddings/oleObject236.bin"/><Relationship Id="rId21" Type="http://schemas.openxmlformats.org/officeDocument/2006/relationships/vmlDrawing" Target="../drawings/vmlDrawing33.vml"/><Relationship Id="rId20" Type="http://schemas.openxmlformats.org/officeDocument/2006/relationships/slideLayout" Target="../slideLayouts/slideLayout7.xml"/><Relationship Id="rId2" Type="http://schemas.openxmlformats.org/officeDocument/2006/relationships/image" Target="../media/image148.wmf"/><Relationship Id="rId19" Type="http://schemas.openxmlformats.org/officeDocument/2006/relationships/image" Target="../media/image25.wmf"/><Relationship Id="rId18" Type="http://schemas.openxmlformats.org/officeDocument/2006/relationships/oleObject" Target="../embeddings/oleObject243.bin"/><Relationship Id="rId17" Type="http://schemas.openxmlformats.org/officeDocument/2006/relationships/image" Target="../media/image17.wmf"/><Relationship Id="rId16" Type="http://schemas.openxmlformats.org/officeDocument/2006/relationships/oleObject" Target="../embeddings/oleObject242.bin"/><Relationship Id="rId15" Type="http://schemas.openxmlformats.org/officeDocument/2006/relationships/image" Target="../media/image14.wmf"/><Relationship Id="rId14" Type="http://schemas.openxmlformats.org/officeDocument/2006/relationships/oleObject" Target="../embeddings/oleObject241.bin"/><Relationship Id="rId13" Type="http://schemas.openxmlformats.org/officeDocument/2006/relationships/image" Target="../media/image16.wmf"/><Relationship Id="rId12" Type="http://schemas.openxmlformats.org/officeDocument/2006/relationships/oleObject" Target="../embeddings/oleObject240.bin"/><Relationship Id="rId11" Type="http://schemas.openxmlformats.org/officeDocument/2006/relationships/image" Target="../media/image6.png"/><Relationship Id="rId10" Type="http://schemas.openxmlformats.org/officeDocument/2006/relationships/image" Target="../media/image152.wmf"/><Relationship Id="rId1" Type="http://schemas.openxmlformats.org/officeDocument/2006/relationships/oleObject" Target="../embeddings/oleObject235.bin"/></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5.xml.rels><?xml version="1.0" encoding="UTF-8" standalone="yes"?>
<Relationships xmlns="http://schemas.openxmlformats.org/package/2006/relationships"><Relationship Id="rId9" Type="http://schemas.openxmlformats.org/officeDocument/2006/relationships/image" Target="../media/image156.wmf"/><Relationship Id="rId8" Type="http://schemas.openxmlformats.org/officeDocument/2006/relationships/oleObject" Target="../embeddings/oleObject247.bin"/><Relationship Id="rId7" Type="http://schemas.openxmlformats.org/officeDocument/2006/relationships/image" Target="../media/image155.wmf"/><Relationship Id="rId6" Type="http://schemas.openxmlformats.org/officeDocument/2006/relationships/oleObject" Target="../embeddings/oleObject246.bin"/><Relationship Id="rId5" Type="http://schemas.openxmlformats.org/officeDocument/2006/relationships/image" Target="../media/image154.wmf"/><Relationship Id="rId4" Type="http://schemas.openxmlformats.org/officeDocument/2006/relationships/oleObject" Target="../embeddings/oleObject245.bin"/><Relationship Id="rId3" Type="http://schemas.openxmlformats.org/officeDocument/2006/relationships/image" Target="../media/image153.wmf"/><Relationship Id="rId2" Type="http://schemas.openxmlformats.org/officeDocument/2006/relationships/oleObject" Target="../embeddings/oleObject244.bin"/><Relationship Id="rId11" Type="http://schemas.openxmlformats.org/officeDocument/2006/relationships/vmlDrawing" Target="../drawings/vmlDrawing34.vml"/><Relationship Id="rId10" Type="http://schemas.openxmlformats.org/officeDocument/2006/relationships/slideLayout" Target="../slideLayouts/slideLayout7.xml"/><Relationship Id="rId1" Type="http://schemas.openxmlformats.org/officeDocument/2006/relationships/image" Target="../media/image6.png"/></Relationships>
</file>

<file path=ppt/slides/_rels/slide46.xml.rels><?xml version="1.0" encoding="UTF-8" standalone="yes"?>
<Relationships xmlns="http://schemas.openxmlformats.org/package/2006/relationships"><Relationship Id="rId9" Type="http://schemas.openxmlformats.org/officeDocument/2006/relationships/image" Target="../media/image160.wmf"/><Relationship Id="rId8" Type="http://schemas.openxmlformats.org/officeDocument/2006/relationships/oleObject" Target="../embeddings/oleObject251.bin"/><Relationship Id="rId7" Type="http://schemas.openxmlformats.org/officeDocument/2006/relationships/image" Target="../media/image159.wmf"/><Relationship Id="rId6" Type="http://schemas.openxmlformats.org/officeDocument/2006/relationships/oleObject" Target="../embeddings/oleObject250.bin"/><Relationship Id="rId5" Type="http://schemas.openxmlformats.org/officeDocument/2006/relationships/image" Target="../media/image158.wmf"/><Relationship Id="rId4" Type="http://schemas.openxmlformats.org/officeDocument/2006/relationships/oleObject" Target="../embeddings/oleObject249.bin"/><Relationship Id="rId3" Type="http://schemas.openxmlformats.org/officeDocument/2006/relationships/image" Target="../media/image157.wmf"/><Relationship Id="rId2" Type="http://schemas.openxmlformats.org/officeDocument/2006/relationships/oleObject" Target="../embeddings/oleObject248.bin"/><Relationship Id="rId11" Type="http://schemas.openxmlformats.org/officeDocument/2006/relationships/vmlDrawing" Target="../drawings/vmlDrawing35.vml"/><Relationship Id="rId10" Type="http://schemas.openxmlformats.org/officeDocument/2006/relationships/slideLayout" Target="../slideLayouts/slideLayout7.xml"/><Relationship Id="rId1" Type="http://schemas.openxmlformats.org/officeDocument/2006/relationships/image" Target="../media/image6.png"/></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png"/><Relationship Id="rId7" Type="http://schemas.openxmlformats.org/officeDocument/2006/relationships/image" Target="../media/image162.wmf"/><Relationship Id="rId6" Type="http://schemas.openxmlformats.org/officeDocument/2006/relationships/oleObject" Target="../embeddings/oleObject254.bin"/><Relationship Id="rId5" Type="http://schemas.openxmlformats.org/officeDocument/2006/relationships/image" Target="../media/image158.wmf"/><Relationship Id="rId4" Type="http://schemas.openxmlformats.org/officeDocument/2006/relationships/oleObject" Target="../embeddings/oleObject253.bin"/><Relationship Id="rId3" Type="http://schemas.openxmlformats.org/officeDocument/2006/relationships/image" Target="../media/image161.wmf"/><Relationship Id="rId2" Type="http://schemas.openxmlformats.org/officeDocument/2006/relationships/oleObject" Target="../embeddings/oleObject252.bin"/><Relationship Id="rId10" Type="http://schemas.openxmlformats.org/officeDocument/2006/relationships/vmlDrawing" Target="../drawings/vmlDrawing36.vml"/><Relationship Id="rId1"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jpeg"/><Relationship Id="rId1" Type="http://schemas.openxmlformats.org/officeDocument/2006/relationships/image" Target="../media/image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258.bin"/><Relationship Id="rId8" Type="http://schemas.openxmlformats.org/officeDocument/2006/relationships/image" Target="../media/image165.wmf"/><Relationship Id="rId7" Type="http://schemas.openxmlformats.org/officeDocument/2006/relationships/oleObject" Target="../embeddings/oleObject257.bin"/><Relationship Id="rId6" Type="http://schemas.openxmlformats.org/officeDocument/2006/relationships/image" Target="../media/image164.wmf"/><Relationship Id="rId5" Type="http://schemas.openxmlformats.org/officeDocument/2006/relationships/oleObject" Target="../embeddings/oleObject256.bin"/><Relationship Id="rId4" Type="http://schemas.openxmlformats.org/officeDocument/2006/relationships/image" Target="../media/image163.wmf"/><Relationship Id="rId3" Type="http://schemas.openxmlformats.org/officeDocument/2006/relationships/oleObject" Target="../embeddings/oleObject255.bin"/><Relationship Id="rId2" Type="http://schemas.openxmlformats.org/officeDocument/2006/relationships/image" Target="../media/image7.png"/><Relationship Id="rId14" Type="http://schemas.openxmlformats.org/officeDocument/2006/relationships/vmlDrawing" Target="../drawings/vmlDrawing37.vml"/><Relationship Id="rId13" Type="http://schemas.openxmlformats.org/officeDocument/2006/relationships/slideLayout" Target="../slideLayouts/slideLayout7.xml"/><Relationship Id="rId12" Type="http://schemas.openxmlformats.org/officeDocument/2006/relationships/image" Target="../media/image167.wmf"/><Relationship Id="rId11" Type="http://schemas.openxmlformats.org/officeDocument/2006/relationships/oleObject" Target="../embeddings/oleObject259.bin"/><Relationship Id="rId10" Type="http://schemas.openxmlformats.org/officeDocument/2006/relationships/image" Target="../media/image166.wmf"/><Relationship Id="rId1" Type="http://schemas.openxmlformats.org/officeDocument/2006/relationships/image" Target="../media/image6.png"/></Relationships>
</file>

<file path=ppt/slides/_rels/slide51.x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oleObject" Target="../embeddings/oleObject263.bin"/><Relationship Id="rId7" Type="http://schemas.openxmlformats.org/officeDocument/2006/relationships/image" Target="../media/image170.wmf"/><Relationship Id="rId6" Type="http://schemas.openxmlformats.org/officeDocument/2006/relationships/oleObject" Target="../embeddings/oleObject262.bin"/><Relationship Id="rId5" Type="http://schemas.openxmlformats.org/officeDocument/2006/relationships/image" Target="../media/image169.wmf"/><Relationship Id="rId4" Type="http://schemas.openxmlformats.org/officeDocument/2006/relationships/oleObject" Target="../embeddings/oleObject261.bin"/><Relationship Id="rId3" Type="http://schemas.openxmlformats.org/officeDocument/2006/relationships/image" Target="../media/image168.wmf"/><Relationship Id="rId2" Type="http://schemas.openxmlformats.org/officeDocument/2006/relationships/oleObject" Target="../embeddings/oleObject260.bin"/><Relationship Id="rId11" Type="http://schemas.openxmlformats.org/officeDocument/2006/relationships/vmlDrawing" Target="../drawings/vmlDrawing38.vml"/><Relationship Id="rId10" Type="http://schemas.openxmlformats.org/officeDocument/2006/relationships/slideLayout" Target="../slideLayouts/slideLayout7.xml"/><Relationship Id="rId1" Type="http://schemas.openxmlformats.org/officeDocument/2006/relationships/image" Target="../media/image6.png"/></Relationships>
</file>

<file path=ppt/slides/_rels/slide52.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175.wmf"/><Relationship Id="rId7" Type="http://schemas.openxmlformats.org/officeDocument/2006/relationships/oleObject" Target="../embeddings/oleObject267.bin"/><Relationship Id="rId6" Type="http://schemas.openxmlformats.org/officeDocument/2006/relationships/image" Target="../media/image174.wmf"/><Relationship Id="rId5" Type="http://schemas.openxmlformats.org/officeDocument/2006/relationships/oleObject" Target="../embeddings/oleObject266.bin"/><Relationship Id="rId4" Type="http://schemas.openxmlformats.org/officeDocument/2006/relationships/image" Target="../media/image173.wmf"/><Relationship Id="rId3" Type="http://schemas.openxmlformats.org/officeDocument/2006/relationships/oleObject" Target="../embeddings/oleObject265.bin"/><Relationship Id="rId27" Type="http://schemas.openxmlformats.org/officeDocument/2006/relationships/vmlDrawing" Target="../drawings/vmlDrawing39.vml"/><Relationship Id="rId26" Type="http://schemas.openxmlformats.org/officeDocument/2006/relationships/slideLayout" Target="../slideLayouts/slideLayout7.xml"/><Relationship Id="rId25" Type="http://schemas.openxmlformats.org/officeDocument/2006/relationships/image" Target="../media/image183.wmf"/><Relationship Id="rId24" Type="http://schemas.openxmlformats.org/officeDocument/2006/relationships/oleObject" Target="../embeddings/oleObject275.bin"/><Relationship Id="rId23" Type="http://schemas.openxmlformats.org/officeDocument/2006/relationships/image" Target="../media/image182.wmf"/><Relationship Id="rId22" Type="http://schemas.openxmlformats.org/officeDocument/2006/relationships/oleObject" Target="../embeddings/oleObject274.bin"/><Relationship Id="rId21" Type="http://schemas.openxmlformats.org/officeDocument/2006/relationships/image" Target="../media/image181.wmf"/><Relationship Id="rId20" Type="http://schemas.openxmlformats.org/officeDocument/2006/relationships/oleObject" Target="../embeddings/oleObject273.bin"/><Relationship Id="rId2" Type="http://schemas.openxmlformats.org/officeDocument/2006/relationships/image" Target="../media/image172.wmf"/><Relationship Id="rId19" Type="http://schemas.openxmlformats.org/officeDocument/2006/relationships/image" Target="../media/image180.wmf"/><Relationship Id="rId18" Type="http://schemas.openxmlformats.org/officeDocument/2006/relationships/oleObject" Target="../embeddings/oleObject272.bin"/><Relationship Id="rId17" Type="http://schemas.openxmlformats.org/officeDocument/2006/relationships/image" Target="../media/image179.wmf"/><Relationship Id="rId16" Type="http://schemas.openxmlformats.org/officeDocument/2006/relationships/oleObject" Target="../embeddings/oleObject271.bin"/><Relationship Id="rId15" Type="http://schemas.openxmlformats.org/officeDocument/2006/relationships/image" Target="../media/image178.wmf"/><Relationship Id="rId14" Type="http://schemas.openxmlformats.org/officeDocument/2006/relationships/oleObject" Target="../embeddings/oleObject270.bin"/><Relationship Id="rId13" Type="http://schemas.openxmlformats.org/officeDocument/2006/relationships/image" Target="../media/image177.wmf"/><Relationship Id="rId12" Type="http://schemas.openxmlformats.org/officeDocument/2006/relationships/oleObject" Target="../embeddings/oleObject269.bin"/><Relationship Id="rId11" Type="http://schemas.openxmlformats.org/officeDocument/2006/relationships/image" Target="../media/image176.wmf"/><Relationship Id="rId10" Type="http://schemas.openxmlformats.org/officeDocument/2006/relationships/oleObject" Target="../embeddings/oleObject268.bin"/><Relationship Id="rId1" Type="http://schemas.openxmlformats.org/officeDocument/2006/relationships/oleObject" Target="../embeddings/oleObject264.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280.bin"/><Relationship Id="rId8" Type="http://schemas.openxmlformats.org/officeDocument/2006/relationships/image" Target="../media/image187.wmf"/><Relationship Id="rId7" Type="http://schemas.openxmlformats.org/officeDocument/2006/relationships/oleObject" Target="../embeddings/oleObject279.bin"/><Relationship Id="rId6" Type="http://schemas.openxmlformats.org/officeDocument/2006/relationships/image" Target="../media/image186.wmf"/><Relationship Id="rId5" Type="http://schemas.openxmlformats.org/officeDocument/2006/relationships/oleObject" Target="../embeddings/oleObject278.bin"/><Relationship Id="rId4" Type="http://schemas.openxmlformats.org/officeDocument/2006/relationships/image" Target="../media/image185.wmf"/><Relationship Id="rId3" Type="http://schemas.openxmlformats.org/officeDocument/2006/relationships/oleObject" Target="../embeddings/oleObject277.bin"/><Relationship Id="rId21" Type="http://schemas.openxmlformats.org/officeDocument/2006/relationships/vmlDrawing" Target="../drawings/vmlDrawing40.vml"/><Relationship Id="rId20" Type="http://schemas.openxmlformats.org/officeDocument/2006/relationships/slideLayout" Target="../slideLayouts/slideLayout1.xml"/><Relationship Id="rId2" Type="http://schemas.openxmlformats.org/officeDocument/2006/relationships/image" Target="../media/image184.wmf"/><Relationship Id="rId19" Type="http://schemas.openxmlformats.org/officeDocument/2006/relationships/image" Target="../media/image6.png"/><Relationship Id="rId18" Type="http://schemas.openxmlformats.org/officeDocument/2006/relationships/image" Target="../media/image192.wmf"/><Relationship Id="rId17" Type="http://schemas.openxmlformats.org/officeDocument/2006/relationships/oleObject" Target="../embeddings/oleObject284.bin"/><Relationship Id="rId16" Type="http://schemas.openxmlformats.org/officeDocument/2006/relationships/image" Target="../media/image191.wmf"/><Relationship Id="rId15" Type="http://schemas.openxmlformats.org/officeDocument/2006/relationships/oleObject" Target="../embeddings/oleObject283.bin"/><Relationship Id="rId14" Type="http://schemas.openxmlformats.org/officeDocument/2006/relationships/image" Target="../media/image190.wmf"/><Relationship Id="rId13" Type="http://schemas.openxmlformats.org/officeDocument/2006/relationships/oleObject" Target="../embeddings/oleObject282.bin"/><Relationship Id="rId12" Type="http://schemas.openxmlformats.org/officeDocument/2006/relationships/image" Target="../media/image189.wmf"/><Relationship Id="rId11" Type="http://schemas.openxmlformats.org/officeDocument/2006/relationships/oleObject" Target="../embeddings/oleObject281.bin"/><Relationship Id="rId10" Type="http://schemas.openxmlformats.org/officeDocument/2006/relationships/image" Target="../media/image188.wmf"/><Relationship Id="rId1" Type="http://schemas.openxmlformats.org/officeDocument/2006/relationships/oleObject" Target="../embeddings/oleObject276.bin"/></Relationships>
</file>

<file path=ppt/slides/_rels/slide54.xml.rels><?xml version="1.0" encoding="UTF-8" standalone="yes"?>
<Relationships xmlns="http://schemas.openxmlformats.org/package/2006/relationships"><Relationship Id="rId9" Type="http://schemas.openxmlformats.org/officeDocument/2006/relationships/image" Target="../media/image172.wmf"/><Relationship Id="rId8" Type="http://schemas.openxmlformats.org/officeDocument/2006/relationships/oleObject" Target="../embeddings/oleObject288.bin"/><Relationship Id="rId7" Type="http://schemas.openxmlformats.org/officeDocument/2006/relationships/image" Target="../media/image6.png"/><Relationship Id="rId6" Type="http://schemas.openxmlformats.org/officeDocument/2006/relationships/image" Target="../media/image195.wmf"/><Relationship Id="rId5" Type="http://schemas.openxmlformats.org/officeDocument/2006/relationships/oleObject" Target="../embeddings/oleObject287.bin"/><Relationship Id="rId4" Type="http://schemas.openxmlformats.org/officeDocument/2006/relationships/image" Target="../media/image194.wmf"/><Relationship Id="rId33" Type="http://schemas.openxmlformats.org/officeDocument/2006/relationships/vmlDrawing" Target="../drawings/vmlDrawing41.vml"/><Relationship Id="rId32" Type="http://schemas.openxmlformats.org/officeDocument/2006/relationships/slideLayout" Target="../slideLayouts/slideLayout7.xml"/><Relationship Id="rId31" Type="http://schemas.openxmlformats.org/officeDocument/2006/relationships/image" Target="../media/image183.wmf"/><Relationship Id="rId30" Type="http://schemas.openxmlformats.org/officeDocument/2006/relationships/oleObject" Target="../embeddings/oleObject299.bin"/><Relationship Id="rId3" Type="http://schemas.openxmlformats.org/officeDocument/2006/relationships/oleObject" Target="../embeddings/oleObject286.bin"/><Relationship Id="rId29" Type="http://schemas.openxmlformats.org/officeDocument/2006/relationships/image" Target="../media/image182.wmf"/><Relationship Id="rId28" Type="http://schemas.openxmlformats.org/officeDocument/2006/relationships/oleObject" Target="../embeddings/oleObject298.bin"/><Relationship Id="rId27" Type="http://schemas.openxmlformats.org/officeDocument/2006/relationships/image" Target="../media/image181.wmf"/><Relationship Id="rId26" Type="http://schemas.openxmlformats.org/officeDocument/2006/relationships/oleObject" Target="../embeddings/oleObject297.bin"/><Relationship Id="rId25" Type="http://schemas.openxmlformats.org/officeDocument/2006/relationships/image" Target="../media/image180.wmf"/><Relationship Id="rId24" Type="http://schemas.openxmlformats.org/officeDocument/2006/relationships/oleObject" Target="../embeddings/oleObject296.bin"/><Relationship Id="rId23" Type="http://schemas.openxmlformats.org/officeDocument/2006/relationships/image" Target="../media/image179.wmf"/><Relationship Id="rId22" Type="http://schemas.openxmlformats.org/officeDocument/2006/relationships/oleObject" Target="../embeddings/oleObject295.bin"/><Relationship Id="rId21" Type="http://schemas.openxmlformats.org/officeDocument/2006/relationships/image" Target="../media/image178.wmf"/><Relationship Id="rId20" Type="http://schemas.openxmlformats.org/officeDocument/2006/relationships/oleObject" Target="../embeddings/oleObject294.bin"/><Relationship Id="rId2" Type="http://schemas.openxmlformats.org/officeDocument/2006/relationships/image" Target="../media/image193.wmf"/><Relationship Id="rId19" Type="http://schemas.openxmlformats.org/officeDocument/2006/relationships/image" Target="../media/image177.wmf"/><Relationship Id="rId18" Type="http://schemas.openxmlformats.org/officeDocument/2006/relationships/oleObject" Target="../embeddings/oleObject293.bin"/><Relationship Id="rId17" Type="http://schemas.openxmlformats.org/officeDocument/2006/relationships/image" Target="../media/image176.wmf"/><Relationship Id="rId16" Type="http://schemas.openxmlformats.org/officeDocument/2006/relationships/oleObject" Target="../embeddings/oleObject292.bin"/><Relationship Id="rId15" Type="http://schemas.openxmlformats.org/officeDocument/2006/relationships/image" Target="../media/image175.wmf"/><Relationship Id="rId14" Type="http://schemas.openxmlformats.org/officeDocument/2006/relationships/oleObject" Target="../embeddings/oleObject291.bin"/><Relationship Id="rId13" Type="http://schemas.openxmlformats.org/officeDocument/2006/relationships/image" Target="../media/image174.wmf"/><Relationship Id="rId12" Type="http://schemas.openxmlformats.org/officeDocument/2006/relationships/oleObject" Target="../embeddings/oleObject290.bin"/><Relationship Id="rId11" Type="http://schemas.openxmlformats.org/officeDocument/2006/relationships/image" Target="../media/image173.wmf"/><Relationship Id="rId10" Type="http://schemas.openxmlformats.org/officeDocument/2006/relationships/oleObject" Target="../embeddings/oleObject289.bin"/><Relationship Id="rId1" Type="http://schemas.openxmlformats.org/officeDocument/2006/relationships/oleObject" Target="../embeddings/oleObject285.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98.wmf"/><Relationship Id="rId7" Type="http://schemas.openxmlformats.org/officeDocument/2006/relationships/oleObject" Target="../embeddings/oleObject302.bin"/><Relationship Id="rId6" Type="http://schemas.openxmlformats.org/officeDocument/2006/relationships/image" Target="../media/image197.wmf"/><Relationship Id="rId5" Type="http://schemas.openxmlformats.org/officeDocument/2006/relationships/oleObject" Target="../embeddings/oleObject301.bin"/><Relationship Id="rId4" Type="http://schemas.openxmlformats.org/officeDocument/2006/relationships/image" Target="../media/image196.wmf"/><Relationship Id="rId3" Type="http://schemas.openxmlformats.org/officeDocument/2006/relationships/oleObject" Target="../embeddings/oleObject300.bin"/><Relationship Id="rId2" Type="http://schemas.openxmlformats.org/officeDocument/2006/relationships/image" Target="../media/image7.png"/><Relationship Id="rId10" Type="http://schemas.openxmlformats.org/officeDocument/2006/relationships/vmlDrawing" Target="../drawings/vmlDrawing42.vml"/><Relationship Id="rId1" Type="http://schemas.openxmlformats.org/officeDocument/2006/relationships/image" Target="../media/image6.png"/></Relationships>
</file>

<file path=ppt/slides/_rels/slide56.x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oleObject" Target="../embeddings/oleObject306.bin"/><Relationship Id="rId7" Type="http://schemas.openxmlformats.org/officeDocument/2006/relationships/image" Target="../media/image17.wmf"/><Relationship Id="rId6" Type="http://schemas.openxmlformats.org/officeDocument/2006/relationships/oleObject" Target="../embeddings/oleObject305.bin"/><Relationship Id="rId5" Type="http://schemas.openxmlformats.org/officeDocument/2006/relationships/image" Target="../media/image14.wmf"/><Relationship Id="rId4" Type="http://schemas.openxmlformats.org/officeDocument/2006/relationships/oleObject" Target="../embeddings/oleObject304.bin"/><Relationship Id="rId3" Type="http://schemas.openxmlformats.org/officeDocument/2006/relationships/image" Target="../media/image16.wmf"/><Relationship Id="rId2" Type="http://schemas.openxmlformats.org/officeDocument/2006/relationships/oleObject" Target="../embeddings/oleObject303.bin"/><Relationship Id="rId17" Type="http://schemas.openxmlformats.org/officeDocument/2006/relationships/vmlDrawing" Target="../drawings/vmlDrawing43.vml"/><Relationship Id="rId16" Type="http://schemas.openxmlformats.org/officeDocument/2006/relationships/slideLayout" Target="../slideLayouts/slideLayout7.xml"/><Relationship Id="rId15" Type="http://schemas.openxmlformats.org/officeDocument/2006/relationships/image" Target="../media/image201.wmf"/><Relationship Id="rId14" Type="http://schemas.openxmlformats.org/officeDocument/2006/relationships/oleObject" Target="../embeddings/oleObject309.bin"/><Relationship Id="rId13" Type="http://schemas.openxmlformats.org/officeDocument/2006/relationships/image" Target="../media/image200.wmf"/><Relationship Id="rId12" Type="http://schemas.openxmlformats.org/officeDocument/2006/relationships/oleObject" Target="../embeddings/oleObject308.bin"/><Relationship Id="rId11" Type="http://schemas.openxmlformats.org/officeDocument/2006/relationships/image" Target="../media/image199.wmf"/><Relationship Id="rId10" Type="http://schemas.openxmlformats.org/officeDocument/2006/relationships/oleObject" Target="../embeddings/oleObject307.bin"/><Relationship Id="rId1" Type="http://schemas.openxmlformats.org/officeDocument/2006/relationships/image" Target="../media/image6.png"/></Relationships>
</file>

<file path=ppt/slides/_rels/slide57.xml.rels><?xml version="1.0" encoding="UTF-8" standalone="yes"?>
<Relationships xmlns="http://schemas.openxmlformats.org/package/2006/relationships"><Relationship Id="rId7" Type="http://schemas.openxmlformats.org/officeDocument/2006/relationships/vmlDrawing" Target="../drawings/vmlDrawing44.vml"/><Relationship Id="rId6" Type="http://schemas.openxmlformats.org/officeDocument/2006/relationships/slideLayout" Target="../slideLayouts/slideLayout7.xml"/><Relationship Id="rId5" Type="http://schemas.openxmlformats.org/officeDocument/2006/relationships/image" Target="../media/image203.wmf"/><Relationship Id="rId4" Type="http://schemas.openxmlformats.org/officeDocument/2006/relationships/oleObject" Target="../embeddings/oleObject311.bin"/><Relationship Id="rId3" Type="http://schemas.openxmlformats.org/officeDocument/2006/relationships/image" Target="../media/image6.png"/><Relationship Id="rId2" Type="http://schemas.openxmlformats.org/officeDocument/2006/relationships/image" Target="../media/image202.wmf"/><Relationship Id="rId1" Type="http://schemas.openxmlformats.org/officeDocument/2006/relationships/oleObject" Target="../embeddings/oleObject310.bin"/></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316.bin"/><Relationship Id="rId8" Type="http://schemas.openxmlformats.org/officeDocument/2006/relationships/image" Target="../media/image207.wmf"/><Relationship Id="rId7" Type="http://schemas.openxmlformats.org/officeDocument/2006/relationships/oleObject" Target="../embeddings/oleObject315.bin"/><Relationship Id="rId6" Type="http://schemas.openxmlformats.org/officeDocument/2006/relationships/image" Target="../media/image206.wmf"/><Relationship Id="rId5" Type="http://schemas.openxmlformats.org/officeDocument/2006/relationships/oleObject" Target="../embeddings/oleObject314.bin"/><Relationship Id="rId4" Type="http://schemas.openxmlformats.org/officeDocument/2006/relationships/image" Target="../media/image205.wmf"/><Relationship Id="rId31" Type="http://schemas.openxmlformats.org/officeDocument/2006/relationships/vmlDrawing" Target="../drawings/vmlDrawing45.vml"/><Relationship Id="rId30" Type="http://schemas.openxmlformats.org/officeDocument/2006/relationships/slideLayout" Target="../slideLayouts/slideLayout7.xml"/><Relationship Id="rId3" Type="http://schemas.openxmlformats.org/officeDocument/2006/relationships/oleObject" Target="../embeddings/oleObject313.bin"/><Relationship Id="rId29" Type="http://schemas.openxmlformats.org/officeDocument/2006/relationships/image" Target="../media/image6.png"/><Relationship Id="rId28" Type="http://schemas.openxmlformats.org/officeDocument/2006/relationships/image" Target="../media/image217.wmf"/><Relationship Id="rId27" Type="http://schemas.openxmlformats.org/officeDocument/2006/relationships/oleObject" Target="../embeddings/oleObject325.bin"/><Relationship Id="rId26" Type="http://schemas.openxmlformats.org/officeDocument/2006/relationships/image" Target="../media/image216.wmf"/><Relationship Id="rId25" Type="http://schemas.openxmlformats.org/officeDocument/2006/relationships/oleObject" Target="../embeddings/oleObject324.bin"/><Relationship Id="rId24" Type="http://schemas.openxmlformats.org/officeDocument/2006/relationships/image" Target="../media/image215.wmf"/><Relationship Id="rId23" Type="http://schemas.openxmlformats.org/officeDocument/2006/relationships/oleObject" Target="../embeddings/oleObject323.bin"/><Relationship Id="rId22" Type="http://schemas.openxmlformats.org/officeDocument/2006/relationships/image" Target="../media/image214.wmf"/><Relationship Id="rId21" Type="http://schemas.openxmlformats.org/officeDocument/2006/relationships/oleObject" Target="../embeddings/oleObject322.bin"/><Relationship Id="rId20" Type="http://schemas.openxmlformats.org/officeDocument/2006/relationships/image" Target="../media/image213.wmf"/><Relationship Id="rId2" Type="http://schemas.openxmlformats.org/officeDocument/2006/relationships/image" Target="../media/image204.wmf"/><Relationship Id="rId19" Type="http://schemas.openxmlformats.org/officeDocument/2006/relationships/oleObject" Target="../embeddings/oleObject321.bin"/><Relationship Id="rId18" Type="http://schemas.openxmlformats.org/officeDocument/2006/relationships/image" Target="../media/image212.wmf"/><Relationship Id="rId17" Type="http://schemas.openxmlformats.org/officeDocument/2006/relationships/oleObject" Target="../embeddings/oleObject320.bin"/><Relationship Id="rId16" Type="http://schemas.openxmlformats.org/officeDocument/2006/relationships/image" Target="../media/image211.wmf"/><Relationship Id="rId15" Type="http://schemas.openxmlformats.org/officeDocument/2006/relationships/oleObject" Target="../embeddings/oleObject319.bin"/><Relationship Id="rId14" Type="http://schemas.openxmlformats.org/officeDocument/2006/relationships/image" Target="../media/image210.wmf"/><Relationship Id="rId13" Type="http://schemas.openxmlformats.org/officeDocument/2006/relationships/oleObject" Target="../embeddings/oleObject318.bin"/><Relationship Id="rId12" Type="http://schemas.openxmlformats.org/officeDocument/2006/relationships/image" Target="../media/image209.wmf"/><Relationship Id="rId11" Type="http://schemas.openxmlformats.org/officeDocument/2006/relationships/oleObject" Target="../embeddings/oleObject317.bin"/><Relationship Id="rId10" Type="http://schemas.openxmlformats.org/officeDocument/2006/relationships/image" Target="../media/image208.wmf"/><Relationship Id="rId1" Type="http://schemas.openxmlformats.org/officeDocument/2006/relationships/oleObject" Target="../embeddings/oleObject312.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330.bin"/><Relationship Id="rId8" Type="http://schemas.openxmlformats.org/officeDocument/2006/relationships/image" Target="../media/image207.wmf"/><Relationship Id="rId7" Type="http://schemas.openxmlformats.org/officeDocument/2006/relationships/oleObject" Target="../embeddings/oleObject329.bin"/><Relationship Id="rId6" Type="http://schemas.openxmlformats.org/officeDocument/2006/relationships/image" Target="../media/image206.wmf"/><Relationship Id="rId5" Type="http://schemas.openxmlformats.org/officeDocument/2006/relationships/oleObject" Target="../embeddings/oleObject328.bin"/><Relationship Id="rId4" Type="http://schemas.openxmlformats.org/officeDocument/2006/relationships/image" Target="../media/image205.wmf"/><Relationship Id="rId31" Type="http://schemas.openxmlformats.org/officeDocument/2006/relationships/vmlDrawing" Target="../drawings/vmlDrawing46.vml"/><Relationship Id="rId30" Type="http://schemas.openxmlformats.org/officeDocument/2006/relationships/slideLayout" Target="../slideLayouts/slideLayout7.xml"/><Relationship Id="rId3" Type="http://schemas.openxmlformats.org/officeDocument/2006/relationships/oleObject" Target="../embeddings/oleObject327.bin"/><Relationship Id="rId29" Type="http://schemas.openxmlformats.org/officeDocument/2006/relationships/image" Target="../media/image219.wmf"/><Relationship Id="rId28" Type="http://schemas.openxmlformats.org/officeDocument/2006/relationships/oleObject" Target="../embeddings/oleObject339.bin"/><Relationship Id="rId27" Type="http://schemas.openxmlformats.org/officeDocument/2006/relationships/image" Target="../media/image218.wmf"/><Relationship Id="rId26" Type="http://schemas.openxmlformats.org/officeDocument/2006/relationships/oleObject" Target="../embeddings/oleObject338.bin"/><Relationship Id="rId25" Type="http://schemas.openxmlformats.org/officeDocument/2006/relationships/image" Target="../media/image6.png"/><Relationship Id="rId24" Type="http://schemas.openxmlformats.org/officeDocument/2006/relationships/image" Target="../media/image215.wmf"/><Relationship Id="rId23" Type="http://schemas.openxmlformats.org/officeDocument/2006/relationships/oleObject" Target="../embeddings/oleObject337.bin"/><Relationship Id="rId22" Type="http://schemas.openxmlformats.org/officeDocument/2006/relationships/image" Target="../media/image214.wmf"/><Relationship Id="rId21" Type="http://schemas.openxmlformats.org/officeDocument/2006/relationships/oleObject" Target="../embeddings/oleObject336.bin"/><Relationship Id="rId20" Type="http://schemas.openxmlformats.org/officeDocument/2006/relationships/image" Target="../media/image213.wmf"/><Relationship Id="rId2" Type="http://schemas.openxmlformats.org/officeDocument/2006/relationships/image" Target="../media/image204.wmf"/><Relationship Id="rId19" Type="http://schemas.openxmlformats.org/officeDocument/2006/relationships/oleObject" Target="../embeddings/oleObject335.bin"/><Relationship Id="rId18" Type="http://schemas.openxmlformats.org/officeDocument/2006/relationships/image" Target="../media/image212.wmf"/><Relationship Id="rId17" Type="http://schemas.openxmlformats.org/officeDocument/2006/relationships/oleObject" Target="../embeddings/oleObject334.bin"/><Relationship Id="rId16" Type="http://schemas.openxmlformats.org/officeDocument/2006/relationships/image" Target="../media/image211.wmf"/><Relationship Id="rId15" Type="http://schemas.openxmlformats.org/officeDocument/2006/relationships/oleObject" Target="../embeddings/oleObject333.bin"/><Relationship Id="rId14" Type="http://schemas.openxmlformats.org/officeDocument/2006/relationships/image" Target="../media/image210.wmf"/><Relationship Id="rId13" Type="http://schemas.openxmlformats.org/officeDocument/2006/relationships/oleObject" Target="../embeddings/oleObject332.bin"/><Relationship Id="rId12" Type="http://schemas.openxmlformats.org/officeDocument/2006/relationships/image" Target="../media/image209.wmf"/><Relationship Id="rId11" Type="http://schemas.openxmlformats.org/officeDocument/2006/relationships/oleObject" Target="../embeddings/oleObject331.bin"/><Relationship Id="rId10" Type="http://schemas.openxmlformats.org/officeDocument/2006/relationships/image" Target="../media/image208.wmf"/><Relationship Id="rId1" Type="http://schemas.openxmlformats.org/officeDocument/2006/relationships/oleObject" Target="../embeddings/oleObject326.bin"/></Relationships>
</file>

<file path=ppt/slides/_rels/slide60.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223.wmf"/><Relationship Id="rId7" Type="http://schemas.openxmlformats.org/officeDocument/2006/relationships/oleObject" Target="../embeddings/oleObject343.bin"/><Relationship Id="rId6" Type="http://schemas.openxmlformats.org/officeDocument/2006/relationships/image" Target="../media/image222.wmf"/><Relationship Id="rId5" Type="http://schemas.openxmlformats.org/officeDocument/2006/relationships/oleObject" Target="../embeddings/oleObject342.bin"/><Relationship Id="rId4" Type="http://schemas.openxmlformats.org/officeDocument/2006/relationships/image" Target="../media/image221.wmf"/><Relationship Id="rId3" Type="http://schemas.openxmlformats.org/officeDocument/2006/relationships/oleObject" Target="../embeddings/oleObject341.bin"/><Relationship Id="rId2" Type="http://schemas.openxmlformats.org/officeDocument/2006/relationships/image" Target="../media/image220.wmf"/><Relationship Id="rId12" Type="http://schemas.openxmlformats.org/officeDocument/2006/relationships/vmlDrawing" Target="../drawings/vmlDrawing47.vml"/><Relationship Id="rId11" Type="http://schemas.openxmlformats.org/officeDocument/2006/relationships/slideLayout" Target="../slideLayouts/slideLayout7.xml"/><Relationship Id="rId10" Type="http://schemas.openxmlformats.org/officeDocument/2006/relationships/image" Target="../media/image7.png"/><Relationship Id="rId1" Type="http://schemas.openxmlformats.org/officeDocument/2006/relationships/oleObject" Target="../embeddings/oleObject340.bin"/></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348.bin"/><Relationship Id="rId8" Type="http://schemas.openxmlformats.org/officeDocument/2006/relationships/image" Target="../media/image227.wmf"/><Relationship Id="rId7" Type="http://schemas.openxmlformats.org/officeDocument/2006/relationships/oleObject" Target="../embeddings/oleObject347.bin"/><Relationship Id="rId6" Type="http://schemas.openxmlformats.org/officeDocument/2006/relationships/image" Target="../media/image226.wmf"/><Relationship Id="rId5" Type="http://schemas.openxmlformats.org/officeDocument/2006/relationships/oleObject" Target="../embeddings/oleObject346.bin"/><Relationship Id="rId4" Type="http://schemas.openxmlformats.org/officeDocument/2006/relationships/image" Target="../media/image225.wmf"/><Relationship Id="rId3" Type="http://schemas.openxmlformats.org/officeDocument/2006/relationships/oleObject" Target="../embeddings/oleObject345.bin"/><Relationship Id="rId27" Type="http://schemas.openxmlformats.org/officeDocument/2006/relationships/vmlDrawing" Target="../drawings/vmlDrawing48.vml"/><Relationship Id="rId26" Type="http://schemas.openxmlformats.org/officeDocument/2006/relationships/slideLayout" Target="../slideLayouts/slideLayout7.xml"/><Relationship Id="rId25" Type="http://schemas.openxmlformats.org/officeDocument/2006/relationships/image" Target="../media/image6.png"/><Relationship Id="rId24" Type="http://schemas.openxmlformats.org/officeDocument/2006/relationships/image" Target="../media/image235.wmf"/><Relationship Id="rId23" Type="http://schemas.openxmlformats.org/officeDocument/2006/relationships/oleObject" Target="../embeddings/oleObject355.bin"/><Relationship Id="rId22" Type="http://schemas.openxmlformats.org/officeDocument/2006/relationships/image" Target="../media/image234.wmf"/><Relationship Id="rId21" Type="http://schemas.openxmlformats.org/officeDocument/2006/relationships/oleObject" Target="../embeddings/oleObject354.bin"/><Relationship Id="rId20" Type="http://schemas.openxmlformats.org/officeDocument/2006/relationships/image" Target="../media/image233.wmf"/><Relationship Id="rId2" Type="http://schemas.openxmlformats.org/officeDocument/2006/relationships/image" Target="../media/image224.wmf"/><Relationship Id="rId19" Type="http://schemas.openxmlformats.org/officeDocument/2006/relationships/oleObject" Target="../embeddings/oleObject353.bin"/><Relationship Id="rId18" Type="http://schemas.openxmlformats.org/officeDocument/2006/relationships/image" Target="../media/image232.wmf"/><Relationship Id="rId17" Type="http://schemas.openxmlformats.org/officeDocument/2006/relationships/oleObject" Target="../embeddings/oleObject352.bin"/><Relationship Id="rId16" Type="http://schemas.openxmlformats.org/officeDocument/2006/relationships/image" Target="../media/image231.wmf"/><Relationship Id="rId15" Type="http://schemas.openxmlformats.org/officeDocument/2006/relationships/oleObject" Target="../embeddings/oleObject351.bin"/><Relationship Id="rId14" Type="http://schemas.openxmlformats.org/officeDocument/2006/relationships/image" Target="../media/image230.wmf"/><Relationship Id="rId13" Type="http://schemas.openxmlformats.org/officeDocument/2006/relationships/oleObject" Target="../embeddings/oleObject350.bin"/><Relationship Id="rId12" Type="http://schemas.openxmlformats.org/officeDocument/2006/relationships/image" Target="../media/image229.wmf"/><Relationship Id="rId11" Type="http://schemas.openxmlformats.org/officeDocument/2006/relationships/oleObject" Target="../embeddings/oleObject349.bin"/><Relationship Id="rId10" Type="http://schemas.openxmlformats.org/officeDocument/2006/relationships/image" Target="../media/image228.wmf"/><Relationship Id="rId1" Type="http://schemas.openxmlformats.org/officeDocument/2006/relationships/oleObject" Target="../embeddings/oleObject344.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360.bin"/><Relationship Id="rId8" Type="http://schemas.openxmlformats.org/officeDocument/2006/relationships/image" Target="../media/image239.wmf"/><Relationship Id="rId7" Type="http://schemas.openxmlformats.org/officeDocument/2006/relationships/oleObject" Target="../embeddings/oleObject359.bin"/><Relationship Id="rId6" Type="http://schemas.openxmlformats.org/officeDocument/2006/relationships/image" Target="../media/image238.wmf"/><Relationship Id="rId5" Type="http://schemas.openxmlformats.org/officeDocument/2006/relationships/oleObject" Target="../embeddings/oleObject358.bin"/><Relationship Id="rId4" Type="http://schemas.openxmlformats.org/officeDocument/2006/relationships/image" Target="../media/image237.wmf"/><Relationship Id="rId31" Type="http://schemas.openxmlformats.org/officeDocument/2006/relationships/vmlDrawing" Target="../drawings/vmlDrawing49.vml"/><Relationship Id="rId30" Type="http://schemas.openxmlformats.org/officeDocument/2006/relationships/slideLayout" Target="../slideLayouts/slideLayout7.xml"/><Relationship Id="rId3" Type="http://schemas.openxmlformats.org/officeDocument/2006/relationships/oleObject" Target="../embeddings/oleObject357.bin"/><Relationship Id="rId29" Type="http://schemas.openxmlformats.org/officeDocument/2006/relationships/image" Target="../media/image6.png"/><Relationship Id="rId28" Type="http://schemas.openxmlformats.org/officeDocument/2006/relationships/image" Target="../media/image249.wmf"/><Relationship Id="rId27" Type="http://schemas.openxmlformats.org/officeDocument/2006/relationships/oleObject" Target="../embeddings/oleObject369.bin"/><Relationship Id="rId26" Type="http://schemas.openxmlformats.org/officeDocument/2006/relationships/image" Target="../media/image248.wmf"/><Relationship Id="rId25" Type="http://schemas.openxmlformats.org/officeDocument/2006/relationships/oleObject" Target="../embeddings/oleObject368.bin"/><Relationship Id="rId24" Type="http://schemas.openxmlformats.org/officeDocument/2006/relationships/image" Target="../media/image247.wmf"/><Relationship Id="rId23" Type="http://schemas.openxmlformats.org/officeDocument/2006/relationships/oleObject" Target="../embeddings/oleObject367.bin"/><Relationship Id="rId22" Type="http://schemas.openxmlformats.org/officeDocument/2006/relationships/image" Target="../media/image246.wmf"/><Relationship Id="rId21" Type="http://schemas.openxmlformats.org/officeDocument/2006/relationships/oleObject" Target="../embeddings/oleObject366.bin"/><Relationship Id="rId20" Type="http://schemas.openxmlformats.org/officeDocument/2006/relationships/image" Target="../media/image245.wmf"/><Relationship Id="rId2" Type="http://schemas.openxmlformats.org/officeDocument/2006/relationships/image" Target="../media/image236.wmf"/><Relationship Id="rId19" Type="http://schemas.openxmlformats.org/officeDocument/2006/relationships/oleObject" Target="../embeddings/oleObject365.bin"/><Relationship Id="rId18" Type="http://schemas.openxmlformats.org/officeDocument/2006/relationships/image" Target="../media/image244.wmf"/><Relationship Id="rId17" Type="http://schemas.openxmlformats.org/officeDocument/2006/relationships/oleObject" Target="../embeddings/oleObject364.bin"/><Relationship Id="rId16" Type="http://schemas.openxmlformats.org/officeDocument/2006/relationships/image" Target="../media/image243.wmf"/><Relationship Id="rId15" Type="http://schemas.openxmlformats.org/officeDocument/2006/relationships/oleObject" Target="../embeddings/oleObject363.bin"/><Relationship Id="rId14" Type="http://schemas.openxmlformats.org/officeDocument/2006/relationships/image" Target="../media/image242.wmf"/><Relationship Id="rId13" Type="http://schemas.openxmlformats.org/officeDocument/2006/relationships/oleObject" Target="../embeddings/oleObject362.bin"/><Relationship Id="rId12" Type="http://schemas.openxmlformats.org/officeDocument/2006/relationships/image" Target="../media/image241.wmf"/><Relationship Id="rId11" Type="http://schemas.openxmlformats.org/officeDocument/2006/relationships/oleObject" Target="../embeddings/oleObject361.bin"/><Relationship Id="rId10" Type="http://schemas.openxmlformats.org/officeDocument/2006/relationships/image" Target="../media/image240.wmf"/><Relationship Id="rId1" Type="http://schemas.openxmlformats.org/officeDocument/2006/relationships/oleObject" Target="../embeddings/oleObject356.bin"/></Relationships>
</file>

<file path=ppt/slides/_rels/slide65.xml.rels><?xml version="1.0" encoding="UTF-8" standalone="yes"?>
<Relationships xmlns="http://schemas.openxmlformats.org/package/2006/relationships"><Relationship Id="rId9" Type="http://schemas.openxmlformats.org/officeDocument/2006/relationships/image" Target="../media/image237.wmf"/><Relationship Id="rId8" Type="http://schemas.openxmlformats.org/officeDocument/2006/relationships/oleObject" Target="../embeddings/oleObject373.bin"/><Relationship Id="rId7" Type="http://schemas.openxmlformats.org/officeDocument/2006/relationships/image" Target="../media/image236.wmf"/><Relationship Id="rId6" Type="http://schemas.openxmlformats.org/officeDocument/2006/relationships/oleObject" Target="../embeddings/oleObject372.bin"/><Relationship Id="rId5" Type="http://schemas.openxmlformats.org/officeDocument/2006/relationships/image" Target="../media/image6.png"/><Relationship Id="rId4" Type="http://schemas.openxmlformats.org/officeDocument/2006/relationships/image" Target="../media/image251.wmf"/><Relationship Id="rId31" Type="http://schemas.openxmlformats.org/officeDocument/2006/relationships/vmlDrawing" Target="../drawings/vmlDrawing50.vml"/><Relationship Id="rId30" Type="http://schemas.openxmlformats.org/officeDocument/2006/relationships/slideLayout" Target="../slideLayouts/slideLayout7.xml"/><Relationship Id="rId3" Type="http://schemas.openxmlformats.org/officeDocument/2006/relationships/oleObject" Target="../embeddings/oleObject371.bin"/><Relationship Id="rId29" Type="http://schemas.openxmlformats.org/officeDocument/2006/relationships/image" Target="../media/image247.wmf"/><Relationship Id="rId28" Type="http://schemas.openxmlformats.org/officeDocument/2006/relationships/oleObject" Target="../embeddings/oleObject383.bin"/><Relationship Id="rId27" Type="http://schemas.openxmlformats.org/officeDocument/2006/relationships/image" Target="../media/image246.wmf"/><Relationship Id="rId26" Type="http://schemas.openxmlformats.org/officeDocument/2006/relationships/oleObject" Target="../embeddings/oleObject382.bin"/><Relationship Id="rId25" Type="http://schemas.openxmlformats.org/officeDocument/2006/relationships/image" Target="../media/image245.wmf"/><Relationship Id="rId24" Type="http://schemas.openxmlformats.org/officeDocument/2006/relationships/oleObject" Target="../embeddings/oleObject381.bin"/><Relationship Id="rId23" Type="http://schemas.openxmlformats.org/officeDocument/2006/relationships/image" Target="../media/image244.wmf"/><Relationship Id="rId22" Type="http://schemas.openxmlformats.org/officeDocument/2006/relationships/oleObject" Target="../embeddings/oleObject380.bin"/><Relationship Id="rId21" Type="http://schemas.openxmlformats.org/officeDocument/2006/relationships/image" Target="../media/image243.wmf"/><Relationship Id="rId20" Type="http://schemas.openxmlformats.org/officeDocument/2006/relationships/oleObject" Target="../embeddings/oleObject379.bin"/><Relationship Id="rId2" Type="http://schemas.openxmlformats.org/officeDocument/2006/relationships/image" Target="../media/image250.wmf"/><Relationship Id="rId19" Type="http://schemas.openxmlformats.org/officeDocument/2006/relationships/image" Target="../media/image242.wmf"/><Relationship Id="rId18" Type="http://schemas.openxmlformats.org/officeDocument/2006/relationships/oleObject" Target="../embeddings/oleObject378.bin"/><Relationship Id="rId17" Type="http://schemas.openxmlformats.org/officeDocument/2006/relationships/image" Target="../media/image241.wmf"/><Relationship Id="rId16" Type="http://schemas.openxmlformats.org/officeDocument/2006/relationships/oleObject" Target="../embeddings/oleObject377.bin"/><Relationship Id="rId15" Type="http://schemas.openxmlformats.org/officeDocument/2006/relationships/image" Target="../media/image240.wmf"/><Relationship Id="rId14" Type="http://schemas.openxmlformats.org/officeDocument/2006/relationships/oleObject" Target="../embeddings/oleObject376.bin"/><Relationship Id="rId13" Type="http://schemas.openxmlformats.org/officeDocument/2006/relationships/image" Target="../media/image239.wmf"/><Relationship Id="rId12" Type="http://schemas.openxmlformats.org/officeDocument/2006/relationships/oleObject" Target="../embeddings/oleObject375.bin"/><Relationship Id="rId11" Type="http://schemas.openxmlformats.org/officeDocument/2006/relationships/image" Target="../media/image238.wmf"/><Relationship Id="rId10" Type="http://schemas.openxmlformats.org/officeDocument/2006/relationships/oleObject" Target="../embeddings/oleObject374.bin"/><Relationship Id="rId1" Type="http://schemas.openxmlformats.org/officeDocument/2006/relationships/oleObject" Target="../embeddings/oleObject370.bin"/></Relationships>
</file>

<file path=ppt/slides/_rels/slide6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254.wmf"/><Relationship Id="rId5" Type="http://schemas.openxmlformats.org/officeDocument/2006/relationships/oleObject" Target="../embeddings/oleObject386.bin"/><Relationship Id="rId4" Type="http://schemas.openxmlformats.org/officeDocument/2006/relationships/image" Target="../media/image253.wmf"/><Relationship Id="rId3" Type="http://schemas.openxmlformats.org/officeDocument/2006/relationships/oleObject" Target="../embeddings/oleObject385.bin"/><Relationship Id="rId2" Type="http://schemas.openxmlformats.org/officeDocument/2006/relationships/image" Target="../media/image252.wmf"/><Relationship Id="rId10" Type="http://schemas.openxmlformats.org/officeDocument/2006/relationships/vmlDrawing" Target="../drawings/vmlDrawing51.vml"/><Relationship Id="rId1" Type="http://schemas.openxmlformats.org/officeDocument/2006/relationships/oleObject" Target="../embeddings/oleObject384.bin"/></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0.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image" Target="../media/image255.wmf"/><Relationship Id="rId2" Type="http://schemas.openxmlformats.org/officeDocument/2006/relationships/oleObject" Target="../embeddings/oleObject387.bin"/><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391.bin"/><Relationship Id="rId8" Type="http://schemas.openxmlformats.org/officeDocument/2006/relationships/image" Target="../media/image258.wmf"/><Relationship Id="rId7" Type="http://schemas.openxmlformats.org/officeDocument/2006/relationships/oleObject" Target="../embeddings/oleObject390.bin"/><Relationship Id="rId6" Type="http://schemas.openxmlformats.org/officeDocument/2006/relationships/image" Target="../media/image257.wmf"/><Relationship Id="rId5" Type="http://schemas.openxmlformats.org/officeDocument/2006/relationships/oleObject" Target="../embeddings/oleObject389.bin"/><Relationship Id="rId4" Type="http://schemas.openxmlformats.org/officeDocument/2006/relationships/image" Target="../media/image13.jpeg"/><Relationship Id="rId3" Type="http://schemas.openxmlformats.org/officeDocument/2006/relationships/image" Target="../media/image256.wmf"/><Relationship Id="rId2" Type="http://schemas.openxmlformats.org/officeDocument/2006/relationships/oleObject" Target="../embeddings/oleObject388.bin"/><Relationship Id="rId14" Type="http://schemas.openxmlformats.org/officeDocument/2006/relationships/vmlDrawing" Target="../drawings/vmlDrawing53.vml"/><Relationship Id="rId13" Type="http://schemas.openxmlformats.org/officeDocument/2006/relationships/slideLayout" Target="../slideLayouts/slideLayout7.xml"/><Relationship Id="rId12" Type="http://schemas.openxmlformats.org/officeDocument/2006/relationships/image" Target="../media/image260.wmf"/><Relationship Id="rId11" Type="http://schemas.openxmlformats.org/officeDocument/2006/relationships/oleObject" Target="../embeddings/oleObject392.bin"/><Relationship Id="rId10" Type="http://schemas.openxmlformats.org/officeDocument/2006/relationships/image" Target="../media/image259.wmf"/><Relationship Id="rId1" Type="http://schemas.openxmlformats.org/officeDocument/2006/relationships/image" Target="../media/image6.png"/></Relationships>
</file>

<file path=ppt/slides/_rels/slide72.xml.rels><?xml version="1.0" encoding="UTF-8" standalone="yes"?>
<Relationships xmlns="http://schemas.openxmlformats.org/package/2006/relationships"><Relationship Id="rId9" Type="http://schemas.openxmlformats.org/officeDocument/2006/relationships/image" Target="../media/image264.wmf"/><Relationship Id="rId8" Type="http://schemas.openxmlformats.org/officeDocument/2006/relationships/oleObject" Target="../embeddings/oleObject396.bin"/><Relationship Id="rId7" Type="http://schemas.openxmlformats.org/officeDocument/2006/relationships/image" Target="../media/image263.wmf"/><Relationship Id="rId6" Type="http://schemas.openxmlformats.org/officeDocument/2006/relationships/oleObject" Target="../embeddings/oleObject395.bin"/><Relationship Id="rId5" Type="http://schemas.openxmlformats.org/officeDocument/2006/relationships/image" Target="../media/image262.wmf"/><Relationship Id="rId4" Type="http://schemas.openxmlformats.org/officeDocument/2006/relationships/oleObject" Target="../embeddings/oleObject394.bin"/><Relationship Id="rId3" Type="http://schemas.openxmlformats.org/officeDocument/2006/relationships/image" Target="../media/image261.wmf"/><Relationship Id="rId2" Type="http://schemas.openxmlformats.org/officeDocument/2006/relationships/oleObject" Target="../embeddings/oleObject393.bin"/><Relationship Id="rId16" Type="http://schemas.openxmlformats.org/officeDocument/2006/relationships/vmlDrawing" Target="../drawings/vmlDrawing54.vml"/><Relationship Id="rId15" Type="http://schemas.openxmlformats.org/officeDocument/2006/relationships/slideLayout" Target="../slideLayouts/slideLayout7.xml"/><Relationship Id="rId14" Type="http://schemas.openxmlformats.org/officeDocument/2006/relationships/image" Target="../media/image7.png"/><Relationship Id="rId13" Type="http://schemas.openxmlformats.org/officeDocument/2006/relationships/image" Target="../media/image266.wmf"/><Relationship Id="rId12" Type="http://schemas.openxmlformats.org/officeDocument/2006/relationships/oleObject" Target="../embeddings/oleObject398.bin"/><Relationship Id="rId11" Type="http://schemas.openxmlformats.org/officeDocument/2006/relationships/image" Target="../media/image265.wmf"/><Relationship Id="rId10" Type="http://schemas.openxmlformats.org/officeDocument/2006/relationships/oleObject" Target="../embeddings/oleObject397.bin"/><Relationship Id="rId1" Type="http://schemas.openxmlformats.org/officeDocument/2006/relationships/image" Target="../media/image6.png"/></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55.v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267.wmf"/><Relationship Id="rId2" Type="http://schemas.openxmlformats.org/officeDocument/2006/relationships/oleObject" Target="../embeddings/oleObject399.bin"/><Relationship Id="rId1" Type="http://schemas.openxmlformats.org/officeDocument/2006/relationships/image" Target="../media/image6.png"/></Relationships>
</file>

<file path=ppt/slides/_rels/slide74.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image" Target="../media/image7.png"/><Relationship Id="rId7" Type="http://schemas.openxmlformats.org/officeDocument/2006/relationships/image" Target="../media/image270.wmf"/><Relationship Id="rId6" Type="http://schemas.openxmlformats.org/officeDocument/2006/relationships/oleObject" Target="../embeddings/oleObject402.bin"/><Relationship Id="rId5" Type="http://schemas.openxmlformats.org/officeDocument/2006/relationships/image" Target="../media/image269.wmf"/><Relationship Id="rId4" Type="http://schemas.openxmlformats.org/officeDocument/2006/relationships/oleObject" Target="../embeddings/oleObject401.bin"/><Relationship Id="rId3" Type="http://schemas.openxmlformats.org/officeDocument/2006/relationships/image" Target="../media/image268.wmf"/><Relationship Id="rId2" Type="http://schemas.openxmlformats.org/officeDocument/2006/relationships/oleObject" Target="../embeddings/oleObject400.bin"/><Relationship Id="rId11" Type="http://schemas.openxmlformats.org/officeDocument/2006/relationships/vmlDrawing" Target="../drawings/vmlDrawing56.vml"/><Relationship Id="rId10" Type="http://schemas.openxmlformats.org/officeDocument/2006/relationships/slideLayout" Target="../slideLayouts/slideLayout7.xml"/><Relationship Id="rId1" Type="http://schemas.openxmlformats.org/officeDocument/2006/relationships/image" Target="../media/image6.png"/></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57.vml"/><Relationship Id="rId7"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72.wmf"/><Relationship Id="rId4" Type="http://schemas.openxmlformats.org/officeDocument/2006/relationships/oleObject" Target="../embeddings/oleObject404.bin"/><Relationship Id="rId3" Type="http://schemas.openxmlformats.org/officeDocument/2006/relationships/image" Target="../media/image271.wmf"/><Relationship Id="rId2" Type="http://schemas.openxmlformats.org/officeDocument/2006/relationships/oleObject" Target="../embeddings/oleObject403.bin"/><Relationship Id="rId1" Type="http://schemas.openxmlformats.org/officeDocument/2006/relationships/image" Target="../media/image6.png"/></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image" Target="../media/image273.wmf"/><Relationship Id="rId2" Type="http://schemas.openxmlformats.org/officeDocument/2006/relationships/oleObject" Target="../embeddings/oleObject405.bin"/><Relationship Id="rId1" Type="http://schemas.openxmlformats.org/officeDocument/2006/relationships/image" Target="../media/image6.png"/></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409.bin"/><Relationship Id="rId8" Type="http://schemas.openxmlformats.org/officeDocument/2006/relationships/image" Target="../media/image276.wmf"/><Relationship Id="rId7" Type="http://schemas.openxmlformats.org/officeDocument/2006/relationships/oleObject" Target="../embeddings/oleObject408.bin"/><Relationship Id="rId6" Type="http://schemas.openxmlformats.org/officeDocument/2006/relationships/image" Target="../media/image13.jpeg"/><Relationship Id="rId5" Type="http://schemas.openxmlformats.org/officeDocument/2006/relationships/image" Target="../media/image275.wmf"/><Relationship Id="rId4" Type="http://schemas.openxmlformats.org/officeDocument/2006/relationships/oleObject" Target="../embeddings/oleObject407.bin"/><Relationship Id="rId3" Type="http://schemas.openxmlformats.org/officeDocument/2006/relationships/image" Target="../media/image274.wmf"/><Relationship Id="rId2" Type="http://schemas.openxmlformats.org/officeDocument/2006/relationships/oleObject" Target="../embeddings/oleObject406.bin"/><Relationship Id="rId12" Type="http://schemas.openxmlformats.org/officeDocument/2006/relationships/vmlDrawing" Target="../drawings/vmlDrawing59.vml"/><Relationship Id="rId11" Type="http://schemas.openxmlformats.org/officeDocument/2006/relationships/slideLayout" Target="../slideLayouts/slideLayout7.xml"/><Relationship Id="rId10" Type="http://schemas.openxmlformats.org/officeDocument/2006/relationships/image" Target="../media/image277.wmf"/><Relationship Id="rId1" Type="http://schemas.openxmlformats.org/officeDocument/2006/relationships/image" Target="../media/image6.png"/></Relationships>
</file>

<file path=ppt/slides/_rels/slide7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80.wmf"/><Relationship Id="rId7" Type="http://schemas.openxmlformats.org/officeDocument/2006/relationships/oleObject" Target="../embeddings/oleObject412.bin"/><Relationship Id="rId6" Type="http://schemas.openxmlformats.org/officeDocument/2006/relationships/image" Target="../media/image279.wmf"/><Relationship Id="rId5" Type="http://schemas.openxmlformats.org/officeDocument/2006/relationships/oleObject" Target="../embeddings/oleObject411.bin"/><Relationship Id="rId4" Type="http://schemas.openxmlformats.org/officeDocument/2006/relationships/image" Target="../media/image278.wmf"/><Relationship Id="rId3" Type="http://schemas.openxmlformats.org/officeDocument/2006/relationships/oleObject" Target="../embeddings/oleObject410.bin"/><Relationship Id="rId2" Type="http://schemas.openxmlformats.org/officeDocument/2006/relationships/image" Target="../media/image7.png"/><Relationship Id="rId10" Type="http://schemas.openxmlformats.org/officeDocument/2006/relationships/vmlDrawing" Target="../drawings/vmlDrawing60.v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8" name="Text Box 4" descr="蓝色砂纸"/>
          <p:cNvSpPr txBox="1"/>
          <p:nvPr/>
        </p:nvSpPr>
        <p:spPr>
          <a:xfrm>
            <a:off x="900113" y="404813"/>
            <a:ext cx="7029450" cy="823912"/>
          </a:xfrm>
          <a:prstGeom prst="rect">
            <a:avLst/>
          </a:prstGeom>
          <a:noFill/>
          <a:ln w="9525">
            <a:noFill/>
          </a:ln>
          <a:effectLst>
            <a:prstShdw prst="shdw17" dist="17961" dir="2699999">
              <a:srgbClr val="7A8E99"/>
            </a:prstShdw>
          </a:effectLst>
        </p:spPr>
        <p:txBody>
          <a:bodyPr>
            <a:spAutoFit/>
          </a:bodyPr>
          <a:p>
            <a:pPr algn="ctr">
              <a:spcBef>
                <a:spcPct val="50000"/>
              </a:spcBef>
            </a:pPr>
            <a:r>
              <a:rPr lang="zh-CN" altLang="en-US" sz="4800" dirty="0">
                <a:latin typeface="隶书" panose="02010509060101010101" pitchFamily="49" charset="-122"/>
                <a:ea typeface="隶书" panose="02010509060101010101" pitchFamily="49" charset="-122"/>
              </a:rPr>
              <a:t>第十六章  二端口网络</a:t>
            </a:r>
            <a:endParaRPr lang="zh-CN" altLang="en-US" sz="4800" dirty="0">
              <a:latin typeface="隶书" panose="02010509060101010101" pitchFamily="49" charset="-122"/>
              <a:ea typeface="隶书" panose="02010509060101010101" pitchFamily="49" charset="-122"/>
            </a:endParaRPr>
          </a:p>
        </p:txBody>
      </p:sp>
      <p:grpSp>
        <p:nvGrpSpPr>
          <p:cNvPr id="2" name="Group 5"/>
          <p:cNvGrpSpPr/>
          <p:nvPr/>
        </p:nvGrpSpPr>
        <p:grpSpPr>
          <a:xfrm>
            <a:off x="1692275" y="2563813"/>
            <a:ext cx="5832475" cy="577850"/>
            <a:chOff x="1066" y="1570"/>
            <a:chExt cx="3674" cy="364"/>
          </a:xfrm>
        </p:grpSpPr>
        <p:pic>
          <p:nvPicPr>
            <p:cNvPr id="64548" name="Picture 6" descr="GEL Rounded Rectangle aquamarine">
              <a:hlinkClick r:id="rId1" action="ppaction://hlinksldjump"/>
            </p:cNvPr>
            <p:cNvPicPr/>
            <p:nvPr/>
          </p:nvPicPr>
          <p:blipFill>
            <a:blip r:embed="rId2"/>
            <a:stretch>
              <a:fillRect/>
            </a:stretch>
          </p:blipFill>
          <p:spPr>
            <a:xfrm>
              <a:off x="1802" y="1576"/>
              <a:ext cx="2938" cy="358"/>
            </a:xfrm>
            <a:prstGeom prst="rect">
              <a:avLst/>
            </a:prstGeom>
            <a:noFill/>
            <a:ln w="9525">
              <a:noFill/>
            </a:ln>
          </p:spPr>
        </p:pic>
        <p:sp>
          <p:nvSpPr>
            <p:cNvPr id="64549" name="Text Box 7">
              <a:hlinkClick r:id="rId1" action="ppaction://hlinksldjump"/>
            </p:cNvPr>
            <p:cNvSpPr txBox="1"/>
            <p:nvPr/>
          </p:nvSpPr>
          <p:spPr>
            <a:xfrm>
              <a:off x="2041" y="1570"/>
              <a:ext cx="2559"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二端口网络</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64550" name="Picture 8" descr="GEL Rounded Rectangle aquamarine">
              <a:hlinkClick r:id="rId1" action="ppaction://hlinksldjump"/>
            </p:cNvPr>
            <p:cNvPicPr>
              <a:picLocks noChangeAspect="1"/>
            </p:cNvPicPr>
            <p:nvPr/>
          </p:nvPicPr>
          <p:blipFill>
            <a:blip r:embed="rId3"/>
            <a:stretch>
              <a:fillRect/>
            </a:stretch>
          </p:blipFill>
          <p:spPr>
            <a:xfrm>
              <a:off x="1066" y="1576"/>
              <a:ext cx="827" cy="358"/>
            </a:xfrm>
            <a:prstGeom prst="rect">
              <a:avLst/>
            </a:prstGeom>
            <a:noFill/>
            <a:ln w="9525">
              <a:noFill/>
            </a:ln>
          </p:spPr>
        </p:pic>
        <p:sp>
          <p:nvSpPr>
            <p:cNvPr id="64551" name="Text Box 9">
              <a:hlinkClick r:id="rId1" action="ppaction://hlinksldjump"/>
            </p:cNvPr>
            <p:cNvSpPr txBox="1"/>
            <p:nvPr/>
          </p:nvSpPr>
          <p:spPr>
            <a:xfrm>
              <a:off x="1210" y="1576"/>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16-1</a:t>
              </a:r>
              <a:endParaRPr lang="en-US" altLang="zh-CN" dirty="0">
                <a:solidFill>
                  <a:srgbClr val="CC0000"/>
                </a:solidFill>
                <a:latin typeface="Times New Roman" panose="02020603050405020304" pitchFamily="18" charset="0"/>
              </a:endParaRPr>
            </a:p>
          </p:txBody>
        </p:sp>
      </p:grpSp>
      <p:grpSp>
        <p:nvGrpSpPr>
          <p:cNvPr id="3" name="Group 10"/>
          <p:cNvGrpSpPr/>
          <p:nvPr/>
        </p:nvGrpSpPr>
        <p:grpSpPr>
          <a:xfrm>
            <a:off x="1692275" y="3133725"/>
            <a:ext cx="5832475" cy="584200"/>
            <a:chOff x="1066" y="1929"/>
            <a:chExt cx="3674" cy="368"/>
          </a:xfrm>
        </p:grpSpPr>
        <p:pic>
          <p:nvPicPr>
            <p:cNvPr id="64544" name="Picture 11" descr="GEL Rounded Rectangle aquamarine">
              <a:hlinkClick r:id="rId4" action="ppaction://hlinksldjump"/>
            </p:cNvPr>
            <p:cNvPicPr/>
            <p:nvPr/>
          </p:nvPicPr>
          <p:blipFill>
            <a:blip r:embed="rId2"/>
            <a:stretch>
              <a:fillRect/>
            </a:stretch>
          </p:blipFill>
          <p:spPr>
            <a:xfrm>
              <a:off x="1802" y="1939"/>
              <a:ext cx="2938" cy="358"/>
            </a:xfrm>
            <a:prstGeom prst="rect">
              <a:avLst/>
            </a:prstGeom>
            <a:noFill/>
            <a:ln w="9525">
              <a:noFill/>
            </a:ln>
          </p:spPr>
        </p:pic>
        <p:sp>
          <p:nvSpPr>
            <p:cNvPr id="64545" name="Text Box 12">
              <a:hlinkClick r:id="rId4" action="ppaction://hlinksldjump"/>
            </p:cNvPr>
            <p:cNvSpPr txBox="1"/>
            <p:nvPr/>
          </p:nvSpPr>
          <p:spPr>
            <a:xfrm>
              <a:off x="2041" y="1929"/>
              <a:ext cx="2563"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二端口的方程和参数</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64546" name="Picture 13" descr="GEL Rounded Rectangle aquamarine">
              <a:hlinkClick r:id="rId4" action="ppaction://hlinksldjump"/>
            </p:cNvPr>
            <p:cNvPicPr>
              <a:picLocks noChangeAspect="1"/>
            </p:cNvPicPr>
            <p:nvPr/>
          </p:nvPicPr>
          <p:blipFill>
            <a:blip r:embed="rId3"/>
            <a:stretch>
              <a:fillRect/>
            </a:stretch>
          </p:blipFill>
          <p:spPr>
            <a:xfrm>
              <a:off x="1066" y="1939"/>
              <a:ext cx="827" cy="358"/>
            </a:xfrm>
            <a:prstGeom prst="rect">
              <a:avLst/>
            </a:prstGeom>
            <a:noFill/>
            <a:ln w="9525">
              <a:noFill/>
            </a:ln>
          </p:spPr>
        </p:pic>
        <p:sp>
          <p:nvSpPr>
            <p:cNvPr id="64547" name="Text Box 14">
              <a:hlinkClick r:id="rId4" action="ppaction://hlinksldjump"/>
            </p:cNvPr>
            <p:cNvSpPr txBox="1"/>
            <p:nvPr/>
          </p:nvSpPr>
          <p:spPr>
            <a:xfrm>
              <a:off x="1210" y="1939"/>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16-2</a:t>
              </a:r>
              <a:endParaRPr lang="en-US" altLang="zh-CN" dirty="0">
                <a:solidFill>
                  <a:srgbClr val="CC0000"/>
                </a:solidFill>
                <a:latin typeface="Times New Roman" panose="02020603050405020304" pitchFamily="18" charset="0"/>
              </a:endParaRPr>
            </a:p>
          </p:txBody>
        </p:sp>
      </p:grpSp>
      <p:grpSp>
        <p:nvGrpSpPr>
          <p:cNvPr id="4" name="Group 15"/>
          <p:cNvGrpSpPr/>
          <p:nvPr/>
        </p:nvGrpSpPr>
        <p:grpSpPr>
          <a:xfrm>
            <a:off x="1692275" y="3709988"/>
            <a:ext cx="5832475" cy="584200"/>
            <a:chOff x="1066" y="2292"/>
            <a:chExt cx="3674" cy="368"/>
          </a:xfrm>
        </p:grpSpPr>
        <p:pic>
          <p:nvPicPr>
            <p:cNvPr id="64540" name="Picture 16" descr="GEL Rounded Rectangle aquamarine">
              <a:hlinkClick r:id="rId5" action="ppaction://hlinksldjump"/>
            </p:cNvPr>
            <p:cNvPicPr/>
            <p:nvPr/>
          </p:nvPicPr>
          <p:blipFill>
            <a:blip r:embed="rId2"/>
            <a:stretch>
              <a:fillRect/>
            </a:stretch>
          </p:blipFill>
          <p:spPr>
            <a:xfrm>
              <a:off x="1802" y="2302"/>
              <a:ext cx="2938" cy="358"/>
            </a:xfrm>
            <a:prstGeom prst="rect">
              <a:avLst/>
            </a:prstGeom>
            <a:noFill/>
            <a:ln w="9525">
              <a:noFill/>
            </a:ln>
          </p:spPr>
        </p:pic>
        <p:sp>
          <p:nvSpPr>
            <p:cNvPr id="64541" name="Text Box 17">
              <a:hlinkClick r:id="rId5" action="ppaction://hlinksldjump"/>
            </p:cNvPr>
            <p:cNvSpPr txBox="1"/>
            <p:nvPr/>
          </p:nvSpPr>
          <p:spPr>
            <a:xfrm>
              <a:off x="2041" y="2292"/>
              <a:ext cx="2563"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二端口的等效电路</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64542" name="Picture 18" descr="GEL Rounded Rectangle aquamarine">
              <a:hlinkClick r:id="rId5" action="ppaction://hlinksldjump"/>
            </p:cNvPr>
            <p:cNvPicPr>
              <a:picLocks noChangeAspect="1"/>
            </p:cNvPicPr>
            <p:nvPr/>
          </p:nvPicPr>
          <p:blipFill>
            <a:blip r:embed="rId3"/>
            <a:stretch>
              <a:fillRect/>
            </a:stretch>
          </p:blipFill>
          <p:spPr>
            <a:xfrm>
              <a:off x="1066" y="2302"/>
              <a:ext cx="827" cy="358"/>
            </a:xfrm>
            <a:prstGeom prst="rect">
              <a:avLst/>
            </a:prstGeom>
            <a:noFill/>
            <a:ln w="9525">
              <a:noFill/>
            </a:ln>
          </p:spPr>
        </p:pic>
        <p:sp>
          <p:nvSpPr>
            <p:cNvPr id="64543" name="Text Box 19">
              <a:hlinkClick r:id="rId5" action="ppaction://hlinksldjump"/>
            </p:cNvPr>
            <p:cNvSpPr txBox="1"/>
            <p:nvPr/>
          </p:nvSpPr>
          <p:spPr>
            <a:xfrm>
              <a:off x="1210" y="2302"/>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16-3</a:t>
              </a:r>
              <a:endParaRPr lang="en-US" altLang="zh-CN" dirty="0">
                <a:solidFill>
                  <a:srgbClr val="CC0000"/>
                </a:solidFill>
                <a:latin typeface="Times New Roman" panose="02020603050405020304" pitchFamily="18" charset="0"/>
              </a:endParaRPr>
            </a:p>
          </p:txBody>
        </p:sp>
      </p:grpSp>
      <p:grpSp>
        <p:nvGrpSpPr>
          <p:cNvPr id="5" name="Group 20"/>
          <p:cNvGrpSpPr/>
          <p:nvPr/>
        </p:nvGrpSpPr>
        <p:grpSpPr>
          <a:xfrm>
            <a:off x="1692275" y="4286250"/>
            <a:ext cx="5832475" cy="584200"/>
            <a:chOff x="1066" y="2655"/>
            <a:chExt cx="3674" cy="368"/>
          </a:xfrm>
        </p:grpSpPr>
        <p:pic>
          <p:nvPicPr>
            <p:cNvPr id="64536" name="Picture 21" descr="GEL Rounded Rectangle aquamarine">
              <a:hlinkClick r:id="rId6" action="ppaction://hlinksldjump"/>
            </p:cNvPr>
            <p:cNvPicPr/>
            <p:nvPr/>
          </p:nvPicPr>
          <p:blipFill>
            <a:blip r:embed="rId2"/>
            <a:stretch>
              <a:fillRect/>
            </a:stretch>
          </p:blipFill>
          <p:spPr>
            <a:xfrm>
              <a:off x="1802" y="2665"/>
              <a:ext cx="2938" cy="358"/>
            </a:xfrm>
            <a:prstGeom prst="rect">
              <a:avLst/>
            </a:prstGeom>
            <a:noFill/>
            <a:ln w="9525">
              <a:noFill/>
            </a:ln>
          </p:spPr>
        </p:pic>
        <p:sp>
          <p:nvSpPr>
            <p:cNvPr id="64537" name="Text Box 22">
              <a:hlinkClick r:id="rId6" action="ppaction://hlinksldjump"/>
            </p:cNvPr>
            <p:cNvSpPr txBox="1"/>
            <p:nvPr/>
          </p:nvSpPr>
          <p:spPr>
            <a:xfrm>
              <a:off x="2041" y="2655"/>
              <a:ext cx="2559"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二端口的转移函数</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64538" name="Picture 23" descr="GEL Rounded Rectangle aquamarine">
              <a:hlinkClick r:id="rId6" action="ppaction://hlinksldjump"/>
            </p:cNvPr>
            <p:cNvPicPr>
              <a:picLocks noChangeAspect="1"/>
            </p:cNvPicPr>
            <p:nvPr/>
          </p:nvPicPr>
          <p:blipFill>
            <a:blip r:embed="rId3"/>
            <a:stretch>
              <a:fillRect/>
            </a:stretch>
          </p:blipFill>
          <p:spPr>
            <a:xfrm>
              <a:off x="1066" y="2665"/>
              <a:ext cx="827" cy="358"/>
            </a:xfrm>
            <a:prstGeom prst="rect">
              <a:avLst/>
            </a:prstGeom>
            <a:noFill/>
            <a:ln w="9525">
              <a:noFill/>
            </a:ln>
          </p:spPr>
        </p:pic>
        <p:sp>
          <p:nvSpPr>
            <p:cNvPr id="64539" name="Text Box 24">
              <a:hlinkClick r:id="rId6" action="ppaction://hlinksldjump"/>
            </p:cNvPr>
            <p:cNvSpPr txBox="1"/>
            <p:nvPr/>
          </p:nvSpPr>
          <p:spPr>
            <a:xfrm>
              <a:off x="1210" y="2665"/>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16-4</a:t>
              </a:r>
              <a:endParaRPr lang="en-US" altLang="zh-CN" dirty="0">
                <a:solidFill>
                  <a:srgbClr val="CC0000"/>
                </a:solidFill>
                <a:latin typeface="Times New Roman" panose="02020603050405020304" pitchFamily="18" charset="0"/>
              </a:endParaRPr>
            </a:p>
          </p:txBody>
        </p:sp>
      </p:grpSp>
      <p:grpSp>
        <p:nvGrpSpPr>
          <p:cNvPr id="6" name="Group 25"/>
          <p:cNvGrpSpPr/>
          <p:nvPr/>
        </p:nvGrpSpPr>
        <p:grpSpPr>
          <a:xfrm>
            <a:off x="1692275" y="4860925"/>
            <a:ext cx="5832475" cy="584200"/>
            <a:chOff x="1066" y="3017"/>
            <a:chExt cx="3674" cy="368"/>
          </a:xfrm>
        </p:grpSpPr>
        <p:pic>
          <p:nvPicPr>
            <p:cNvPr id="64532" name="Picture 26" descr="GEL Rounded Rectangle aquamarine">
              <a:hlinkClick r:id="rId7" action="ppaction://hlinksldjump"/>
            </p:cNvPr>
            <p:cNvPicPr/>
            <p:nvPr/>
          </p:nvPicPr>
          <p:blipFill>
            <a:blip r:embed="rId2"/>
            <a:stretch>
              <a:fillRect/>
            </a:stretch>
          </p:blipFill>
          <p:spPr>
            <a:xfrm>
              <a:off x="1802" y="3027"/>
              <a:ext cx="2938" cy="358"/>
            </a:xfrm>
            <a:prstGeom prst="rect">
              <a:avLst/>
            </a:prstGeom>
            <a:noFill/>
            <a:ln w="9525">
              <a:noFill/>
            </a:ln>
          </p:spPr>
        </p:pic>
        <p:sp>
          <p:nvSpPr>
            <p:cNvPr id="64533" name="Text Box 27">
              <a:hlinkClick r:id="rId7" action="ppaction://hlinksldjump"/>
            </p:cNvPr>
            <p:cNvSpPr txBox="1"/>
            <p:nvPr/>
          </p:nvSpPr>
          <p:spPr>
            <a:xfrm>
              <a:off x="2041" y="3017"/>
              <a:ext cx="2559"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二端口的连接</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64534" name="Picture 28" descr="GEL Rounded Rectangle aquamarine">
              <a:hlinkClick r:id="rId7" action="ppaction://hlinksldjump"/>
            </p:cNvPr>
            <p:cNvPicPr>
              <a:picLocks noChangeAspect="1"/>
            </p:cNvPicPr>
            <p:nvPr/>
          </p:nvPicPr>
          <p:blipFill>
            <a:blip r:embed="rId3"/>
            <a:stretch>
              <a:fillRect/>
            </a:stretch>
          </p:blipFill>
          <p:spPr>
            <a:xfrm>
              <a:off x="1066" y="3027"/>
              <a:ext cx="827" cy="358"/>
            </a:xfrm>
            <a:prstGeom prst="rect">
              <a:avLst/>
            </a:prstGeom>
            <a:noFill/>
            <a:ln w="9525">
              <a:noFill/>
            </a:ln>
          </p:spPr>
        </p:pic>
        <p:sp>
          <p:nvSpPr>
            <p:cNvPr id="64535" name="Text Box 29">
              <a:hlinkClick r:id="rId7" action="ppaction://hlinksldjump"/>
            </p:cNvPr>
            <p:cNvSpPr txBox="1"/>
            <p:nvPr/>
          </p:nvSpPr>
          <p:spPr>
            <a:xfrm>
              <a:off x="1210" y="3027"/>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16-5</a:t>
              </a:r>
              <a:endParaRPr lang="en-US" altLang="zh-CN" dirty="0">
                <a:solidFill>
                  <a:srgbClr val="CC0000"/>
                </a:solidFill>
                <a:latin typeface="Times New Roman" panose="02020603050405020304" pitchFamily="18" charset="0"/>
              </a:endParaRPr>
            </a:p>
          </p:txBody>
        </p:sp>
      </p:grpSp>
      <p:grpSp>
        <p:nvGrpSpPr>
          <p:cNvPr id="7" name="Group 30"/>
          <p:cNvGrpSpPr/>
          <p:nvPr/>
        </p:nvGrpSpPr>
        <p:grpSpPr>
          <a:xfrm>
            <a:off x="1689100" y="5437188"/>
            <a:ext cx="5832475" cy="584200"/>
            <a:chOff x="1064" y="3380"/>
            <a:chExt cx="3674" cy="368"/>
          </a:xfrm>
        </p:grpSpPr>
        <p:pic>
          <p:nvPicPr>
            <p:cNvPr id="64528" name="Picture 31" descr="GEL Rounded Rectangle aquamarine">
              <a:hlinkClick r:id="rId8" action="ppaction://hlinksldjump"/>
            </p:cNvPr>
            <p:cNvPicPr/>
            <p:nvPr/>
          </p:nvPicPr>
          <p:blipFill>
            <a:blip r:embed="rId2"/>
            <a:stretch>
              <a:fillRect/>
            </a:stretch>
          </p:blipFill>
          <p:spPr>
            <a:xfrm>
              <a:off x="1800" y="3390"/>
              <a:ext cx="2938" cy="358"/>
            </a:xfrm>
            <a:prstGeom prst="rect">
              <a:avLst/>
            </a:prstGeom>
            <a:noFill/>
            <a:ln w="9525">
              <a:noFill/>
            </a:ln>
          </p:spPr>
        </p:pic>
        <p:sp>
          <p:nvSpPr>
            <p:cNvPr id="64529" name="Text Box 32">
              <a:hlinkClick r:id="rId8" action="ppaction://hlinksldjump"/>
            </p:cNvPr>
            <p:cNvSpPr txBox="1"/>
            <p:nvPr/>
          </p:nvSpPr>
          <p:spPr>
            <a:xfrm>
              <a:off x="2039" y="3380"/>
              <a:ext cx="2560" cy="327"/>
            </a:xfrm>
            <a:prstGeom prst="rect">
              <a:avLst/>
            </a:prstGeom>
            <a:noFill/>
            <a:ln w="9525">
              <a:noFill/>
            </a:ln>
          </p:spPr>
          <p:txBody>
            <a:bodyPr>
              <a:spAutoFit/>
            </a:bodyPr>
            <a:p>
              <a:pPr>
                <a:spcBef>
                  <a:spcPct val="50000"/>
                </a:spcBef>
              </a:pPr>
              <a:r>
                <a:rPr lang="zh-CN" altLang="en-US" dirty="0">
                  <a:solidFill>
                    <a:srgbClr val="CC0000"/>
                  </a:solidFill>
                  <a:latin typeface="Times New Roman" panose="02020603050405020304" pitchFamily="18" charset="0"/>
                  <a:ea typeface="隶书" panose="02010509060101010101" pitchFamily="49" charset="-122"/>
                </a:rPr>
                <a:t>回转器和负阻抗转换器</a:t>
              </a:r>
              <a:endParaRPr lang="zh-CN" altLang="en-US" dirty="0">
                <a:solidFill>
                  <a:srgbClr val="CC0000"/>
                </a:solidFill>
                <a:latin typeface="Times New Roman" panose="02020603050405020304" pitchFamily="18" charset="0"/>
                <a:ea typeface="隶书" panose="02010509060101010101" pitchFamily="49" charset="-122"/>
              </a:endParaRPr>
            </a:p>
          </p:txBody>
        </p:sp>
        <p:pic>
          <p:nvPicPr>
            <p:cNvPr id="64530" name="Picture 33" descr="GEL Rounded Rectangle aquamarine">
              <a:hlinkClick r:id="rId8" action="ppaction://hlinksldjump"/>
            </p:cNvPr>
            <p:cNvPicPr>
              <a:picLocks noChangeAspect="1"/>
            </p:cNvPicPr>
            <p:nvPr/>
          </p:nvPicPr>
          <p:blipFill>
            <a:blip r:embed="rId3"/>
            <a:stretch>
              <a:fillRect/>
            </a:stretch>
          </p:blipFill>
          <p:spPr>
            <a:xfrm>
              <a:off x="1064" y="3390"/>
              <a:ext cx="827" cy="358"/>
            </a:xfrm>
            <a:prstGeom prst="rect">
              <a:avLst/>
            </a:prstGeom>
            <a:noFill/>
            <a:ln w="9525">
              <a:noFill/>
            </a:ln>
          </p:spPr>
        </p:pic>
        <p:sp>
          <p:nvSpPr>
            <p:cNvPr id="64531" name="Text Box 34">
              <a:hlinkClick r:id="rId8" action="ppaction://hlinksldjump"/>
            </p:cNvPr>
            <p:cNvSpPr txBox="1"/>
            <p:nvPr/>
          </p:nvSpPr>
          <p:spPr>
            <a:xfrm>
              <a:off x="1208" y="3390"/>
              <a:ext cx="627" cy="327"/>
            </a:xfrm>
            <a:prstGeom prst="rect">
              <a:avLst/>
            </a:prstGeom>
            <a:noFill/>
            <a:ln w="9525">
              <a:noFill/>
            </a:ln>
          </p:spPr>
          <p:txBody>
            <a:bodyPr>
              <a:spAutoFit/>
            </a:bodyPr>
            <a:p>
              <a:pPr>
                <a:spcBef>
                  <a:spcPct val="50000"/>
                </a:spcBef>
              </a:pPr>
              <a:r>
                <a:rPr lang="en-US" altLang="zh-CN" dirty="0">
                  <a:solidFill>
                    <a:srgbClr val="CC0000"/>
                  </a:solidFill>
                  <a:latin typeface="Times New Roman" panose="02020603050405020304" pitchFamily="18" charset="0"/>
                </a:rPr>
                <a:t>16-6</a:t>
              </a:r>
              <a:endParaRPr lang="en-US" altLang="zh-CN" dirty="0">
                <a:solidFill>
                  <a:srgbClr val="CC0000"/>
                </a:solidFill>
                <a:latin typeface="Times New Roman" panose="02020603050405020304" pitchFamily="18" charset="0"/>
              </a:endParaRPr>
            </a:p>
          </p:txBody>
        </p:sp>
      </p:grpSp>
      <p:grpSp>
        <p:nvGrpSpPr>
          <p:cNvPr id="8" name="Group 35"/>
          <p:cNvGrpSpPr/>
          <p:nvPr/>
        </p:nvGrpSpPr>
        <p:grpSpPr>
          <a:xfrm>
            <a:off x="7596188" y="6021388"/>
            <a:ext cx="1368425" cy="647700"/>
            <a:chOff x="2971" y="3113"/>
            <a:chExt cx="1043" cy="499"/>
          </a:xfrm>
        </p:grpSpPr>
        <p:sp>
          <p:nvSpPr>
            <p:cNvPr id="64526" name="Oval 36"/>
            <p:cNvSpPr/>
            <p:nvPr/>
          </p:nvSpPr>
          <p:spPr>
            <a:xfrm>
              <a:off x="2971" y="3113"/>
              <a:ext cx="1043" cy="499"/>
            </a:xfrm>
            <a:prstGeom prst="ellipse">
              <a:avLst/>
            </a:prstGeom>
            <a:gradFill rotWithShape="0">
              <a:gsLst>
                <a:gs pos="0">
                  <a:srgbClr val="3366FF"/>
                </a:gs>
                <a:gs pos="50000">
                  <a:srgbClr val="7799FF"/>
                </a:gs>
                <a:gs pos="100000">
                  <a:srgbClr val="3366FF"/>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p>
              <a:endParaRPr lang="zh-CN" altLang="en-US" dirty="0">
                <a:latin typeface="Arial" panose="020B0604020202020204" pitchFamily="34" charset="0"/>
              </a:endParaRPr>
            </a:p>
          </p:txBody>
        </p:sp>
        <p:sp>
          <p:nvSpPr>
            <p:cNvPr id="64527" name="Oval 37">
              <a:hlinkClick r:id="" action="ppaction://hlinkshowjump?jump=endshow"/>
            </p:cNvPr>
            <p:cNvSpPr/>
            <p:nvPr/>
          </p:nvSpPr>
          <p:spPr>
            <a:xfrm>
              <a:off x="3016" y="3158"/>
              <a:ext cx="953" cy="408"/>
            </a:xfrm>
            <a:prstGeom prst="ellipse">
              <a:avLst/>
            </a:prstGeom>
            <a:gradFill rotWithShape="0">
              <a:gsLst>
                <a:gs pos="0">
                  <a:srgbClr val="0033CC"/>
                </a:gs>
                <a:gs pos="50000">
                  <a:srgbClr val="87DAED"/>
                </a:gs>
                <a:gs pos="100000">
                  <a:srgbClr val="0033CC"/>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p>
              <a:pPr algn="ctr"/>
              <a:r>
                <a:rPr lang="zh-CN" altLang="en-US" dirty="0">
                  <a:solidFill>
                    <a:srgbClr val="CC0000"/>
                  </a:solidFill>
                  <a:latin typeface="Arial" panose="020B0604020202020204" pitchFamily="34" charset="0"/>
                  <a:ea typeface="隶书" panose="02010509060101010101" pitchFamily="49" charset="-122"/>
                </a:rPr>
                <a:t>首 页</a:t>
              </a:r>
              <a:endParaRPr lang="zh-CN" altLang="en-US" dirty="0">
                <a:solidFill>
                  <a:srgbClr val="CC0000"/>
                </a:solidFill>
                <a:latin typeface="Arial" panose="020B0604020202020204" pitchFamily="34" charset="0"/>
                <a:ea typeface="隶书" panose="02010509060101010101" pitchFamily="49" charset="-122"/>
              </a:endParaRPr>
            </a:p>
          </p:txBody>
        </p:sp>
      </p:grpSp>
      <p:grpSp>
        <p:nvGrpSpPr>
          <p:cNvPr id="9" name="Group 38"/>
          <p:cNvGrpSpPr/>
          <p:nvPr/>
        </p:nvGrpSpPr>
        <p:grpSpPr>
          <a:xfrm>
            <a:off x="3276600" y="1341438"/>
            <a:ext cx="3024188" cy="1079500"/>
            <a:chOff x="1928" y="890"/>
            <a:chExt cx="1905" cy="680"/>
          </a:xfrm>
        </p:grpSpPr>
        <p:pic>
          <p:nvPicPr>
            <p:cNvPr id="64523" name="Picture 39" descr="GEL Oval MS-blue"/>
            <p:cNvPicPr preferRelativeResize="0"/>
            <p:nvPr/>
          </p:nvPicPr>
          <p:blipFill>
            <a:blip r:embed="rId9"/>
            <a:stretch>
              <a:fillRect/>
            </a:stretch>
          </p:blipFill>
          <p:spPr>
            <a:xfrm>
              <a:off x="1928" y="890"/>
              <a:ext cx="1905" cy="680"/>
            </a:xfrm>
            <a:prstGeom prst="rect">
              <a:avLst/>
            </a:prstGeom>
            <a:noFill/>
            <a:ln w="9525">
              <a:noFill/>
            </a:ln>
          </p:spPr>
        </p:pic>
        <p:pic>
          <p:nvPicPr>
            <p:cNvPr id="64524" name="Picture 40" descr="GEL Oval MS-yellow">
              <a:hlinkClick r:id="rId10" action="ppaction://hlinksldjump"/>
            </p:cNvPr>
            <p:cNvPicPr/>
            <p:nvPr/>
          </p:nvPicPr>
          <p:blipFill>
            <a:blip r:embed="rId11"/>
            <a:stretch>
              <a:fillRect/>
            </a:stretch>
          </p:blipFill>
          <p:spPr>
            <a:xfrm>
              <a:off x="2018" y="981"/>
              <a:ext cx="1715" cy="499"/>
            </a:xfrm>
            <a:prstGeom prst="rect">
              <a:avLst/>
            </a:prstGeom>
            <a:noFill/>
            <a:ln w="9525">
              <a:noFill/>
            </a:ln>
          </p:spPr>
        </p:pic>
        <p:sp>
          <p:nvSpPr>
            <p:cNvPr id="64525" name="Text Box 41" descr="斜纹布">
              <a:hlinkClick r:id="rId10" action="ppaction://hlinksldjump"/>
            </p:cNvPr>
            <p:cNvSpPr txBox="1"/>
            <p:nvPr/>
          </p:nvSpPr>
          <p:spPr>
            <a:xfrm>
              <a:off x="2291" y="1062"/>
              <a:ext cx="1238" cy="368"/>
            </a:xfrm>
            <a:prstGeom prst="rect">
              <a:avLst/>
            </a:prstGeom>
            <a:noFill/>
            <a:ln w="28575">
              <a:noFill/>
            </a:ln>
            <a:effectLst>
              <a:prstShdw prst="shdw17" dist="17961" dir="2699999">
                <a:schemeClr val="bg2"/>
              </a:prstShdw>
            </a:effectLst>
          </p:spPr>
          <p:txBody>
            <a:bodyPr>
              <a:spAutoFit/>
            </a:bodyPr>
            <a:p>
              <a:pPr algn="ctr">
                <a:spcBef>
                  <a:spcPct val="50000"/>
                </a:spcBef>
              </a:pPr>
              <a:r>
                <a:rPr lang="zh-CN" altLang="en-US" sz="3200" dirty="0">
                  <a:solidFill>
                    <a:srgbClr val="CC0000"/>
                  </a:solidFill>
                  <a:latin typeface="Times New Roman" panose="02020603050405020304" pitchFamily="18" charset="0"/>
                </a:rPr>
                <a:t>本章内容</a:t>
              </a:r>
              <a:endParaRPr lang="en-US" altLang="zh-CN" sz="3200" dirty="0">
                <a:solidFill>
                  <a:srgbClr val="CC00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03428"/>
                                        </p:tgtEl>
                                        <p:attrNameLst>
                                          <p:attrName>style.visibility</p:attrName>
                                        </p:attrNameLst>
                                      </p:cBhvr>
                                      <p:to>
                                        <p:strVal val="visible"/>
                                      </p:to>
                                    </p:set>
                                    <p:anim calcmode="lin" valueType="num">
                                      <p:cBhvr additive="base">
                                        <p:cTn id="7" dur="500" fill="hold"/>
                                        <p:tgtEl>
                                          <p:spTgt spid="103428"/>
                                        </p:tgtEl>
                                        <p:attrNameLst>
                                          <p:attrName>ppt_x</p:attrName>
                                        </p:attrNameLst>
                                      </p:cBhvr>
                                      <p:tavLst>
                                        <p:tav tm="0">
                                          <p:val>
                                            <p:strVal val="#ppt_x"/>
                                          </p:val>
                                        </p:tav>
                                        <p:tav tm="100000">
                                          <p:val>
                                            <p:strVal val="#ppt_x"/>
                                          </p:val>
                                        </p:tav>
                                      </p:tavLst>
                                    </p:anim>
                                    <p:anim calcmode="lin" valueType="num">
                                      <p:cBhvr additive="base">
                                        <p:cTn id="8" dur="500" fill="hold"/>
                                        <p:tgtEl>
                                          <p:spTgt spid="103428"/>
                                        </p:tgtEl>
                                        <p:attrNameLst>
                                          <p:attrName>ppt_y</p:attrName>
                                        </p:attrNameLst>
                                      </p:cBhvr>
                                      <p:tavLst>
                                        <p:tav tm="0">
                                          <p:val>
                                            <p:strVal val="0-#ppt_h/2"/>
                                          </p:val>
                                        </p:tav>
                                        <p:tav tm="100000">
                                          <p:val>
                                            <p:strVal val="#ppt_y"/>
                                          </p:val>
                                        </p:tav>
                                      </p:tavLst>
                                    </p:anim>
                                  </p:childTnLst>
                                </p:cTn>
                              </p:par>
                              <p:par>
                                <p:cTn id="9" presetID="22" presetClass="entr" presetSubtype="8" fill="hold" nodeType="withEffect">
                                  <p:stCondLst>
                                    <p:cond delay="8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par>
                                <p:cTn id="12" presetID="22" presetClass="entr" presetSubtype="8" fill="hold" nodeType="withEffect">
                                  <p:stCondLst>
                                    <p:cond delay="80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par>
                                <p:cTn id="15" presetID="22" presetClass="entr" presetSubtype="8" fill="hold" nodeType="withEffect">
                                  <p:stCondLst>
                                    <p:cond delay="80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nodeType="withEffect">
                                  <p:stCondLst>
                                    <p:cond delay="80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par>
                                <p:cTn id="21" presetID="22" presetClass="entr" presetSubtype="8" fill="hold" nodeType="withEffect">
                                  <p:stCondLst>
                                    <p:cond delay="80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par>
                                <p:cTn id="24" presetID="22" presetClass="entr" presetSubtype="8" fill="hold" nodeType="withEffect">
                                  <p:stCondLst>
                                    <p:cond delay="80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par>
                          <p:cTn id="27" fill="hold">
                            <p:stCondLst>
                              <p:cond delay="500"/>
                            </p:stCondLst>
                            <p:childTnLst>
                              <p:par>
                                <p:cTn id="28" presetID="49" presetClass="entr" presetSubtype="0" decel="100000" fill="hold" nodeType="afterEffect">
                                  <p:stCondLst>
                                    <p:cond delay="50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000000"/>
                                          </p:val>
                                        </p:tav>
                                        <p:tav tm="100000">
                                          <p:val>
                                            <p:strVal val="#ppt_w"/>
                                          </p:val>
                                        </p:tav>
                                      </p:tavLst>
                                    </p:anim>
                                    <p:anim calcmode="lin" valueType="num">
                                      <p:cBhvr>
                                        <p:cTn id="31" dur="500" fill="hold"/>
                                        <p:tgtEl>
                                          <p:spTgt spid="9"/>
                                        </p:tgtEl>
                                        <p:attrNameLst>
                                          <p:attrName>ppt_h</p:attrName>
                                        </p:attrNameLst>
                                      </p:cBhvr>
                                      <p:tavLst>
                                        <p:tav tm="0">
                                          <p:val>
                                            <p:fltVal val="0.000000"/>
                                          </p:val>
                                        </p:tav>
                                        <p:tav tm="100000">
                                          <p:val>
                                            <p:strVal val="#ppt_h"/>
                                          </p:val>
                                        </p:tav>
                                      </p:tavLst>
                                    </p:anim>
                                    <p:anim calcmode="lin" valueType="num">
                                      <p:cBhvr>
                                        <p:cTn id="32" dur="500" fill="hold"/>
                                        <p:tgtEl>
                                          <p:spTgt spid="9"/>
                                        </p:tgtEl>
                                        <p:attrNameLst>
                                          <p:attrName>style.rotation</p:attrName>
                                        </p:attrNameLst>
                                      </p:cBhvr>
                                      <p:tavLst>
                                        <p:tav tm="0">
                                          <p:val>
                                            <p:fltVal val="360.000000"/>
                                          </p:val>
                                        </p:tav>
                                        <p:tav tm="100000">
                                          <p:val>
                                            <p:fltVal val="0.000000"/>
                                          </p:val>
                                        </p:tav>
                                      </p:tavLst>
                                    </p:anim>
                                    <p:animEffect transition="in" filter="fade">
                                      <p:cBhvr>
                                        <p:cTn id="33" dur="500"/>
                                        <p:tgtEl>
                                          <p:spTgt spid="9"/>
                                        </p:tgtEl>
                                      </p:cBhvr>
                                    </p:animEffect>
                                  </p:childTnLst>
                                </p:cTn>
                              </p:par>
                            </p:childTnLst>
                          </p:cTn>
                        </p:par>
                        <p:par>
                          <p:cTn id="34" fill="hold">
                            <p:stCondLst>
                              <p:cond delay="1500"/>
                            </p:stCondLst>
                            <p:childTnLst>
                              <p:par>
                                <p:cTn id="35" presetID="55" presetClass="entr" presetSubtype="0"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strVal val="#ppt_w*0.70"/>
                                          </p:val>
                                        </p:tav>
                                        <p:tav tm="100000">
                                          <p:val>
                                            <p:strVal val="#ppt_w"/>
                                          </p:val>
                                        </p:tav>
                                      </p:tavLst>
                                    </p:anim>
                                    <p:anim calcmode="lin" valueType="num">
                                      <p:cBhvr>
                                        <p:cTn id="38" dur="500" fill="hold"/>
                                        <p:tgtEl>
                                          <p:spTgt spid="8"/>
                                        </p:tgtEl>
                                        <p:attrNameLst>
                                          <p:attrName>ppt_h</p:attrName>
                                        </p:attrNameLst>
                                      </p:cBhvr>
                                      <p:tavLst>
                                        <p:tav tm="0">
                                          <p:val>
                                            <p:strVal val="#ppt_h"/>
                                          </p:val>
                                        </p:tav>
                                        <p:tav tm="100000">
                                          <p:val>
                                            <p:strVal val="#ppt_h"/>
                                          </p:val>
                                        </p:tav>
                                      </p:tavLst>
                                    </p:anim>
                                    <p:animEffect transition="in" filter="fad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5" name="Text Box 3"/>
          <p:cNvSpPr txBox="1"/>
          <p:nvPr/>
        </p:nvSpPr>
        <p:spPr>
          <a:xfrm>
            <a:off x="1547813" y="2708275"/>
            <a:ext cx="4751387" cy="641350"/>
          </a:xfrm>
          <a:prstGeom prst="rect">
            <a:avLst/>
          </a:prstGeom>
          <a:noFill/>
          <a:ln w="9525">
            <a:noFill/>
          </a:ln>
        </p:spPr>
        <p:txBody>
          <a:bodyPr anchor="ctr" anchorCtr="0">
            <a:spAutoFit/>
          </a:bodyPr>
          <a:p>
            <a:r>
              <a:rPr lang="en-US" altLang="zh-CN" sz="3600" dirty="0">
                <a:solidFill>
                  <a:srgbClr val="FFFF00"/>
                </a:solidFill>
                <a:latin typeface="楷体_GB2312" pitchFamily="49" charset="-122"/>
              </a:rPr>
              <a:t>2. </a:t>
            </a:r>
            <a:r>
              <a:rPr lang="zh-CN" altLang="en-US" sz="3600" dirty="0">
                <a:solidFill>
                  <a:srgbClr val="FFFF00"/>
                </a:solidFill>
                <a:latin typeface="Arial" panose="020B0604020202020204" pitchFamily="34" charset="0"/>
              </a:rPr>
              <a:t>二</a:t>
            </a:r>
            <a:r>
              <a:rPr lang="zh-CN" altLang="en-US" sz="3600" dirty="0">
                <a:solidFill>
                  <a:srgbClr val="FFFF00"/>
                </a:solidFill>
                <a:latin typeface="楷体_GB2312" pitchFamily="49" charset="-122"/>
              </a:rPr>
              <a:t>端口的等效电路</a:t>
            </a:r>
            <a:endParaRPr lang="zh-CN" altLang="en-US" sz="3600" dirty="0">
              <a:solidFill>
                <a:srgbClr val="FFFF00"/>
              </a:solidFill>
              <a:latin typeface="楷体_GB2312" pitchFamily="49" charset="-122"/>
            </a:endParaRPr>
          </a:p>
        </p:txBody>
      </p:sp>
      <p:sp>
        <p:nvSpPr>
          <p:cNvPr id="100356" name="Text Box 4"/>
          <p:cNvSpPr txBox="1"/>
          <p:nvPr/>
        </p:nvSpPr>
        <p:spPr>
          <a:xfrm>
            <a:off x="900113" y="1052513"/>
            <a:ext cx="1662112" cy="579437"/>
          </a:xfrm>
          <a:prstGeom prst="rect">
            <a:avLst/>
          </a:prstGeom>
          <a:solidFill>
            <a:srgbClr val="FF3300"/>
          </a:solidFill>
          <a:ln w="9525">
            <a:noFill/>
          </a:ln>
        </p:spPr>
        <p:txBody>
          <a:bodyPr anchor="ctr" anchorCtr="0">
            <a:spAutoFit/>
          </a:bodyPr>
          <a:p>
            <a:pPr algn="ctr">
              <a:buFont typeface="Wingdings" panose="05000000000000000000" pitchFamily="2" charset="2"/>
              <a:buChar char="l"/>
            </a:pPr>
            <a:r>
              <a:rPr lang="en-US" altLang="zh-CN" sz="3200" dirty="0">
                <a:latin typeface="楷体_GB2312" pitchFamily="49" charset="-122"/>
              </a:rPr>
              <a:t> </a:t>
            </a:r>
            <a:r>
              <a:rPr lang="zh-CN" altLang="en-US" sz="3200" dirty="0">
                <a:latin typeface="楷体_GB2312" pitchFamily="49" charset="-122"/>
              </a:rPr>
              <a:t>重点</a:t>
            </a:r>
            <a:endParaRPr lang="zh-CN" altLang="en-US" sz="3200" dirty="0">
              <a:latin typeface="楷体_GB2312" pitchFamily="49" charset="-122"/>
            </a:endParaRPr>
          </a:p>
        </p:txBody>
      </p:sp>
      <p:sp>
        <p:nvSpPr>
          <p:cNvPr id="100358" name="Text Box 6"/>
          <p:cNvSpPr txBox="1"/>
          <p:nvPr/>
        </p:nvSpPr>
        <p:spPr>
          <a:xfrm>
            <a:off x="1557338" y="1916113"/>
            <a:ext cx="4984750" cy="641350"/>
          </a:xfrm>
          <a:prstGeom prst="rect">
            <a:avLst/>
          </a:prstGeom>
          <a:noFill/>
          <a:ln w="9525">
            <a:noFill/>
          </a:ln>
        </p:spPr>
        <p:txBody>
          <a:bodyPr wrap="none" anchor="ctr" anchorCtr="0">
            <a:spAutoFit/>
          </a:bodyPr>
          <a:p>
            <a:pPr algn="ctr"/>
            <a:r>
              <a:rPr lang="en-US" altLang="zh-CN" sz="3600" dirty="0">
                <a:solidFill>
                  <a:srgbClr val="FFFF00"/>
                </a:solidFill>
                <a:latin typeface="楷体_GB2312" pitchFamily="49" charset="-122"/>
              </a:rPr>
              <a:t>1. </a:t>
            </a:r>
            <a:r>
              <a:rPr lang="zh-CN" altLang="en-US" sz="3600" dirty="0">
                <a:solidFill>
                  <a:srgbClr val="FFFF00"/>
                </a:solidFill>
                <a:latin typeface="楷体_GB2312" pitchFamily="49" charset="-122"/>
              </a:rPr>
              <a:t>二端口的参数和方程</a:t>
            </a:r>
            <a:endParaRPr lang="zh-CN" altLang="en-US" sz="3600" dirty="0">
              <a:solidFill>
                <a:srgbClr val="FFFF00"/>
              </a:solidFill>
              <a:latin typeface="楷体_GB2312" pitchFamily="49" charset="-122"/>
            </a:endParaRPr>
          </a:p>
        </p:txBody>
      </p:sp>
      <p:sp>
        <p:nvSpPr>
          <p:cNvPr id="100359" name="Text Box 7"/>
          <p:cNvSpPr txBox="1"/>
          <p:nvPr/>
        </p:nvSpPr>
        <p:spPr>
          <a:xfrm>
            <a:off x="1555750" y="3429000"/>
            <a:ext cx="4527550" cy="641350"/>
          </a:xfrm>
          <a:prstGeom prst="rect">
            <a:avLst/>
          </a:prstGeom>
          <a:noFill/>
          <a:ln w="9525">
            <a:noFill/>
          </a:ln>
        </p:spPr>
        <p:txBody>
          <a:bodyPr wrap="none" anchor="ctr" anchorCtr="0">
            <a:spAutoFit/>
          </a:bodyPr>
          <a:p>
            <a:pPr algn="ctr"/>
            <a:r>
              <a:rPr lang="en-US" altLang="zh-CN" sz="3600" dirty="0">
                <a:solidFill>
                  <a:srgbClr val="FFFF00"/>
                </a:solidFill>
                <a:latin typeface="楷体_GB2312" pitchFamily="49" charset="-122"/>
              </a:rPr>
              <a:t>3. </a:t>
            </a:r>
            <a:r>
              <a:rPr lang="zh-CN" altLang="en-US" sz="3600" dirty="0">
                <a:solidFill>
                  <a:srgbClr val="FFFF00"/>
                </a:solidFill>
                <a:latin typeface="Arial" panose="020B0604020202020204" pitchFamily="34" charset="0"/>
              </a:rPr>
              <a:t>二</a:t>
            </a:r>
            <a:r>
              <a:rPr lang="zh-CN" altLang="en-US" sz="3600" dirty="0">
                <a:solidFill>
                  <a:srgbClr val="FFFF00"/>
                </a:solidFill>
                <a:latin typeface="楷体_GB2312" pitchFamily="49" charset="-122"/>
              </a:rPr>
              <a:t>端口的转移函数</a:t>
            </a:r>
            <a:endParaRPr lang="zh-CN" altLang="en-US" sz="3600" dirty="0">
              <a:solidFill>
                <a:srgbClr val="FFFF00"/>
              </a:solidFill>
              <a:latin typeface="楷体_GB2312" pitchFamily="49" charset="-122"/>
            </a:endParaRPr>
          </a:p>
        </p:txBody>
      </p:sp>
      <p:grpSp>
        <p:nvGrpSpPr>
          <p:cNvPr id="65542" name="Group 12"/>
          <p:cNvGrpSpPr/>
          <p:nvPr/>
        </p:nvGrpSpPr>
        <p:grpSpPr>
          <a:xfrm>
            <a:off x="8316913" y="6446838"/>
            <a:ext cx="792162" cy="366712"/>
            <a:chOff x="4649" y="4020"/>
            <a:chExt cx="499" cy="231"/>
          </a:xfrm>
        </p:grpSpPr>
        <p:pic>
          <p:nvPicPr>
            <p:cNvPr id="65543" name="Picture 1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5544" name="Text Box 1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0356"/>
                                        </p:tgtEl>
                                        <p:attrNameLst>
                                          <p:attrName>style.visibility</p:attrName>
                                        </p:attrNameLst>
                                      </p:cBhvr>
                                      <p:to>
                                        <p:strVal val="visible"/>
                                      </p:to>
                                    </p:set>
                                    <p:anim calcmode="lin" valueType="num">
                                      <p:cBhvr additive="base">
                                        <p:cTn id="7" dur="500" fill="hold"/>
                                        <p:tgtEl>
                                          <p:spTgt spid="100356"/>
                                        </p:tgtEl>
                                        <p:attrNameLst>
                                          <p:attrName>ppt_x</p:attrName>
                                        </p:attrNameLst>
                                      </p:cBhvr>
                                      <p:tavLst>
                                        <p:tav tm="0">
                                          <p:val>
                                            <p:strVal val="0-#ppt_w/2"/>
                                          </p:val>
                                        </p:tav>
                                        <p:tav tm="100000">
                                          <p:val>
                                            <p:strVal val="#ppt_x"/>
                                          </p:val>
                                        </p:tav>
                                      </p:tavLst>
                                    </p:anim>
                                    <p:anim calcmode="lin" valueType="num">
                                      <p:cBhvr additive="base">
                                        <p:cTn id="8" dur="500" fill="hold"/>
                                        <p:tgtEl>
                                          <p:spTgt spid="10035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00358">
                                            <p:txEl>
                                              <p:charRg st="0" end="13"/>
                                            </p:txEl>
                                          </p:spTgt>
                                        </p:tgtEl>
                                        <p:attrNameLst>
                                          <p:attrName>style.visibility</p:attrName>
                                        </p:attrNameLst>
                                      </p:cBhvr>
                                      <p:to>
                                        <p:strVal val="visible"/>
                                      </p:to>
                                    </p:set>
                                    <p:animEffect transition="in" filter="wipe(left)">
                                      <p:cBhvr>
                                        <p:cTn id="12" dur="2000"/>
                                        <p:tgtEl>
                                          <p:spTgt spid="100358">
                                            <p:txEl>
                                              <p:charRg st="0" end="13"/>
                                            </p:txEl>
                                          </p:spTgt>
                                        </p:tgtEl>
                                      </p:cBhvr>
                                    </p:animEffect>
                                  </p:childTnLst>
                                </p:cTn>
                              </p:par>
                            </p:childTnLst>
                          </p:cTn>
                        </p:par>
                        <p:par>
                          <p:cTn id="13" fill="hold">
                            <p:stCondLst>
                              <p:cond delay="2500"/>
                            </p:stCondLst>
                            <p:childTnLst>
                              <p:par>
                                <p:cTn id="14" presetID="22" presetClass="entr" presetSubtype="8" fill="hold" grpId="0" nodeType="afterEffect">
                                  <p:stCondLst>
                                    <p:cond delay="0"/>
                                  </p:stCondLst>
                                  <p:childTnLst>
                                    <p:set>
                                      <p:cBhvr>
                                        <p:cTn id="15" dur="1" fill="hold">
                                          <p:stCondLst>
                                            <p:cond delay="0"/>
                                          </p:stCondLst>
                                        </p:cTn>
                                        <p:tgtEl>
                                          <p:spTgt spid="100355">
                                            <p:txEl>
                                              <p:charRg st="0" end="12"/>
                                            </p:txEl>
                                          </p:spTgt>
                                        </p:tgtEl>
                                        <p:attrNameLst>
                                          <p:attrName>style.visibility</p:attrName>
                                        </p:attrNameLst>
                                      </p:cBhvr>
                                      <p:to>
                                        <p:strVal val="visible"/>
                                      </p:to>
                                    </p:set>
                                    <p:animEffect transition="in" filter="wipe(left)">
                                      <p:cBhvr>
                                        <p:cTn id="16" dur="2000"/>
                                        <p:tgtEl>
                                          <p:spTgt spid="100355">
                                            <p:txEl>
                                              <p:charRg st="0" end="12"/>
                                            </p:txEl>
                                          </p:spTgt>
                                        </p:tgtEl>
                                      </p:cBhvr>
                                    </p:animEffect>
                                  </p:childTnLst>
                                </p:cTn>
                              </p:par>
                            </p:childTnLst>
                          </p:cTn>
                        </p:par>
                        <p:par>
                          <p:cTn id="17" fill="hold">
                            <p:stCondLst>
                              <p:cond delay="4500"/>
                            </p:stCondLst>
                            <p:childTnLst>
                              <p:par>
                                <p:cTn id="18" presetID="22" presetClass="entr" presetSubtype="8" fill="hold" grpId="0" nodeType="afterEffect">
                                  <p:stCondLst>
                                    <p:cond delay="0"/>
                                  </p:stCondLst>
                                  <p:childTnLst>
                                    <p:set>
                                      <p:cBhvr>
                                        <p:cTn id="19" dur="1" fill="hold">
                                          <p:stCondLst>
                                            <p:cond delay="0"/>
                                          </p:stCondLst>
                                        </p:cTn>
                                        <p:tgtEl>
                                          <p:spTgt spid="100359">
                                            <p:txEl>
                                              <p:charRg st="0" end="12"/>
                                            </p:txEl>
                                          </p:spTgt>
                                        </p:tgtEl>
                                        <p:attrNameLst>
                                          <p:attrName>style.visibility</p:attrName>
                                        </p:attrNameLst>
                                      </p:cBhvr>
                                      <p:to>
                                        <p:strVal val="visible"/>
                                      </p:to>
                                    </p:set>
                                    <p:animEffect transition="in" filter="wipe(left)">
                                      <p:cBhvr>
                                        <p:cTn id="20" dur="2000"/>
                                        <p:tgtEl>
                                          <p:spTgt spid="100359">
                                            <p:txEl>
                                              <p:charRg st="0"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p:bldP spid="100356" grpId="0" animBg="1"/>
      <p:bldP spid="100358" grpId="0" build="p"/>
      <p:bldP spid="10035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1763713" y="476250"/>
            <a:ext cx="5257800" cy="762000"/>
          </a:xfrm>
          <a:prstGeom prst="rect">
            <a:avLst/>
          </a:prstGeom>
          <a:noFill/>
          <a:ln w="9525">
            <a:noFill/>
          </a:ln>
        </p:spPr>
        <p:txBody>
          <a:bodyPr>
            <a:spAutoFit/>
          </a:bodyPr>
          <a:p>
            <a:pPr>
              <a:spcBef>
                <a:spcPct val="50000"/>
              </a:spcBef>
            </a:pPr>
            <a:r>
              <a:rPr lang="en-US" altLang="zh-CN" sz="4400" dirty="0">
                <a:latin typeface="楷体_GB2312" pitchFamily="49" charset="-122"/>
              </a:rPr>
              <a:t>16</a:t>
            </a:r>
            <a:r>
              <a:rPr lang="en-US" altLang="zh-CN" sz="4400" dirty="0">
                <a:latin typeface="楷体_GB2312" pitchFamily="49" charset="-122"/>
                <a:sym typeface="Symbol" panose="05050102010706020507" pitchFamily="18" charset="2"/>
              </a:rPr>
              <a:t>.</a:t>
            </a:r>
            <a:r>
              <a:rPr lang="en-US" altLang="zh-CN" sz="4400" dirty="0">
                <a:latin typeface="楷体_GB2312" pitchFamily="49" charset="-122"/>
              </a:rPr>
              <a:t>1  </a:t>
            </a:r>
            <a:r>
              <a:rPr lang="zh-CN" altLang="en-US" sz="4400" dirty="0">
                <a:latin typeface="楷体_GB2312" pitchFamily="49" charset="-122"/>
              </a:rPr>
              <a:t>二端口网络</a:t>
            </a:r>
            <a:endParaRPr lang="zh-CN" altLang="en-US" sz="4400" dirty="0">
              <a:latin typeface="楷体_GB2312" pitchFamily="49" charset="-122"/>
            </a:endParaRPr>
          </a:p>
        </p:txBody>
      </p:sp>
      <p:sp>
        <p:nvSpPr>
          <p:cNvPr id="30723" name="Text Box 3"/>
          <p:cNvSpPr txBox="1"/>
          <p:nvPr/>
        </p:nvSpPr>
        <p:spPr>
          <a:xfrm>
            <a:off x="900113" y="1196975"/>
            <a:ext cx="7272337" cy="1117600"/>
          </a:xfrm>
          <a:prstGeom prst="rect">
            <a:avLst/>
          </a:prstGeom>
          <a:noFill/>
          <a:ln w="9525">
            <a:noFill/>
          </a:ln>
        </p:spPr>
        <p:txBody>
          <a:bodyPr>
            <a:spAutoFit/>
          </a:bodyPr>
          <a:p>
            <a:pPr indent="571500" algn="just">
              <a:lnSpc>
                <a:spcPct val="120000"/>
              </a:lnSpc>
              <a:spcBef>
                <a:spcPct val="50000"/>
              </a:spcBef>
            </a:pPr>
            <a:r>
              <a:rPr lang="zh-CN" altLang="en-US" dirty="0">
                <a:solidFill>
                  <a:srgbClr val="FFFF00"/>
                </a:solidFill>
                <a:latin typeface="Times New Roman" panose="02020603050405020304" pitchFamily="18" charset="0"/>
              </a:rPr>
              <a:t>在工程实际中，研究信号及能量的传输和信号变换时，经常碰到如下</a:t>
            </a:r>
            <a:r>
              <a:rPr lang="zh-CN" altLang="en-US" dirty="0">
                <a:solidFill>
                  <a:srgbClr val="FFFF00"/>
                </a:solidFill>
                <a:latin typeface="Arial" panose="020B0604020202020204" pitchFamily="34" charset="0"/>
              </a:rPr>
              <a:t>二</a:t>
            </a:r>
            <a:r>
              <a:rPr lang="zh-CN" altLang="en-US" dirty="0">
                <a:solidFill>
                  <a:srgbClr val="FFFF00"/>
                </a:solidFill>
                <a:latin typeface="Times New Roman" panose="02020603050405020304" pitchFamily="18" charset="0"/>
              </a:rPr>
              <a:t>端口电路。</a:t>
            </a:r>
            <a:endParaRPr lang="zh-CN" altLang="en-US" dirty="0">
              <a:solidFill>
                <a:srgbClr val="FFFF00"/>
              </a:solidFill>
              <a:latin typeface="Times New Roman" panose="02020603050405020304" pitchFamily="18" charset="0"/>
            </a:endParaRPr>
          </a:p>
        </p:txBody>
      </p:sp>
      <p:sp>
        <p:nvSpPr>
          <p:cNvPr id="30724" name="Text Box 4"/>
          <p:cNvSpPr txBox="1"/>
          <p:nvPr/>
        </p:nvSpPr>
        <p:spPr>
          <a:xfrm>
            <a:off x="2124075" y="5013325"/>
            <a:ext cx="1295400"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放大器</a:t>
            </a:r>
            <a:endParaRPr lang="zh-CN" altLang="en-US" dirty="0">
              <a:latin typeface="Times New Roman" panose="02020603050405020304" pitchFamily="18" charset="0"/>
            </a:endParaRPr>
          </a:p>
        </p:txBody>
      </p:sp>
      <p:sp>
        <p:nvSpPr>
          <p:cNvPr id="30736" name="Text Box 16"/>
          <p:cNvSpPr txBox="1"/>
          <p:nvPr/>
        </p:nvSpPr>
        <p:spPr>
          <a:xfrm>
            <a:off x="5940425" y="4941888"/>
            <a:ext cx="1295400" cy="519112"/>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滤波器</a:t>
            </a:r>
            <a:endParaRPr lang="zh-CN" altLang="en-US" dirty="0">
              <a:latin typeface="Times New Roman" panose="02020603050405020304" pitchFamily="18" charset="0"/>
            </a:endParaRPr>
          </a:p>
        </p:txBody>
      </p:sp>
      <p:grpSp>
        <p:nvGrpSpPr>
          <p:cNvPr id="2" name="Group 18"/>
          <p:cNvGrpSpPr/>
          <p:nvPr/>
        </p:nvGrpSpPr>
        <p:grpSpPr>
          <a:xfrm>
            <a:off x="4932363" y="2781300"/>
            <a:ext cx="3457575" cy="1511300"/>
            <a:chOff x="1093" y="544"/>
            <a:chExt cx="2660" cy="1140"/>
          </a:xfrm>
        </p:grpSpPr>
        <p:sp>
          <p:nvSpPr>
            <p:cNvPr id="66595" name="Rectangle 19"/>
            <p:cNvSpPr/>
            <p:nvPr/>
          </p:nvSpPr>
          <p:spPr>
            <a:xfrm>
              <a:off x="2220" y="544"/>
              <a:ext cx="420" cy="171"/>
            </a:xfrm>
            <a:prstGeom prst="rect">
              <a:avLst/>
            </a:prstGeom>
            <a:gradFill rotWithShape="1">
              <a:gsLst>
                <a:gs pos="0">
                  <a:srgbClr val="764700"/>
                </a:gs>
                <a:gs pos="50000">
                  <a:srgbClr val="FF9900"/>
                </a:gs>
                <a:gs pos="100000">
                  <a:srgbClr val="764700"/>
                </a:gs>
              </a:gsLst>
              <a:lin ang="5400000" scaled="1"/>
              <a:tileRect/>
            </a:gradFill>
            <a:ln w="38100">
              <a:noFill/>
            </a:ln>
          </p:spPr>
          <p:txBody>
            <a:bodyPr/>
            <a:p>
              <a:endParaRPr lang="zh-CN" altLang="en-US" dirty="0">
                <a:latin typeface="Arial" panose="020B0604020202020204" pitchFamily="34" charset="0"/>
              </a:endParaRPr>
            </a:p>
          </p:txBody>
        </p:sp>
        <p:grpSp>
          <p:nvGrpSpPr>
            <p:cNvPr id="66596" name="Group 20"/>
            <p:cNvGrpSpPr/>
            <p:nvPr/>
          </p:nvGrpSpPr>
          <p:grpSpPr>
            <a:xfrm>
              <a:off x="2788" y="1109"/>
              <a:ext cx="332" cy="109"/>
              <a:chOff x="2788" y="1109"/>
              <a:chExt cx="332" cy="109"/>
            </a:xfrm>
          </p:grpSpPr>
          <p:sp>
            <p:nvSpPr>
              <p:cNvPr id="66614" name="Line 21"/>
              <p:cNvSpPr/>
              <p:nvPr/>
            </p:nvSpPr>
            <p:spPr>
              <a:xfrm>
                <a:off x="2788" y="1109"/>
                <a:ext cx="332" cy="1"/>
              </a:xfrm>
              <a:prstGeom prst="line">
                <a:avLst/>
              </a:prstGeom>
              <a:ln w="38100" cap="flat" cmpd="sng">
                <a:solidFill>
                  <a:srgbClr val="FF9900"/>
                </a:solidFill>
                <a:prstDash val="solid"/>
                <a:headEnd type="none" w="med" len="med"/>
                <a:tailEnd type="none" w="med" len="med"/>
              </a:ln>
            </p:spPr>
          </p:sp>
          <p:sp>
            <p:nvSpPr>
              <p:cNvPr id="66615" name="Line 22"/>
              <p:cNvSpPr/>
              <p:nvPr/>
            </p:nvSpPr>
            <p:spPr>
              <a:xfrm>
                <a:off x="2788" y="1217"/>
                <a:ext cx="332" cy="1"/>
              </a:xfrm>
              <a:prstGeom prst="line">
                <a:avLst/>
              </a:prstGeom>
              <a:ln w="38100" cap="flat" cmpd="sng">
                <a:solidFill>
                  <a:srgbClr val="FF9900"/>
                </a:solidFill>
                <a:prstDash val="solid"/>
                <a:headEnd type="none" w="med" len="med"/>
                <a:tailEnd type="none" w="med" len="med"/>
              </a:ln>
            </p:spPr>
          </p:sp>
        </p:grpSp>
        <p:sp>
          <p:nvSpPr>
            <p:cNvPr id="66597" name="Line 23"/>
            <p:cNvSpPr/>
            <p:nvPr/>
          </p:nvSpPr>
          <p:spPr>
            <a:xfrm>
              <a:off x="1895" y="634"/>
              <a:ext cx="0" cy="456"/>
            </a:xfrm>
            <a:prstGeom prst="line">
              <a:avLst/>
            </a:prstGeom>
            <a:ln w="38100" cap="flat" cmpd="sng">
              <a:solidFill>
                <a:srgbClr val="FFCC00"/>
              </a:solidFill>
              <a:prstDash val="solid"/>
              <a:headEnd type="none" w="med" len="med"/>
              <a:tailEnd type="none" w="med" len="med"/>
            </a:ln>
          </p:spPr>
        </p:sp>
        <p:sp>
          <p:nvSpPr>
            <p:cNvPr id="66598" name="Line 24"/>
            <p:cNvSpPr/>
            <p:nvPr/>
          </p:nvSpPr>
          <p:spPr>
            <a:xfrm>
              <a:off x="1896" y="1199"/>
              <a:ext cx="0" cy="441"/>
            </a:xfrm>
            <a:prstGeom prst="line">
              <a:avLst/>
            </a:prstGeom>
            <a:ln w="38100" cap="flat" cmpd="sng">
              <a:solidFill>
                <a:srgbClr val="FFCC00"/>
              </a:solidFill>
              <a:prstDash val="solid"/>
              <a:headEnd type="none" w="med" len="med"/>
              <a:tailEnd type="none" w="med" len="med"/>
            </a:ln>
          </p:spPr>
        </p:sp>
        <p:sp>
          <p:nvSpPr>
            <p:cNvPr id="66599" name="Line 25"/>
            <p:cNvSpPr/>
            <p:nvPr/>
          </p:nvSpPr>
          <p:spPr>
            <a:xfrm>
              <a:off x="1188" y="1640"/>
              <a:ext cx="2474" cy="1"/>
            </a:xfrm>
            <a:prstGeom prst="line">
              <a:avLst/>
            </a:prstGeom>
            <a:ln w="38100" cap="flat" cmpd="sng">
              <a:solidFill>
                <a:srgbClr val="FFCC00"/>
              </a:solidFill>
              <a:prstDash val="solid"/>
              <a:headEnd type="none" w="med" len="med"/>
              <a:tailEnd type="none" w="med" len="med"/>
            </a:ln>
          </p:spPr>
        </p:sp>
        <p:sp>
          <p:nvSpPr>
            <p:cNvPr id="66600" name="Line 26"/>
            <p:cNvSpPr/>
            <p:nvPr/>
          </p:nvSpPr>
          <p:spPr>
            <a:xfrm>
              <a:off x="1188" y="634"/>
              <a:ext cx="1032" cy="0"/>
            </a:xfrm>
            <a:prstGeom prst="line">
              <a:avLst/>
            </a:prstGeom>
            <a:ln w="38100" cap="flat" cmpd="sng">
              <a:solidFill>
                <a:srgbClr val="FFCC00"/>
              </a:solidFill>
              <a:prstDash val="solid"/>
              <a:headEnd type="none" w="med" len="med"/>
              <a:tailEnd type="none" w="med" len="med"/>
            </a:ln>
          </p:spPr>
        </p:sp>
        <p:sp>
          <p:nvSpPr>
            <p:cNvPr id="66601" name="Line 27"/>
            <p:cNvSpPr/>
            <p:nvPr/>
          </p:nvSpPr>
          <p:spPr>
            <a:xfrm>
              <a:off x="2640" y="634"/>
              <a:ext cx="1022" cy="1"/>
            </a:xfrm>
            <a:prstGeom prst="line">
              <a:avLst/>
            </a:prstGeom>
            <a:ln w="38100" cap="flat" cmpd="sng">
              <a:solidFill>
                <a:srgbClr val="FFCC00"/>
              </a:solidFill>
              <a:prstDash val="solid"/>
              <a:headEnd type="none" w="med" len="med"/>
              <a:tailEnd type="none" w="med" len="med"/>
            </a:ln>
          </p:spPr>
        </p:sp>
        <p:sp>
          <p:nvSpPr>
            <p:cNvPr id="66602" name="Rectangle 28"/>
            <p:cNvSpPr/>
            <p:nvPr/>
          </p:nvSpPr>
          <p:spPr>
            <a:xfrm>
              <a:off x="2317" y="724"/>
              <a:ext cx="224" cy="322"/>
            </a:xfrm>
            <a:prstGeom prst="rect">
              <a:avLst/>
            </a:prstGeom>
            <a:noFill/>
            <a:ln w="38100">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endParaRPr lang="en-US" altLang="zh-CN" b="0" dirty="0">
                <a:latin typeface="Times New Roman" panose="02020603050405020304" pitchFamily="18" charset="0"/>
                <a:ea typeface="宋体" panose="02010600030101010101" pitchFamily="2" charset="-122"/>
              </a:endParaRPr>
            </a:p>
          </p:txBody>
        </p:sp>
        <p:sp>
          <p:nvSpPr>
            <p:cNvPr id="66603" name="Rectangle 29"/>
            <p:cNvSpPr/>
            <p:nvPr/>
          </p:nvSpPr>
          <p:spPr>
            <a:xfrm>
              <a:off x="1400" y="1035"/>
              <a:ext cx="387" cy="322"/>
            </a:xfrm>
            <a:prstGeom prst="rect">
              <a:avLst/>
            </a:prstGeom>
            <a:noFill/>
            <a:ln w="38100">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sp>
          <p:nvSpPr>
            <p:cNvPr id="66604" name="Rectangle 30"/>
            <p:cNvSpPr/>
            <p:nvPr/>
          </p:nvSpPr>
          <p:spPr>
            <a:xfrm>
              <a:off x="3072" y="1047"/>
              <a:ext cx="385" cy="322"/>
            </a:xfrm>
            <a:prstGeom prst="rect">
              <a:avLst/>
            </a:prstGeom>
            <a:noFill/>
            <a:ln w="38100">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sp>
          <p:nvSpPr>
            <p:cNvPr id="66605" name="Oval 31"/>
            <p:cNvSpPr/>
            <p:nvPr/>
          </p:nvSpPr>
          <p:spPr>
            <a:xfrm>
              <a:off x="1093" y="588"/>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66606" name="Group 32"/>
            <p:cNvGrpSpPr/>
            <p:nvPr/>
          </p:nvGrpSpPr>
          <p:grpSpPr>
            <a:xfrm>
              <a:off x="1727" y="1090"/>
              <a:ext cx="332" cy="109"/>
              <a:chOff x="2788" y="1109"/>
              <a:chExt cx="332" cy="109"/>
            </a:xfrm>
          </p:grpSpPr>
          <p:sp>
            <p:nvSpPr>
              <p:cNvPr id="66612" name="Line 33"/>
              <p:cNvSpPr/>
              <p:nvPr/>
            </p:nvSpPr>
            <p:spPr>
              <a:xfrm>
                <a:off x="2788" y="1109"/>
                <a:ext cx="332" cy="1"/>
              </a:xfrm>
              <a:prstGeom prst="line">
                <a:avLst/>
              </a:prstGeom>
              <a:ln w="38100" cap="flat" cmpd="sng">
                <a:solidFill>
                  <a:srgbClr val="FF9900"/>
                </a:solidFill>
                <a:prstDash val="solid"/>
                <a:headEnd type="none" w="med" len="med"/>
                <a:tailEnd type="none" w="med" len="med"/>
              </a:ln>
            </p:spPr>
          </p:sp>
          <p:sp>
            <p:nvSpPr>
              <p:cNvPr id="66613" name="Line 34"/>
              <p:cNvSpPr/>
              <p:nvPr/>
            </p:nvSpPr>
            <p:spPr>
              <a:xfrm>
                <a:off x="2788" y="1217"/>
                <a:ext cx="332" cy="1"/>
              </a:xfrm>
              <a:prstGeom prst="line">
                <a:avLst/>
              </a:prstGeom>
              <a:ln w="38100" cap="flat" cmpd="sng">
                <a:solidFill>
                  <a:srgbClr val="FF9900"/>
                </a:solidFill>
                <a:prstDash val="solid"/>
                <a:headEnd type="none" w="med" len="med"/>
                <a:tailEnd type="none" w="med" len="med"/>
              </a:ln>
            </p:spPr>
          </p:sp>
        </p:grpSp>
        <p:sp>
          <p:nvSpPr>
            <p:cNvPr id="66607" name="Line 35"/>
            <p:cNvSpPr/>
            <p:nvPr/>
          </p:nvSpPr>
          <p:spPr>
            <a:xfrm flipH="1">
              <a:off x="2956" y="634"/>
              <a:ext cx="0" cy="475"/>
            </a:xfrm>
            <a:prstGeom prst="line">
              <a:avLst/>
            </a:prstGeom>
            <a:ln w="38100" cap="flat" cmpd="sng">
              <a:solidFill>
                <a:srgbClr val="FFCC00"/>
              </a:solidFill>
              <a:prstDash val="solid"/>
              <a:headEnd type="none" w="med" len="med"/>
              <a:tailEnd type="none" w="med" len="med"/>
            </a:ln>
          </p:spPr>
        </p:sp>
        <p:sp>
          <p:nvSpPr>
            <p:cNvPr id="66608" name="Line 36"/>
            <p:cNvSpPr/>
            <p:nvPr/>
          </p:nvSpPr>
          <p:spPr>
            <a:xfrm>
              <a:off x="2956" y="1218"/>
              <a:ext cx="0" cy="422"/>
            </a:xfrm>
            <a:prstGeom prst="line">
              <a:avLst/>
            </a:prstGeom>
            <a:ln w="38100" cap="flat" cmpd="sng">
              <a:solidFill>
                <a:srgbClr val="FFCC00"/>
              </a:solidFill>
              <a:prstDash val="solid"/>
              <a:headEnd type="none" w="med" len="med"/>
              <a:tailEnd type="none" w="med" len="med"/>
            </a:ln>
          </p:spPr>
        </p:sp>
        <p:sp>
          <p:nvSpPr>
            <p:cNvPr id="66609" name="Oval 37"/>
            <p:cNvSpPr/>
            <p:nvPr/>
          </p:nvSpPr>
          <p:spPr>
            <a:xfrm>
              <a:off x="1093" y="1587"/>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6610" name="Oval 38"/>
            <p:cNvSpPr/>
            <p:nvPr/>
          </p:nvSpPr>
          <p:spPr>
            <a:xfrm>
              <a:off x="3662" y="593"/>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6611" name="Oval 39"/>
            <p:cNvSpPr/>
            <p:nvPr/>
          </p:nvSpPr>
          <p:spPr>
            <a:xfrm>
              <a:off x="3653" y="1593"/>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6567" name="Group 91"/>
          <p:cNvGrpSpPr/>
          <p:nvPr/>
        </p:nvGrpSpPr>
        <p:grpSpPr>
          <a:xfrm>
            <a:off x="8316913" y="6446838"/>
            <a:ext cx="792162" cy="366712"/>
            <a:chOff x="5193" y="4020"/>
            <a:chExt cx="499" cy="231"/>
          </a:xfrm>
        </p:grpSpPr>
        <p:pic>
          <p:nvPicPr>
            <p:cNvPr id="66593" name="Picture 92"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6594" name="Text Box 9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66568" name="Group 94"/>
          <p:cNvGrpSpPr/>
          <p:nvPr/>
        </p:nvGrpSpPr>
        <p:grpSpPr>
          <a:xfrm>
            <a:off x="7453313" y="6446838"/>
            <a:ext cx="792162" cy="366712"/>
            <a:chOff x="4649" y="4020"/>
            <a:chExt cx="499" cy="231"/>
          </a:xfrm>
        </p:grpSpPr>
        <p:pic>
          <p:nvPicPr>
            <p:cNvPr id="66591" name="Picture 95"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6592" name="Text Box 9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7" name="Group 100"/>
          <p:cNvGrpSpPr/>
          <p:nvPr/>
        </p:nvGrpSpPr>
        <p:grpSpPr>
          <a:xfrm>
            <a:off x="971550" y="2565400"/>
            <a:ext cx="3411538" cy="2232025"/>
            <a:chOff x="2123" y="436"/>
            <a:chExt cx="2149" cy="1406"/>
          </a:xfrm>
        </p:grpSpPr>
        <p:sp>
          <p:nvSpPr>
            <p:cNvPr id="66573" name="Line 101"/>
            <p:cNvSpPr/>
            <p:nvPr/>
          </p:nvSpPr>
          <p:spPr>
            <a:xfrm>
              <a:off x="3470" y="709"/>
              <a:ext cx="363" cy="0"/>
            </a:xfrm>
            <a:prstGeom prst="line">
              <a:avLst/>
            </a:prstGeom>
            <a:ln w="28575" cap="flat" cmpd="sng">
              <a:solidFill>
                <a:srgbClr val="FFCC00"/>
              </a:solidFill>
              <a:prstDash val="solid"/>
              <a:headEnd type="none" w="med" len="med"/>
              <a:tailEnd type="none" w="med" len="med"/>
            </a:ln>
          </p:spPr>
        </p:sp>
        <p:sp>
          <p:nvSpPr>
            <p:cNvPr id="66574" name="Line 102"/>
            <p:cNvSpPr/>
            <p:nvPr/>
          </p:nvSpPr>
          <p:spPr>
            <a:xfrm>
              <a:off x="3061" y="1117"/>
              <a:ext cx="1089" cy="0"/>
            </a:xfrm>
            <a:prstGeom prst="line">
              <a:avLst/>
            </a:prstGeom>
            <a:ln w="28575" cap="flat" cmpd="sng">
              <a:solidFill>
                <a:srgbClr val="FFCC00"/>
              </a:solidFill>
              <a:prstDash val="solid"/>
              <a:headEnd type="none" w="med" len="med"/>
              <a:tailEnd type="none" w="med" len="med"/>
            </a:ln>
          </p:spPr>
        </p:sp>
        <p:sp>
          <p:nvSpPr>
            <p:cNvPr id="66575" name="Line 103"/>
            <p:cNvSpPr/>
            <p:nvPr/>
          </p:nvSpPr>
          <p:spPr>
            <a:xfrm>
              <a:off x="3107" y="1661"/>
              <a:ext cx="1088" cy="0"/>
            </a:xfrm>
            <a:prstGeom prst="line">
              <a:avLst/>
            </a:prstGeom>
            <a:ln w="28575" cap="flat" cmpd="sng">
              <a:solidFill>
                <a:srgbClr val="FFCC00"/>
              </a:solidFill>
              <a:prstDash val="solid"/>
              <a:headEnd type="none" w="med" len="med"/>
              <a:tailEnd type="none" w="med" len="med"/>
            </a:ln>
          </p:spPr>
        </p:sp>
        <p:sp>
          <p:nvSpPr>
            <p:cNvPr id="66576" name="Line 104"/>
            <p:cNvSpPr/>
            <p:nvPr/>
          </p:nvSpPr>
          <p:spPr>
            <a:xfrm flipH="1" flipV="1">
              <a:off x="2200" y="1117"/>
              <a:ext cx="816" cy="0"/>
            </a:xfrm>
            <a:prstGeom prst="line">
              <a:avLst/>
            </a:prstGeom>
            <a:ln w="28575" cap="flat" cmpd="sng">
              <a:solidFill>
                <a:srgbClr val="FFCC00"/>
              </a:solidFill>
              <a:prstDash val="solid"/>
              <a:headEnd type="none" w="med" len="med"/>
              <a:tailEnd type="none" w="med" len="med"/>
            </a:ln>
          </p:spPr>
        </p:sp>
        <p:sp>
          <p:nvSpPr>
            <p:cNvPr id="66577" name="Line 105"/>
            <p:cNvSpPr/>
            <p:nvPr/>
          </p:nvSpPr>
          <p:spPr>
            <a:xfrm flipH="1">
              <a:off x="2200" y="1661"/>
              <a:ext cx="861" cy="0"/>
            </a:xfrm>
            <a:prstGeom prst="line">
              <a:avLst/>
            </a:prstGeom>
            <a:ln w="28575" cap="flat" cmpd="sng">
              <a:solidFill>
                <a:srgbClr val="FFCC00"/>
              </a:solidFill>
              <a:prstDash val="solid"/>
              <a:headEnd type="none" w="med" len="med"/>
              <a:tailEnd type="none" w="med" len="med"/>
            </a:ln>
          </p:spPr>
        </p:sp>
        <p:sp>
          <p:nvSpPr>
            <p:cNvPr id="66578" name="Oval 106"/>
            <p:cNvSpPr/>
            <p:nvPr/>
          </p:nvSpPr>
          <p:spPr>
            <a:xfrm>
              <a:off x="2123" y="1076"/>
              <a:ext cx="77" cy="6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6579" name="Oval 107"/>
            <p:cNvSpPr/>
            <p:nvPr/>
          </p:nvSpPr>
          <p:spPr>
            <a:xfrm>
              <a:off x="2123" y="1616"/>
              <a:ext cx="77" cy="6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6580" name="Oval 108"/>
            <p:cNvSpPr/>
            <p:nvPr/>
          </p:nvSpPr>
          <p:spPr>
            <a:xfrm>
              <a:off x="4150" y="1071"/>
              <a:ext cx="77" cy="6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6581" name="Oval 109"/>
            <p:cNvSpPr/>
            <p:nvPr/>
          </p:nvSpPr>
          <p:spPr>
            <a:xfrm>
              <a:off x="4195" y="1616"/>
              <a:ext cx="77" cy="6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6582" name="AutoShape 110"/>
            <p:cNvSpPr/>
            <p:nvPr/>
          </p:nvSpPr>
          <p:spPr>
            <a:xfrm rot="5400000">
              <a:off x="2745" y="844"/>
              <a:ext cx="952" cy="1044"/>
            </a:xfrm>
            <a:prstGeom prst="triangle">
              <a:avLst>
                <a:gd name="adj" fmla="val 50000"/>
              </a:avLst>
            </a:prstGeom>
            <a:gradFill rotWithShape="1">
              <a:gsLst>
                <a:gs pos="0">
                  <a:srgbClr val="FF9900"/>
                </a:gs>
                <a:gs pos="100000">
                  <a:srgbClr val="764700"/>
                </a:gs>
              </a:gsLst>
              <a:path path="shape">
                <a:fillToRect l="50000" t="50000" r="50000" b="50000"/>
              </a:path>
              <a:tileRect/>
            </a:gradFill>
            <a:ln w="9525">
              <a:noFill/>
            </a:ln>
          </p:spPr>
          <p:txBody>
            <a:bodyPr rot="10800000" vert="eaVert" wrap="none" anchor="ctr" anchorCtr="0"/>
            <a:p>
              <a:pPr algn="ctr"/>
              <a:r>
                <a:rPr lang="en-US" altLang="zh-CN" dirty="0">
                  <a:latin typeface="Arial" panose="020B0604020202020204" pitchFamily="34" charset="0"/>
                </a:rPr>
                <a:t>    </a:t>
              </a:r>
              <a:r>
                <a:rPr lang="zh-CN" altLang="en-US" dirty="0">
                  <a:latin typeface="Arial" panose="020B0604020202020204" pitchFamily="34" charset="0"/>
                </a:rPr>
                <a:t>放大器</a:t>
              </a:r>
              <a:endParaRPr lang="zh-CN" altLang="en-US" dirty="0">
                <a:latin typeface="Arial" panose="020B0604020202020204" pitchFamily="34" charset="0"/>
              </a:endParaRPr>
            </a:p>
          </p:txBody>
        </p:sp>
        <p:sp>
          <p:nvSpPr>
            <p:cNvPr id="66583" name="Line 111"/>
            <p:cNvSpPr/>
            <p:nvPr/>
          </p:nvSpPr>
          <p:spPr>
            <a:xfrm flipH="1">
              <a:off x="3424" y="527"/>
              <a:ext cx="635" cy="0"/>
            </a:xfrm>
            <a:prstGeom prst="line">
              <a:avLst/>
            </a:prstGeom>
            <a:ln w="28575" cap="flat" cmpd="sng">
              <a:solidFill>
                <a:srgbClr val="FFCC00"/>
              </a:solidFill>
              <a:prstDash val="solid"/>
              <a:headEnd type="none" w="med" len="med"/>
              <a:tailEnd type="none" w="med" len="med"/>
            </a:ln>
          </p:spPr>
        </p:sp>
        <p:sp>
          <p:nvSpPr>
            <p:cNvPr id="66584" name="Line 112"/>
            <p:cNvSpPr/>
            <p:nvPr/>
          </p:nvSpPr>
          <p:spPr>
            <a:xfrm flipH="1">
              <a:off x="2562" y="709"/>
              <a:ext cx="332" cy="0"/>
            </a:xfrm>
            <a:prstGeom prst="line">
              <a:avLst/>
            </a:prstGeom>
            <a:ln w="28575" cap="flat" cmpd="sng">
              <a:solidFill>
                <a:srgbClr val="FFCC00"/>
              </a:solidFill>
              <a:prstDash val="solid"/>
              <a:headEnd type="none" w="med" len="med"/>
              <a:tailEnd type="none" w="med" len="med"/>
            </a:ln>
          </p:spPr>
        </p:sp>
        <p:sp>
          <p:nvSpPr>
            <p:cNvPr id="66585" name="Line 113"/>
            <p:cNvSpPr/>
            <p:nvPr/>
          </p:nvSpPr>
          <p:spPr>
            <a:xfrm>
              <a:off x="2336" y="527"/>
              <a:ext cx="0" cy="590"/>
            </a:xfrm>
            <a:prstGeom prst="line">
              <a:avLst/>
            </a:prstGeom>
            <a:ln w="28575" cap="flat" cmpd="sng">
              <a:solidFill>
                <a:srgbClr val="FFCC00"/>
              </a:solidFill>
              <a:prstDash val="solid"/>
              <a:headEnd type="none" w="med" len="med"/>
              <a:tailEnd type="oval" w="med" len="med"/>
            </a:ln>
          </p:spPr>
        </p:sp>
        <p:sp>
          <p:nvSpPr>
            <p:cNvPr id="66586" name="Line 114"/>
            <p:cNvSpPr/>
            <p:nvPr/>
          </p:nvSpPr>
          <p:spPr>
            <a:xfrm flipH="1">
              <a:off x="2336" y="527"/>
              <a:ext cx="635" cy="0"/>
            </a:xfrm>
            <a:prstGeom prst="line">
              <a:avLst/>
            </a:prstGeom>
            <a:ln w="28575" cap="flat" cmpd="sng">
              <a:solidFill>
                <a:srgbClr val="FFCC00"/>
              </a:solidFill>
              <a:prstDash val="solid"/>
              <a:headEnd type="none" w="med" len="med"/>
              <a:tailEnd type="none" w="med" len="med"/>
            </a:ln>
          </p:spPr>
        </p:sp>
        <p:sp>
          <p:nvSpPr>
            <p:cNvPr id="30835" name="Rectangle 115"/>
            <p:cNvSpPr>
              <a:spLocks noChangeArrowheads="1"/>
            </p:cNvSpPr>
            <p:nvPr/>
          </p:nvSpPr>
          <p:spPr bwMode="auto">
            <a:xfrm>
              <a:off x="2653" y="436"/>
              <a:ext cx="1044" cy="317"/>
            </a:xfrm>
            <a:prstGeom prst="rect">
              <a:avLst/>
            </a:prstGeom>
            <a:gradFill rotWithShape="1">
              <a:gsLst>
                <a:gs pos="0">
                  <a:schemeClr val="hlink"/>
                </a:gs>
                <a:gs pos="100000">
                  <a:schemeClr val="hlink">
                    <a:gamma/>
                    <a:shade val="46275"/>
                    <a:invGamma/>
                  </a:schemeClr>
                </a:gs>
              </a:gsLst>
              <a:path path="shape">
                <a:fillToRect l="50000" t="50000" r="50000" b="50000"/>
              </a:path>
            </a:gradFill>
            <a:ln w="38100">
              <a:solidFill>
                <a:schemeClr val="hlink"/>
              </a:solid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rPr>
                <a:t>反馈网络</a:t>
              </a:r>
              <a:endParaRPr kumimoji="0" lang="zh-CN" altLang="en-US" sz="2800" b="1" i="0" u="none" strike="noStrike" kern="1200" cap="none" spc="0" normalizeH="0" baseline="0" noProof="0">
                <a:ln>
                  <a:noFill/>
                </a:ln>
                <a:solidFill>
                  <a:schemeClr val="bg1"/>
                </a:solidFill>
                <a:effectLst/>
                <a:uLnTx/>
                <a:uFillTx/>
                <a:latin typeface="Arial" panose="020B0604020202020204" pitchFamily="34" charset="0"/>
                <a:ea typeface="楷体_GB2312" pitchFamily="49" charset="-122"/>
                <a:cs typeface="+mn-cs"/>
              </a:endParaRPr>
            </a:p>
          </p:txBody>
        </p:sp>
        <p:sp>
          <p:nvSpPr>
            <p:cNvPr id="66588" name="Line 116"/>
            <p:cNvSpPr/>
            <p:nvPr/>
          </p:nvSpPr>
          <p:spPr>
            <a:xfrm>
              <a:off x="2562" y="709"/>
              <a:ext cx="0" cy="952"/>
            </a:xfrm>
            <a:prstGeom prst="line">
              <a:avLst/>
            </a:prstGeom>
            <a:ln w="28575" cap="flat" cmpd="sng">
              <a:solidFill>
                <a:srgbClr val="FFCC00"/>
              </a:solidFill>
              <a:prstDash val="solid"/>
              <a:headEnd type="none" w="med" len="med"/>
              <a:tailEnd type="oval" w="med" len="med"/>
            </a:ln>
          </p:spPr>
        </p:sp>
        <p:sp>
          <p:nvSpPr>
            <p:cNvPr id="66589" name="Line 117"/>
            <p:cNvSpPr/>
            <p:nvPr/>
          </p:nvSpPr>
          <p:spPr>
            <a:xfrm>
              <a:off x="4059" y="527"/>
              <a:ext cx="0" cy="590"/>
            </a:xfrm>
            <a:prstGeom prst="line">
              <a:avLst/>
            </a:prstGeom>
            <a:ln w="28575" cap="flat" cmpd="sng">
              <a:solidFill>
                <a:srgbClr val="FFCC00"/>
              </a:solidFill>
              <a:prstDash val="solid"/>
              <a:headEnd type="none" w="med" len="med"/>
              <a:tailEnd type="oval" w="med" len="med"/>
            </a:ln>
          </p:spPr>
        </p:sp>
        <p:sp>
          <p:nvSpPr>
            <p:cNvPr id="66590" name="Line 118"/>
            <p:cNvSpPr/>
            <p:nvPr/>
          </p:nvSpPr>
          <p:spPr>
            <a:xfrm>
              <a:off x="3833" y="709"/>
              <a:ext cx="0" cy="952"/>
            </a:xfrm>
            <a:prstGeom prst="line">
              <a:avLst/>
            </a:prstGeom>
            <a:ln w="28575" cap="flat" cmpd="sng">
              <a:solidFill>
                <a:srgbClr val="FFCC00"/>
              </a:solidFill>
              <a:prstDash val="solid"/>
              <a:headEnd type="none" w="med" len="med"/>
              <a:tailEnd type="oval" w="med" len="med"/>
            </a:ln>
          </p:spPr>
        </p:sp>
      </p:grpSp>
      <p:grpSp>
        <p:nvGrpSpPr>
          <p:cNvPr id="66570" name="Group 120"/>
          <p:cNvGrpSpPr/>
          <p:nvPr/>
        </p:nvGrpSpPr>
        <p:grpSpPr>
          <a:xfrm>
            <a:off x="6588125" y="6446838"/>
            <a:ext cx="792163" cy="366712"/>
            <a:chOff x="4649" y="4020"/>
            <a:chExt cx="499" cy="231"/>
          </a:xfrm>
        </p:grpSpPr>
        <p:pic>
          <p:nvPicPr>
            <p:cNvPr id="66571" name="Picture 12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6572" name="Text Box 12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0723">
                                            <p:txEl>
                                              <p:charRg st="0" end="37"/>
                                            </p:txEl>
                                          </p:spTgt>
                                        </p:tgtEl>
                                        <p:attrNameLst>
                                          <p:attrName>style.visibility</p:attrName>
                                        </p:attrNameLst>
                                      </p:cBhvr>
                                      <p:to>
                                        <p:strVal val="visible"/>
                                      </p:to>
                                    </p:set>
                                    <p:animEffect transition="in" filter="slide(fromBottom)">
                                      <p:cBhvr>
                                        <p:cTn id="13" dur="2000"/>
                                        <p:tgtEl>
                                          <p:spTgt spid="30723">
                                            <p:txEl>
                                              <p:charRg st="0" end="3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par>
                          <p:cTn id="19" fill="hold">
                            <p:stCondLst>
                              <p:cond delay="500"/>
                            </p:stCondLst>
                            <p:childTnLst>
                              <p:par>
                                <p:cTn id="20" presetID="12" presetClass="entr" presetSubtype="4" fill="hold" grpId="0" nodeType="afterEffect">
                                  <p:stCondLst>
                                    <p:cond delay="0"/>
                                  </p:stCondLst>
                                  <p:childTnLst>
                                    <p:set>
                                      <p:cBhvr>
                                        <p:cTn id="21" dur="1" fill="hold">
                                          <p:stCondLst>
                                            <p:cond delay="0"/>
                                          </p:stCondLst>
                                        </p:cTn>
                                        <p:tgtEl>
                                          <p:spTgt spid="30724"/>
                                        </p:tgtEl>
                                        <p:attrNameLst>
                                          <p:attrName>style.visibility</p:attrName>
                                        </p:attrNameLst>
                                      </p:cBhvr>
                                      <p:to>
                                        <p:strVal val="visible"/>
                                      </p:to>
                                    </p:set>
                                    <p:animEffect transition="in" filter="slide(fromBottom)">
                                      <p:cBhvr>
                                        <p:cTn id="22" dur="500"/>
                                        <p:tgtEl>
                                          <p:spTgt spid="3072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1000"/>
                                        <p:tgtEl>
                                          <p:spTgt spid="2"/>
                                        </p:tgtEl>
                                      </p:cBhvr>
                                    </p:animEffect>
                                  </p:childTnLst>
                                </p:cTn>
                              </p:par>
                            </p:childTnLst>
                          </p:cTn>
                        </p:par>
                        <p:par>
                          <p:cTn id="28" fill="hold">
                            <p:stCondLst>
                              <p:cond delay="1000"/>
                            </p:stCondLst>
                            <p:childTnLst>
                              <p:par>
                                <p:cTn id="29" presetID="12" presetClass="entr" presetSubtype="4" fill="hold" grpId="0" nodeType="afterEffect">
                                  <p:stCondLst>
                                    <p:cond delay="0"/>
                                  </p:stCondLst>
                                  <p:childTnLst>
                                    <p:set>
                                      <p:cBhvr>
                                        <p:cTn id="30" dur="1" fill="hold">
                                          <p:stCondLst>
                                            <p:cond delay="0"/>
                                          </p:stCondLst>
                                        </p:cTn>
                                        <p:tgtEl>
                                          <p:spTgt spid="30736"/>
                                        </p:tgtEl>
                                        <p:attrNameLst>
                                          <p:attrName>style.visibility</p:attrName>
                                        </p:attrNameLst>
                                      </p:cBhvr>
                                      <p:to>
                                        <p:strVal val="visible"/>
                                      </p:to>
                                    </p:set>
                                    <p:animEffect transition="in" filter="slide(fromBottom)">
                                      <p:cBhvr>
                                        <p:cTn id="31" dur="500"/>
                                        <p:tgtEl>
                                          <p:spTgt spid="30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P spid="30724" grpId="0"/>
      <p:bldP spid="307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684213" y="620713"/>
            <a:ext cx="3671887" cy="2165350"/>
            <a:chOff x="3113" y="718"/>
            <a:chExt cx="1802" cy="1215"/>
          </a:xfrm>
        </p:grpSpPr>
        <p:sp>
          <p:nvSpPr>
            <p:cNvPr id="67623" name="Text Box 3"/>
            <p:cNvSpPr txBox="1"/>
            <p:nvPr/>
          </p:nvSpPr>
          <p:spPr>
            <a:xfrm>
              <a:off x="3669" y="1642"/>
              <a:ext cx="758" cy="291"/>
            </a:xfrm>
            <a:prstGeom prst="rect">
              <a:avLst/>
            </a:prstGeom>
            <a:noFill/>
            <a:ln w="28575">
              <a:noFill/>
            </a:ln>
          </p:spPr>
          <p:txBody>
            <a:bodyPr>
              <a:spAutoFit/>
            </a:bodyPr>
            <a:p>
              <a:pPr>
                <a:spcBef>
                  <a:spcPct val="50000"/>
                </a:spcBef>
              </a:pPr>
              <a:r>
                <a:rPr lang="zh-CN" altLang="en-US" dirty="0">
                  <a:latin typeface="Times New Roman" panose="02020603050405020304" pitchFamily="18" charset="0"/>
                </a:rPr>
                <a:t>晶体管</a:t>
              </a:r>
              <a:endParaRPr lang="zh-CN" altLang="en-US" dirty="0">
                <a:latin typeface="Times New Roman" panose="02020603050405020304" pitchFamily="18" charset="0"/>
              </a:endParaRPr>
            </a:p>
          </p:txBody>
        </p:sp>
        <p:sp>
          <p:nvSpPr>
            <p:cNvPr id="67624" name="Line 4"/>
            <p:cNvSpPr/>
            <p:nvPr/>
          </p:nvSpPr>
          <p:spPr>
            <a:xfrm>
              <a:off x="3995" y="746"/>
              <a:ext cx="852" cy="0"/>
            </a:xfrm>
            <a:prstGeom prst="line">
              <a:avLst/>
            </a:prstGeom>
            <a:ln w="28575" cap="flat" cmpd="sng">
              <a:solidFill>
                <a:srgbClr val="FFCC00"/>
              </a:solidFill>
              <a:prstDash val="solid"/>
              <a:headEnd type="none" w="med" len="med"/>
              <a:tailEnd type="none" w="med" len="med"/>
            </a:ln>
          </p:spPr>
        </p:sp>
        <p:sp>
          <p:nvSpPr>
            <p:cNvPr id="67625" name="Line 5"/>
            <p:cNvSpPr/>
            <p:nvPr/>
          </p:nvSpPr>
          <p:spPr>
            <a:xfrm>
              <a:off x="4173" y="1510"/>
              <a:ext cx="678" cy="0"/>
            </a:xfrm>
            <a:prstGeom prst="line">
              <a:avLst/>
            </a:prstGeom>
            <a:ln w="28575" cap="flat" cmpd="sng">
              <a:solidFill>
                <a:srgbClr val="FFCC00"/>
              </a:solidFill>
              <a:prstDash val="solid"/>
              <a:headEnd type="none" w="med" len="med"/>
              <a:tailEnd type="none" w="med" len="med"/>
            </a:ln>
          </p:spPr>
        </p:sp>
        <p:sp>
          <p:nvSpPr>
            <p:cNvPr id="67626" name="Line 6"/>
            <p:cNvSpPr/>
            <p:nvPr/>
          </p:nvSpPr>
          <p:spPr>
            <a:xfrm flipH="1">
              <a:off x="3171" y="1065"/>
              <a:ext cx="671" cy="0"/>
            </a:xfrm>
            <a:prstGeom prst="line">
              <a:avLst/>
            </a:prstGeom>
            <a:ln w="28575" cap="flat" cmpd="sng">
              <a:solidFill>
                <a:srgbClr val="FFCC00"/>
              </a:solidFill>
              <a:prstDash val="solid"/>
              <a:headEnd type="none" w="med" len="med"/>
              <a:tailEnd type="none" w="med" len="med"/>
            </a:ln>
          </p:spPr>
        </p:sp>
        <p:sp>
          <p:nvSpPr>
            <p:cNvPr id="67627" name="Line 7"/>
            <p:cNvSpPr/>
            <p:nvPr/>
          </p:nvSpPr>
          <p:spPr>
            <a:xfrm flipH="1">
              <a:off x="3198" y="1510"/>
              <a:ext cx="1635" cy="0"/>
            </a:xfrm>
            <a:prstGeom prst="line">
              <a:avLst/>
            </a:prstGeom>
            <a:ln w="28575" cap="flat" cmpd="sng">
              <a:solidFill>
                <a:srgbClr val="FFCC00"/>
              </a:solidFill>
              <a:prstDash val="solid"/>
              <a:headEnd type="none" w="med" len="med"/>
              <a:tailEnd type="none" w="med" len="med"/>
            </a:ln>
          </p:spPr>
        </p:sp>
        <p:sp>
          <p:nvSpPr>
            <p:cNvPr id="67628" name="Oval 8"/>
            <p:cNvSpPr/>
            <p:nvPr/>
          </p:nvSpPr>
          <p:spPr>
            <a:xfrm>
              <a:off x="3113" y="1031"/>
              <a:ext cx="62"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29" name="Oval 9"/>
            <p:cNvSpPr/>
            <p:nvPr/>
          </p:nvSpPr>
          <p:spPr>
            <a:xfrm>
              <a:off x="3140" y="1472"/>
              <a:ext cx="62"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30" name="Oval 10"/>
            <p:cNvSpPr/>
            <p:nvPr/>
          </p:nvSpPr>
          <p:spPr>
            <a:xfrm>
              <a:off x="4853" y="1472"/>
              <a:ext cx="62"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31" name="Oval 11"/>
            <p:cNvSpPr/>
            <p:nvPr/>
          </p:nvSpPr>
          <p:spPr>
            <a:xfrm>
              <a:off x="4843" y="718"/>
              <a:ext cx="61"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32" name="Line 12"/>
            <p:cNvSpPr/>
            <p:nvPr/>
          </p:nvSpPr>
          <p:spPr>
            <a:xfrm flipH="1">
              <a:off x="3845" y="955"/>
              <a:ext cx="0" cy="218"/>
            </a:xfrm>
            <a:prstGeom prst="line">
              <a:avLst/>
            </a:prstGeom>
            <a:ln w="38100" cap="flat" cmpd="sng">
              <a:solidFill>
                <a:srgbClr val="FF9900"/>
              </a:solidFill>
              <a:prstDash val="solid"/>
              <a:headEnd type="none" w="med" len="med"/>
              <a:tailEnd type="none" w="med" len="med"/>
            </a:ln>
          </p:spPr>
        </p:sp>
        <p:sp>
          <p:nvSpPr>
            <p:cNvPr id="67633" name="Line 13"/>
            <p:cNvSpPr/>
            <p:nvPr/>
          </p:nvSpPr>
          <p:spPr>
            <a:xfrm flipV="1">
              <a:off x="3854" y="946"/>
              <a:ext cx="146" cy="118"/>
            </a:xfrm>
            <a:prstGeom prst="line">
              <a:avLst/>
            </a:prstGeom>
            <a:ln w="38100" cap="flat" cmpd="sng">
              <a:solidFill>
                <a:srgbClr val="FF9900"/>
              </a:solidFill>
              <a:prstDash val="solid"/>
              <a:headEnd type="none" w="med" len="med"/>
              <a:tailEnd type="none" w="med" len="med"/>
            </a:ln>
          </p:spPr>
        </p:sp>
        <p:sp>
          <p:nvSpPr>
            <p:cNvPr id="67634" name="Line 14"/>
            <p:cNvSpPr/>
            <p:nvPr/>
          </p:nvSpPr>
          <p:spPr>
            <a:xfrm flipH="1" flipV="1">
              <a:off x="3990" y="727"/>
              <a:ext cx="1" cy="246"/>
            </a:xfrm>
            <a:prstGeom prst="line">
              <a:avLst/>
            </a:prstGeom>
            <a:ln w="38100" cap="flat" cmpd="sng">
              <a:solidFill>
                <a:srgbClr val="FF9900"/>
              </a:solidFill>
              <a:prstDash val="solid"/>
              <a:headEnd type="none" w="med" len="med"/>
              <a:tailEnd type="none" w="med" len="med"/>
            </a:ln>
          </p:spPr>
        </p:sp>
        <p:sp>
          <p:nvSpPr>
            <p:cNvPr id="67635" name="Line 15"/>
            <p:cNvSpPr/>
            <p:nvPr/>
          </p:nvSpPr>
          <p:spPr>
            <a:xfrm>
              <a:off x="3845" y="1055"/>
              <a:ext cx="173" cy="145"/>
            </a:xfrm>
            <a:prstGeom prst="line">
              <a:avLst/>
            </a:prstGeom>
            <a:ln w="38100" cap="flat" cmpd="sng">
              <a:solidFill>
                <a:srgbClr val="FF9900"/>
              </a:solidFill>
              <a:prstDash val="solid"/>
              <a:headEnd type="none" w="med" len="med"/>
              <a:tailEnd type="triangle" w="med" len="med"/>
            </a:ln>
          </p:spPr>
        </p:sp>
        <p:sp>
          <p:nvSpPr>
            <p:cNvPr id="67636" name="Line 16"/>
            <p:cNvSpPr/>
            <p:nvPr/>
          </p:nvSpPr>
          <p:spPr>
            <a:xfrm>
              <a:off x="4000" y="1173"/>
              <a:ext cx="0" cy="345"/>
            </a:xfrm>
            <a:prstGeom prst="line">
              <a:avLst/>
            </a:prstGeom>
            <a:ln w="38100" cap="flat" cmpd="sng">
              <a:solidFill>
                <a:srgbClr val="FF9900"/>
              </a:solidFill>
              <a:prstDash val="solid"/>
              <a:headEnd type="none" w="med" len="med"/>
              <a:tailEnd type="none" w="med" len="med"/>
            </a:ln>
          </p:spPr>
        </p:sp>
      </p:grpSp>
      <p:grpSp>
        <p:nvGrpSpPr>
          <p:cNvPr id="3" name="Group 59"/>
          <p:cNvGrpSpPr/>
          <p:nvPr/>
        </p:nvGrpSpPr>
        <p:grpSpPr>
          <a:xfrm>
            <a:off x="5219700" y="765175"/>
            <a:ext cx="3005138" cy="1836738"/>
            <a:chOff x="3288" y="482"/>
            <a:chExt cx="1893" cy="1157"/>
          </a:xfrm>
        </p:grpSpPr>
        <p:sp>
          <p:nvSpPr>
            <p:cNvPr id="67616" name="Text Box 18"/>
            <p:cNvSpPr txBox="1"/>
            <p:nvPr/>
          </p:nvSpPr>
          <p:spPr>
            <a:xfrm>
              <a:off x="3856" y="1312"/>
              <a:ext cx="813" cy="327"/>
            </a:xfrm>
            <a:prstGeom prst="rect">
              <a:avLst/>
            </a:prstGeom>
            <a:noFill/>
            <a:ln w="28575">
              <a:noFill/>
            </a:ln>
          </p:spPr>
          <p:txBody>
            <a:bodyPr>
              <a:spAutoFit/>
            </a:bodyPr>
            <a:p>
              <a:pPr>
                <a:spcBef>
                  <a:spcPct val="50000"/>
                </a:spcBef>
              </a:pPr>
              <a:r>
                <a:rPr lang="zh-CN" altLang="en-US" dirty="0">
                  <a:latin typeface="Times New Roman" panose="02020603050405020304" pitchFamily="18" charset="0"/>
                </a:rPr>
                <a:t>传输线</a:t>
              </a:r>
              <a:endParaRPr lang="zh-CN" altLang="en-US" dirty="0">
                <a:latin typeface="Times New Roman" panose="02020603050405020304" pitchFamily="18" charset="0"/>
              </a:endParaRPr>
            </a:p>
          </p:txBody>
        </p:sp>
        <p:sp>
          <p:nvSpPr>
            <p:cNvPr id="67617" name="Line 19"/>
            <p:cNvSpPr/>
            <p:nvPr/>
          </p:nvSpPr>
          <p:spPr>
            <a:xfrm>
              <a:off x="3334" y="527"/>
              <a:ext cx="1769" cy="0"/>
            </a:xfrm>
            <a:prstGeom prst="line">
              <a:avLst/>
            </a:prstGeom>
            <a:ln w="28575" cap="flat" cmpd="sng">
              <a:solidFill>
                <a:srgbClr val="FFCC00"/>
              </a:solidFill>
              <a:prstDash val="solid"/>
              <a:headEnd type="none" w="med" len="med"/>
              <a:tailEnd type="none" w="med" len="med"/>
            </a:ln>
          </p:spPr>
        </p:sp>
        <p:sp>
          <p:nvSpPr>
            <p:cNvPr id="67618" name="Line 22"/>
            <p:cNvSpPr/>
            <p:nvPr/>
          </p:nvSpPr>
          <p:spPr>
            <a:xfrm flipH="1">
              <a:off x="3334" y="1162"/>
              <a:ext cx="1769" cy="0"/>
            </a:xfrm>
            <a:prstGeom prst="line">
              <a:avLst/>
            </a:prstGeom>
            <a:ln w="28575" cap="flat" cmpd="sng">
              <a:solidFill>
                <a:srgbClr val="FFCC00"/>
              </a:solidFill>
              <a:prstDash val="solid"/>
              <a:headEnd type="none" w="med" len="med"/>
              <a:tailEnd type="none" w="med" len="med"/>
            </a:ln>
          </p:spPr>
        </p:sp>
        <p:sp>
          <p:nvSpPr>
            <p:cNvPr id="67619" name="Oval 23"/>
            <p:cNvSpPr/>
            <p:nvPr/>
          </p:nvSpPr>
          <p:spPr>
            <a:xfrm>
              <a:off x="3288" y="482"/>
              <a:ext cx="67"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20" name="Oval 24"/>
            <p:cNvSpPr/>
            <p:nvPr/>
          </p:nvSpPr>
          <p:spPr>
            <a:xfrm>
              <a:off x="3288" y="1151"/>
              <a:ext cx="67"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21" name="Oval 25"/>
            <p:cNvSpPr/>
            <p:nvPr/>
          </p:nvSpPr>
          <p:spPr>
            <a:xfrm>
              <a:off x="5103" y="1117"/>
              <a:ext cx="67"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22" name="Oval 26"/>
            <p:cNvSpPr/>
            <p:nvPr/>
          </p:nvSpPr>
          <p:spPr>
            <a:xfrm>
              <a:off x="5116" y="488"/>
              <a:ext cx="65" cy="5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33819" name="Text Box 27"/>
          <p:cNvSpPr txBox="1"/>
          <p:nvPr/>
        </p:nvSpPr>
        <p:spPr>
          <a:xfrm>
            <a:off x="3708400" y="5445125"/>
            <a:ext cx="1368425" cy="519113"/>
          </a:xfrm>
          <a:prstGeom prst="rect">
            <a:avLst/>
          </a:prstGeom>
          <a:noFill/>
          <a:ln w="9525">
            <a:noFill/>
          </a:ln>
        </p:spPr>
        <p:txBody>
          <a:bodyPr>
            <a:spAutoFit/>
          </a:bodyPr>
          <a:p>
            <a:pPr>
              <a:spcBef>
                <a:spcPct val="50000"/>
              </a:spcBef>
            </a:pPr>
            <a:r>
              <a:rPr lang="zh-CN" altLang="en-US" dirty="0">
                <a:latin typeface="Times New Roman" panose="02020603050405020304" pitchFamily="18" charset="0"/>
              </a:rPr>
              <a:t>变压器</a:t>
            </a:r>
            <a:endParaRPr lang="zh-CN" altLang="en-US" dirty="0">
              <a:latin typeface="Times New Roman" panose="02020603050405020304" pitchFamily="18" charset="0"/>
            </a:endParaRPr>
          </a:p>
        </p:txBody>
      </p:sp>
      <p:grpSp>
        <p:nvGrpSpPr>
          <p:cNvPr id="4" name="Group 28"/>
          <p:cNvGrpSpPr/>
          <p:nvPr/>
        </p:nvGrpSpPr>
        <p:grpSpPr>
          <a:xfrm>
            <a:off x="2771775" y="3500438"/>
            <a:ext cx="3382963" cy="1727200"/>
            <a:chOff x="1121" y="2107"/>
            <a:chExt cx="2621" cy="1502"/>
          </a:xfrm>
        </p:grpSpPr>
        <p:sp>
          <p:nvSpPr>
            <p:cNvPr id="67599" name="Line 29"/>
            <p:cNvSpPr/>
            <p:nvPr/>
          </p:nvSpPr>
          <p:spPr>
            <a:xfrm flipV="1">
              <a:off x="2651" y="2378"/>
              <a:ext cx="1" cy="203"/>
            </a:xfrm>
            <a:prstGeom prst="line">
              <a:avLst/>
            </a:prstGeom>
            <a:ln w="38100" cap="flat" cmpd="sng">
              <a:solidFill>
                <a:srgbClr val="FFCC00"/>
              </a:solidFill>
              <a:prstDash val="solid"/>
              <a:headEnd type="none" w="med" len="med"/>
              <a:tailEnd type="none" w="med" len="med"/>
            </a:ln>
          </p:spPr>
        </p:sp>
        <p:sp>
          <p:nvSpPr>
            <p:cNvPr id="67600" name="Line 30"/>
            <p:cNvSpPr/>
            <p:nvPr/>
          </p:nvSpPr>
          <p:spPr>
            <a:xfrm flipV="1">
              <a:off x="2651" y="3380"/>
              <a:ext cx="1" cy="197"/>
            </a:xfrm>
            <a:prstGeom prst="line">
              <a:avLst/>
            </a:prstGeom>
            <a:ln w="38100" cap="flat" cmpd="sng">
              <a:solidFill>
                <a:srgbClr val="FFCC00"/>
              </a:solidFill>
              <a:prstDash val="solid"/>
              <a:headEnd type="none" w="med" len="med"/>
              <a:tailEnd type="none" w="med" len="med"/>
            </a:ln>
          </p:spPr>
        </p:sp>
        <p:sp>
          <p:nvSpPr>
            <p:cNvPr id="67601" name="Freeform 31"/>
            <p:cNvSpPr/>
            <p:nvPr/>
          </p:nvSpPr>
          <p:spPr>
            <a:xfrm>
              <a:off x="2554" y="2581"/>
              <a:ext cx="103" cy="799"/>
            </a:xfrm>
            <a:custGeom>
              <a:avLst/>
              <a:gdLst>
                <a:gd name="txL" fmla="*/ 0 w 103"/>
                <a:gd name="txT" fmla="*/ 0 h 799"/>
                <a:gd name="txR" fmla="*/ 103 w 103"/>
                <a:gd name="txB" fmla="*/ 799 h 799"/>
              </a:gdLst>
              <a:ahLst/>
              <a:cxnLst>
                <a:cxn ang="0">
                  <a:pos x="103" y="799"/>
                </a:cxn>
                <a:cxn ang="0">
                  <a:pos x="65" y="788"/>
                </a:cxn>
                <a:cxn ang="0">
                  <a:pos x="33" y="767"/>
                </a:cxn>
                <a:cxn ang="0">
                  <a:pos x="11" y="735"/>
                </a:cxn>
                <a:cxn ang="0">
                  <a:pos x="0" y="698"/>
                </a:cxn>
                <a:cxn ang="0">
                  <a:pos x="11" y="660"/>
                </a:cxn>
                <a:cxn ang="0">
                  <a:pos x="33" y="629"/>
                </a:cxn>
                <a:cxn ang="0">
                  <a:pos x="65" y="607"/>
                </a:cxn>
                <a:cxn ang="0">
                  <a:pos x="103" y="597"/>
                </a:cxn>
                <a:cxn ang="0">
                  <a:pos x="65" y="591"/>
                </a:cxn>
                <a:cxn ang="0">
                  <a:pos x="33" y="570"/>
                </a:cxn>
                <a:cxn ang="0">
                  <a:pos x="11" y="538"/>
                </a:cxn>
                <a:cxn ang="0">
                  <a:pos x="0" y="501"/>
                </a:cxn>
                <a:cxn ang="0">
                  <a:pos x="11" y="463"/>
                </a:cxn>
                <a:cxn ang="0">
                  <a:pos x="33" y="426"/>
                </a:cxn>
                <a:cxn ang="0">
                  <a:pos x="65" y="405"/>
                </a:cxn>
                <a:cxn ang="0">
                  <a:pos x="103" y="399"/>
                </a:cxn>
                <a:cxn ang="0">
                  <a:pos x="65" y="394"/>
                </a:cxn>
                <a:cxn ang="0">
                  <a:pos x="33" y="367"/>
                </a:cxn>
                <a:cxn ang="0">
                  <a:pos x="11" y="335"/>
                </a:cxn>
                <a:cxn ang="0">
                  <a:pos x="0" y="298"/>
                </a:cxn>
                <a:cxn ang="0">
                  <a:pos x="11" y="261"/>
                </a:cxn>
                <a:cxn ang="0">
                  <a:pos x="33" y="229"/>
                </a:cxn>
                <a:cxn ang="0">
                  <a:pos x="65" y="208"/>
                </a:cxn>
                <a:cxn ang="0">
                  <a:pos x="103" y="197"/>
                </a:cxn>
                <a:cxn ang="0">
                  <a:pos x="65" y="192"/>
                </a:cxn>
                <a:cxn ang="0">
                  <a:pos x="33" y="170"/>
                </a:cxn>
                <a:cxn ang="0">
                  <a:pos x="11" y="138"/>
                </a:cxn>
                <a:cxn ang="0">
                  <a:pos x="0" y="101"/>
                </a:cxn>
                <a:cxn ang="0">
                  <a:pos x="11" y="64"/>
                </a:cxn>
                <a:cxn ang="0">
                  <a:pos x="33" y="26"/>
                </a:cxn>
                <a:cxn ang="0">
                  <a:pos x="65" y="5"/>
                </a:cxn>
                <a:cxn ang="0">
                  <a:pos x="103" y="0"/>
                </a:cxn>
              </a:cxnLst>
              <a:rect l="txL" t="txT" r="txR" b="txB"/>
              <a:pathLst>
                <a:path w="103" h="799">
                  <a:moveTo>
                    <a:pt x="103" y="799"/>
                  </a:moveTo>
                  <a:lnTo>
                    <a:pt x="65" y="788"/>
                  </a:lnTo>
                  <a:lnTo>
                    <a:pt x="33" y="767"/>
                  </a:lnTo>
                  <a:lnTo>
                    <a:pt x="11" y="735"/>
                  </a:lnTo>
                  <a:lnTo>
                    <a:pt x="0" y="698"/>
                  </a:lnTo>
                  <a:lnTo>
                    <a:pt x="11" y="660"/>
                  </a:lnTo>
                  <a:lnTo>
                    <a:pt x="33" y="629"/>
                  </a:lnTo>
                  <a:lnTo>
                    <a:pt x="65" y="607"/>
                  </a:lnTo>
                  <a:lnTo>
                    <a:pt x="103" y="597"/>
                  </a:lnTo>
                  <a:lnTo>
                    <a:pt x="65" y="591"/>
                  </a:lnTo>
                  <a:lnTo>
                    <a:pt x="33" y="570"/>
                  </a:lnTo>
                  <a:lnTo>
                    <a:pt x="11" y="538"/>
                  </a:lnTo>
                  <a:lnTo>
                    <a:pt x="0" y="501"/>
                  </a:lnTo>
                  <a:lnTo>
                    <a:pt x="11" y="463"/>
                  </a:lnTo>
                  <a:lnTo>
                    <a:pt x="33" y="426"/>
                  </a:lnTo>
                  <a:lnTo>
                    <a:pt x="65" y="405"/>
                  </a:lnTo>
                  <a:lnTo>
                    <a:pt x="103" y="399"/>
                  </a:lnTo>
                  <a:lnTo>
                    <a:pt x="65" y="394"/>
                  </a:lnTo>
                  <a:lnTo>
                    <a:pt x="33" y="367"/>
                  </a:lnTo>
                  <a:lnTo>
                    <a:pt x="11" y="335"/>
                  </a:lnTo>
                  <a:lnTo>
                    <a:pt x="0" y="298"/>
                  </a:lnTo>
                  <a:lnTo>
                    <a:pt x="11" y="261"/>
                  </a:lnTo>
                  <a:lnTo>
                    <a:pt x="33" y="229"/>
                  </a:lnTo>
                  <a:lnTo>
                    <a:pt x="65" y="208"/>
                  </a:lnTo>
                  <a:lnTo>
                    <a:pt x="103" y="197"/>
                  </a:lnTo>
                  <a:lnTo>
                    <a:pt x="65" y="192"/>
                  </a:lnTo>
                  <a:lnTo>
                    <a:pt x="33" y="170"/>
                  </a:lnTo>
                  <a:lnTo>
                    <a:pt x="11" y="138"/>
                  </a:lnTo>
                  <a:lnTo>
                    <a:pt x="0" y="101"/>
                  </a:lnTo>
                  <a:lnTo>
                    <a:pt x="11" y="64"/>
                  </a:lnTo>
                  <a:lnTo>
                    <a:pt x="33" y="26"/>
                  </a:lnTo>
                  <a:lnTo>
                    <a:pt x="65" y="5"/>
                  </a:lnTo>
                  <a:lnTo>
                    <a:pt x="103" y="0"/>
                  </a:lnTo>
                </a:path>
              </a:pathLst>
            </a:custGeom>
            <a:noFill/>
            <a:ln w="38100" cap="flat" cmpd="sng">
              <a:solidFill>
                <a:srgbClr val="FF9900"/>
              </a:solidFill>
              <a:prstDash val="solid"/>
              <a:round/>
              <a:headEnd type="none" w="med" len="med"/>
              <a:tailEnd type="none" w="med" len="med"/>
            </a:ln>
          </p:spPr>
          <p:txBody>
            <a:bodyPr/>
            <a:p>
              <a:endParaRPr lang="zh-CN" altLang="en-US" dirty="0">
                <a:latin typeface="Arial" panose="020B0604020202020204" pitchFamily="34" charset="0"/>
              </a:endParaRPr>
            </a:p>
          </p:txBody>
        </p:sp>
        <p:sp>
          <p:nvSpPr>
            <p:cNvPr id="67602" name="Line 32"/>
            <p:cNvSpPr/>
            <p:nvPr/>
          </p:nvSpPr>
          <p:spPr>
            <a:xfrm>
              <a:off x="2197" y="3380"/>
              <a:ext cx="1" cy="197"/>
            </a:xfrm>
            <a:prstGeom prst="line">
              <a:avLst/>
            </a:prstGeom>
            <a:ln w="38100" cap="flat" cmpd="sng">
              <a:solidFill>
                <a:srgbClr val="FFCC00"/>
              </a:solidFill>
              <a:prstDash val="solid"/>
              <a:headEnd type="none" w="med" len="med"/>
              <a:tailEnd type="none" w="med" len="med"/>
            </a:ln>
          </p:spPr>
        </p:sp>
        <p:sp>
          <p:nvSpPr>
            <p:cNvPr id="67603" name="Line 33"/>
            <p:cNvSpPr/>
            <p:nvPr/>
          </p:nvSpPr>
          <p:spPr>
            <a:xfrm>
              <a:off x="2197" y="2378"/>
              <a:ext cx="0" cy="203"/>
            </a:xfrm>
            <a:prstGeom prst="line">
              <a:avLst/>
            </a:prstGeom>
            <a:ln w="38100" cap="flat" cmpd="sng">
              <a:solidFill>
                <a:srgbClr val="FFCC00"/>
              </a:solidFill>
              <a:prstDash val="solid"/>
              <a:headEnd type="none" w="med" len="med"/>
              <a:tailEnd type="none" w="med" len="med"/>
            </a:ln>
          </p:spPr>
        </p:sp>
        <p:sp>
          <p:nvSpPr>
            <p:cNvPr id="67604" name="Freeform 34"/>
            <p:cNvSpPr/>
            <p:nvPr/>
          </p:nvSpPr>
          <p:spPr>
            <a:xfrm>
              <a:off x="2191" y="2581"/>
              <a:ext cx="97" cy="799"/>
            </a:xfrm>
            <a:custGeom>
              <a:avLst/>
              <a:gdLst>
                <a:gd name="txL" fmla="*/ 0 w 97"/>
                <a:gd name="txT" fmla="*/ 0 h 799"/>
                <a:gd name="txR" fmla="*/ 97 w 97"/>
                <a:gd name="txB" fmla="*/ 799 h 799"/>
              </a:gdLst>
              <a:ahLst/>
              <a:cxnLst>
                <a:cxn ang="0">
                  <a:pos x="0" y="0"/>
                </a:cxn>
                <a:cxn ang="0">
                  <a:pos x="38" y="5"/>
                </a:cxn>
                <a:cxn ang="0">
                  <a:pos x="70" y="26"/>
                </a:cxn>
                <a:cxn ang="0">
                  <a:pos x="92" y="64"/>
                </a:cxn>
                <a:cxn ang="0">
                  <a:pos x="97" y="101"/>
                </a:cxn>
                <a:cxn ang="0">
                  <a:pos x="92" y="138"/>
                </a:cxn>
                <a:cxn ang="0">
                  <a:pos x="70" y="170"/>
                </a:cxn>
                <a:cxn ang="0">
                  <a:pos x="38" y="192"/>
                </a:cxn>
                <a:cxn ang="0">
                  <a:pos x="0" y="197"/>
                </a:cxn>
                <a:cxn ang="0">
                  <a:pos x="38" y="208"/>
                </a:cxn>
                <a:cxn ang="0">
                  <a:pos x="70" y="229"/>
                </a:cxn>
                <a:cxn ang="0">
                  <a:pos x="92" y="261"/>
                </a:cxn>
                <a:cxn ang="0">
                  <a:pos x="97" y="298"/>
                </a:cxn>
                <a:cxn ang="0">
                  <a:pos x="92" y="335"/>
                </a:cxn>
                <a:cxn ang="0">
                  <a:pos x="70" y="367"/>
                </a:cxn>
                <a:cxn ang="0">
                  <a:pos x="38" y="394"/>
                </a:cxn>
                <a:cxn ang="0">
                  <a:pos x="0" y="399"/>
                </a:cxn>
                <a:cxn ang="0">
                  <a:pos x="38" y="405"/>
                </a:cxn>
                <a:cxn ang="0">
                  <a:pos x="70" y="426"/>
                </a:cxn>
                <a:cxn ang="0">
                  <a:pos x="92" y="463"/>
                </a:cxn>
                <a:cxn ang="0">
                  <a:pos x="97" y="501"/>
                </a:cxn>
                <a:cxn ang="0">
                  <a:pos x="92" y="538"/>
                </a:cxn>
                <a:cxn ang="0">
                  <a:pos x="70" y="570"/>
                </a:cxn>
                <a:cxn ang="0">
                  <a:pos x="38" y="591"/>
                </a:cxn>
                <a:cxn ang="0">
                  <a:pos x="0" y="597"/>
                </a:cxn>
                <a:cxn ang="0">
                  <a:pos x="38" y="607"/>
                </a:cxn>
                <a:cxn ang="0">
                  <a:pos x="70" y="629"/>
                </a:cxn>
                <a:cxn ang="0">
                  <a:pos x="92" y="660"/>
                </a:cxn>
                <a:cxn ang="0">
                  <a:pos x="97" y="698"/>
                </a:cxn>
                <a:cxn ang="0">
                  <a:pos x="92" y="735"/>
                </a:cxn>
                <a:cxn ang="0">
                  <a:pos x="70" y="767"/>
                </a:cxn>
                <a:cxn ang="0">
                  <a:pos x="38" y="788"/>
                </a:cxn>
                <a:cxn ang="0">
                  <a:pos x="0" y="799"/>
                </a:cxn>
              </a:cxnLst>
              <a:rect l="txL" t="txT" r="txR" b="txB"/>
              <a:pathLst>
                <a:path w="97" h="799">
                  <a:moveTo>
                    <a:pt x="0" y="0"/>
                  </a:moveTo>
                  <a:lnTo>
                    <a:pt x="38" y="5"/>
                  </a:lnTo>
                  <a:lnTo>
                    <a:pt x="70" y="26"/>
                  </a:lnTo>
                  <a:lnTo>
                    <a:pt x="92" y="64"/>
                  </a:lnTo>
                  <a:lnTo>
                    <a:pt x="97" y="101"/>
                  </a:lnTo>
                  <a:lnTo>
                    <a:pt x="92" y="138"/>
                  </a:lnTo>
                  <a:lnTo>
                    <a:pt x="70" y="170"/>
                  </a:lnTo>
                  <a:lnTo>
                    <a:pt x="38" y="192"/>
                  </a:lnTo>
                  <a:lnTo>
                    <a:pt x="0" y="197"/>
                  </a:lnTo>
                  <a:lnTo>
                    <a:pt x="38" y="208"/>
                  </a:lnTo>
                  <a:lnTo>
                    <a:pt x="70" y="229"/>
                  </a:lnTo>
                  <a:lnTo>
                    <a:pt x="92" y="261"/>
                  </a:lnTo>
                  <a:lnTo>
                    <a:pt x="97" y="298"/>
                  </a:lnTo>
                  <a:lnTo>
                    <a:pt x="92" y="335"/>
                  </a:lnTo>
                  <a:lnTo>
                    <a:pt x="70" y="367"/>
                  </a:lnTo>
                  <a:lnTo>
                    <a:pt x="38" y="394"/>
                  </a:lnTo>
                  <a:lnTo>
                    <a:pt x="0" y="399"/>
                  </a:lnTo>
                  <a:lnTo>
                    <a:pt x="38" y="405"/>
                  </a:lnTo>
                  <a:lnTo>
                    <a:pt x="70" y="426"/>
                  </a:lnTo>
                  <a:lnTo>
                    <a:pt x="92" y="463"/>
                  </a:lnTo>
                  <a:lnTo>
                    <a:pt x="97" y="501"/>
                  </a:lnTo>
                  <a:lnTo>
                    <a:pt x="92" y="538"/>
                  </a:lnTo>
                  <a:lnTo>
                    <a:pt x="70" y="570"/>
                  </a:lnTo>
                  <a:lnTo>
                    <a:pt x="38" y="591"/>
                  </a:lnTo>
                  <a:lnTo>
                    <a:pt x="0" y="597"/>
                  </a:lnTo>
                  <a:lnTo>
                    <a:pt x="38" y="607"/>
                  </a:lnTo>
                  <a:lnTo>
                    <a:pt x="70" y="629"/>
                  </a:lnTo>
                  <a:lnTo>
                    <a:pt x="92" y="660"/>
                  </a:lnTo>
                  <a:lnTo>
                    <a:pt x="97" y="698"/>
                  </a:lnTo>
                  <a:lnTo>
                    <a:pt x="92" y="735"/>
                  </a:lnTo>
                  <a:lnTo>
                    <a:pt x="70" y="767"/>
                  </a:lnTo>
                  <a:lnTo>
                    <a:pt x="38" y="788"/>
                  </a:lnTo>
                  <a:lnTo>
                    <a:pt x="0" y="799"/>
                  </a:lnTo>
                </a:path>
              </a:pathLst>
            </a:custGeom>
            <a:noFill/>
            <a:ln w="38100" cap="flat" cmpd="sng">
              <a:solidFill>
                <a:srgbClr val="FF9900"/>
              </a:solidFill>
              <a:prstDash val="solid"/>
              <a:round/>
              <a:headEnd type="none" w="med" len="med"/>
              <a:tailEnd type="none" w="med" len="med"/>
            </a:ln>
          </p:spPr>
          <p:txBody>
            <a:bodyPr/>
            <a:p>
              <a:endParaRPr lang="zh-CN" altLang="en-US" dirty="0">
                <a:latin typeface="Arial" panose="020B0604020202020204" pitchFamily="34" charset="0"/>
              </a:endParaRPr>
            </a:p>
          </p:txBody>
        </p:sp>
        <p:sp>
          <p:nvSpPr>
            <p:cNvPr id="67605" name="Line 35"/>
            <p:cNvSpPr/>
            <p:nvPr/>
          </p:nvSpPr>
          <p:spPr>
            <a:xfrm>
              <a:off x="2652" y="2379"/>
              <a:ext cx="989" cy="0"/>
            </a:xfrm>
            <a:prstGeom prst="line">
              <a:avLst/>
            </a:prstGeom>
            <a:ln w="38100" cap="flat" cmpd="sng">
              <a:solidFill>
                <a:srgbClr val="FFCC00"/>
              </a:solidFill>
              <a:prstDash val="solid"/>
              <a:headEnd type="none" w="med" len="med"/>
              <a:tailEnd type="none" w="med" len="med"/>
            </a:ln>
          </p:spPr>
        </p:sp>
        <p:sp>
          <p:nvSpPr>
            <p:cNvPr id="67606" name="Line 36"/>
            <p:cNvSpPr/>
            <p:nvPr/>
          </p:nvSpPr>
          <p:spPr>
            <a:xfrm>
              <a:off x="2646" y="3577"/>
              <a:ext cx="1001" cy="1"/>
            </a:xfrm>
            <a:prstGeom prst="line">
              <a:avLst/>
            </a:prstGeom>
            <a:ln w="38100" cap="flat" cmpd="sng">
              <a:solidFill>
                <a:srgbClr val="FFCC00"/>
              </a:solidFill>
              <a:prstDash val="solid"/>
              <a:headEnd type="none" w="med" len="med"/>
              <a:tailEnd type="none" w="med" len="med"/>
            </a:ln>
          </p:spPr>
        </p:sp>
        <p:sp>
          <p:nvSpPr>
            <p:cNvPr id="67607" name="Line 37"/>
            <p:cNvSpPr/>
            <p:nvPr/>
          </p:nvSpPr>
          <p:spPr>
            <a:xfrm flipH="1">
              <a:off x="1207" y="2378"/>
              <a:ext cx="991" cy="1"/>
            </a:xfrm>
            <a:prstGeom prst="line">
              <a:avLst/>
            </a:prstGeom>
            <a:ln w="38100" cap="flat" cmpd="sng">
              <a:solidFill>
                <a:srgbClr val="FFCC00"/>
              </a:solidFill>
              <a:prstDash val="solid"/>
              <a:headEnd type="none" w="med" len="med"/>
              <a:tailEnd type="none" w="med" len="med"/>
            </a:ln>
          </p:spPr>
        </p:sp>
        <p:sp>
          <p:nvSpPr>
            <p:cNvPr id="67608" name="Line 38"/>
            <p:cNvSpPr/>
            <p:nvPr/>
          </p:nvSpPr>
          <p:spPr>
            <a:xfrm flipH="1">
              <a:off x="1207" y="3577"/>
              <a:ext cx="990" cy="1"/>
            </a:xfrm>
            <a:prstGeom prst="line">
              <a:avLst/>
            </a:prstGeom>
            <a:ln w="38100" cap="flat" cmpd="sng">
              <a:solidFill>
                <a:srgbClr val="FFCC00"/>
              </a:solidFill>
              <a:prstDash val="solid"/>
              <a:headEnd type="none" w="med" len="med"/>
              <a:tailEnd type="none" w="med" len="med"/>
            </a:ln>
          </p:spPr>
        </p:sp>
        <p:sp>
          <p:nvSpPr>
            <p:cNvPr id="67609" name="Rectangle 39"/>
            <p:cNvSpPr/>
            <p:nvPr/>
          </p:nvSpPr>
          <p:spPr>
            <a:xfrm>
              <a:off x="2186" y="2107"/>
              <a:ext cx="483" cy="371"/>
            </a:xfrm>
            <a:prstGeom prst="rect">
              <a:avLst/>
            </a:prstGeom>
            <a:noFill/>
            <a:ln w="38100">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n</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7610" name="Oval 40"/>
            <p:cNvSpPr/>
            <p:nvPr/>
          </p:nvSpPr>
          <p:spPr>
            <a:xfrm>
              <a:off x="1121" y="2325"/>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11" name="Oval 41"/>
            <p:cNvSpPr/>
            <p:nvPr/>
          </p:nvSpPr>
          <p:spPr>
            <a:xfrm>
              <a:off x="2254" y="2449"/>
              <a:ext cx="57" cy="57"/>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12" name="Oval 42"/>
            <p:cNvSpPr/>
            <p:nvPr/>
          </p:nvSpPr>
          <p:spPr>
            <a:xfrm>
              <a:off x="2509" y="2449"/>
              <a:ext cx="57" cy="57"/>
            </a:xfrm>
            <a:prstGeom prst="ellipse">
              <a:avLst/>
            </a:prstGeom>
            <a:solidFill>
              <a:schemeClr val="bg1"/>
            </a:solidFill>
            <a:ln w="38100"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13" name="Oval 43"/>
            <p:cNvSpPr/>
            <p:nvPr/>
          </p:nvSpPr>
          <p:spPr>
            <a:xfrm>
              <a:off x="1121" y="3518"/>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14" name="Oval 44"/>
            <p:cNvSpPr/>
            <p:nvPr/>
          </p:nvSpPr>
          <p:spPr>
            <a:xfrm>
              <a:off x="3651" y="3518"/>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7615" name="Oval 45"/>
            <p:cNvSpPr/>
            <p:nvPr/>
          </p:nvSpPr>
          <p:spPr>
            <a:xfrm>
              <a:off x="3635" y="2334"/>
              <a:ext cx="91" cy="91"/>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7590" name="Group 50"/>
          <p:cNvGrpSpPr/>
          <p:nvPr/>
        </p:nvGrpSpPr>
        <p:grpSpPr>
          <a:xfrm>
            <a:off x="8316913" y="6446838"/>
            <a:ext cx="792162" cy="366712"/>
            <a:chOff x="5193" y="4020"/>
            <a:chExt cx="499" cy="231"/>
          </a:xfrm>
        </p:grpSpPr>
        <p:pic>
          <p:nvPicPr>
            <p:cNvPr id="67597" name="Picture 5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7598" name="Text Box 5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67591" name="Group 53"/>
          <p:cNvGrpSpPr/>
          <p:nvPr/>
        </p:nvGrpSpPr>
        <p:grpSpPr>
          <a:xfrm>
            <a:off x="7453313" y="6446838"/>
            <a:ext cx="792162" cy="366712"/>
            <a:chOff x="4649" y="4020"/>
            <a:chExt cx="499" cy="231"/>
          </a:xfrm>
        </p:grpSpPr>
        <p:pic>
          <p:nvPicPr>
            <p:cNvPr id="67595" name="Picture 5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7596" name="Text Box 5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67592" name="Group 63"/>
          <p:cNvGrpSpPr/>
          <p:nvPr/>
        </p:nvGrpSpPr>
        <p:grpSpPr>
          <a:xfrm>
            <a:off x="6588125" y="6446838"/>
            <a:ext cx="792163" cy="366712"/>
            <a:chOff x="4649" y="4020"/>
            <a:chExt cx="499" cy="231"/>
          </a:xfrm>
        </p:grpSpPr>
        <p:pic>
          <p:nvPicPr>
            <p:cNvPr id="67593" name="Picture 6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7594" name="Text Box 6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2000"/>
                                        <p:tgtEl>
                                          <p:spTgt spid="4"/>
                                        </p:tgtEl>
                                      </p:cBhvr>
                                    </p:animEffect>
                                  </p:childTnLst>
                                </p:cTn>
                              </p:par>
                            </p:childTnLst>
                          </p:cTn>
                        </p:par>
                        <p:par>
                          <p:cTn id="18" fill="hold">
                            <p:stCondLst>
                              <p:cond delay="2000"/>
                            </p:stCondLst>
                            <p:childTnLst>
                              <p:par>
                                <p:cTn id="19" presetID="2" presetClass="entr" presetSubtype="2" fill="hold" grpId="0" nodeType="afterEffect">
                                  <p:stCondLst>
                                    <p:cond delay="0"/>
                                  </p:stCondLst>
                                  <p:childTnLst>
                                    <p:set>
                                      <p:cBhvr>
                                        <p:cTn id="20" dur="1" fill="hold">
                                          <p:stCondLst>
                                            <p:cond delay="0"/>
                                          </p:stCondLst>
                                        </p:cTn>
                                        <p:tgtEl>
                                          <p:spTgt spid="33819"/>
                                        </p:tgtEl>
                                        <p:attrNameLst>
                                          <p:attrName>style.visibility</p:attrName>
                                        </p:attrNameLst>
                                      </p:cBhvr>
                                      <p:to>
                                        <p:strVal val="visible"/>
                                      </p:to>
                                    </p:set>
                                    <p:anim calcmode="lin" valueType="num">
                                      <p:cBhvr additive="base">
                                        <p:cTn id="21" dur="500" fill="hold"/>
                                        <p:tgtEl>
                                          <p:spTgt spid="33819"/>
                                        </p:tgtEl>
                                        <p:attrNameLst>
                                          <p:attrName>ppt_x</p:attrName>
                                        </p:attrNameLst>
                                      </p:cBhvr>
                                      <p:tavLst>
                                        <p:tav tm="0">
                                          <p:val>
                                            <p:strVal val="1+#ppt_w/2"/>
                                          </p:val>
                                        </p:tav>
                                        <p:tav tm="100000">
                                          <p:val>
                                            <p:strVal val="#ppt_x"/>
                                          </p:val>
                                        </p:tav>
                                      </p:tavLst>
                                    </p:anim>
                                    <p:anim calcmode="lin" valueType="num">
                                      <p:cBhvr additive="base">
                                        <p:cTn id="22" dur="500" fill="hold"/>
                                        <p:tgtEl>
                                          <p:spTgt spid="338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ext Box 2"/>
          <p:cNvSpPr txBox="1"/>
          <p:nvPr/>
        </p:nvSpPr>
        <p:spPr>
          <a:xfrm>
            <a:off x="684213" y="549275"/>
            <a:ext cx="3097212" cy="579438"/>
          </a:xfrm>
          <a:prstGeom prst="rect">
            <a:avLst/>
          </a:prstGeom>
          <a:noFill/>
          <a:ln w="9525">
            <a:noFill/>
          </a:ln>
        </p:spPr>
        <p:txBody>
          <a:bodyPr>
            <a:spAutoFit/>
          </a:bodyPr>
          <a:p>
            <a:pPr>
              <a:spcBef>
                <a:spcPct val="50000"/>
              </a:spcBef>
            </a:pPr>
            <a:r>
              <a:rPr lang="en-US" altLang="zh-CN" sz="3200" dirty="0">
                <a:latin typeface="楷体_GB2312" pitchFamily="49" charset="-122"/>
              </a:rPr>
              <a:t>1. </a:t>
            </a:r>
            <a:r>
              <a:rPr lang="zh-CN" altLang="en-US" sz="3200" dirty="0">
                <a:latin typeface="楷体_GB2312" pitchFamily="49" charset="-122"/>
              </a:rPr>
              <a:t>一端口</a:t>
            </a:r>
            <a:endParaRPr lang="zh-CN" altLang="en-US" sz="3200" b="0" dirty="0">
              <a:latin typeface="Times New Roman" panose="02020603050405020304" pitchFamily="18" charset="0"/>
            </a:endParaRPr>
          </a:p>
        </p:txBody>
      </p:sp>
      <p:sp>
        <p:nvSpPr>
          <p:cNvPr id="29699" name="Text Box 3"/>
          <p:cNvSpPr txBox="1"/>
          <p:nvPr/>
        </p:nvSpPr>
        <p:spPr>
          <a:xfrm>
            <a:off x="4140200" y="692150"/>
            <a:ext cx="4286250" cy="2143125"/>
          </a:xfrm>
          <a:prstGeom prst="rect">
            <a:avLst/>
          </a:prstGeom>
          <a:noFill/>
          <a:ln w="9525">
            <a:noFill/>
          </a:ln>
        </p:spPr>
        <p:txBody>
          <a:bodyPr>
            <a:spAutoFit/>
          </a:bodyPr>
          <a:p>
            <a:pPr algn="just">
              <a:lnSpc>
                <a:spcPct val="120000"/>
              </a:lnSpc>
              <a:spcBef>
                <a:spcPct val="50000"/>
              </a:spcBef>
            </a:pPr>
            <a:r>
              <a:rPr lang="zh-CN" altLang="en-US" dirty="0">
                <a:solidFill>
                  <a:srgbClr val="FFFF00"/>
                </a:solidFill>
                <a:latin typeface="Times New Roman" panose="02020603050405020304" pitchFamily="18" charset="0"/>
              </a:rPr>
              <a:t>端口由一对端钮构成，且满足如下端口条件：从一个端钮流入的电流等于从另一个端钮流出的电流。</a:t>
            </a:r>
            <a:endParaRPr lang="zh-CN" altLang="en-US" dirty="0">
              <a:solidFill>
                <a:srgbClr val="FFFF00"/>
              </a:solidFill>
              <a:latin typeface="Times New Roman" panose="02020603050405020304" pitchFamily="18" charset="0"/>
            </a:endParaRPr>
          </a:p>
        </p:txBody>
      </p:sp>
      <p:grpSp>
        <p:nvGrpSpPr>
          <p:cNvPr id="2" name="Group 74"/>
          <p:cNvGrpSpPr/>
          <p:nvPr/>
        </p:nvGrpSpPr>
        <p:grpSpPr>
          <a:xfrm>
            <a:off x="827088" y="981075"/>
            <a:ext cx="2940050" cy="1739900"/>
            <a:chOff x="521" y="618"/>
            <a:chExt cx="1852" cy="1096"/>
          </a:xfrm>
        </p:grpSpPr>
        <p:sp>
          <p:nvSpPr>
            <p:cNvPr id="68649" name="Rectangle 5"/>
            <p:cNvSpPr/>
            <p:nvPr/>
          </p:nvSpPr>
          <p:spPr>
            <a:xfrm>
              <a:off x="1522" y="840"/>
              <a:ext cx="851" cy="850"/>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zh-CN" sz="2400" b="0" dirty="0">
                <a:solidFill>
                  <a:srgbClr val="FFFF00"/>
                </a:solidFill>
                <a:latin typeface="Arial" panose="020B0604020202020204" pitchFamily="34" charset="0"/>
                <a:ea typeface="仿宋_GB2312" pitchFamily="49" charset="-122"/>
              </a:endParaRPr>
            </a:p>
          </p:txBody>
        </p:sp>
        <p:sp>
          <p:nvSpPr>
            <p:cNvPr id="68650" name="Rectangle 6"/>
            <p:cNvSpPr/>
            <p:nvPr/>
          </p:nvSpPr>
          <p:spPr>
            <a:xfrm>
              <a:off x="1801" y="1040"/>
              <a:ext cx="312" cy="518"/>
            </a:xfrm>
            <a:prstGeom prst="rect">
              <a:avLst/>
            </a:prstGeom>
            <a:noFill/>
            <a:ln w="38100">
              <a:noFill/>
            </a:ln>
          </p:spPr>
          <p:txBody>
            <a:bodyPr wrap="none" lIns="0" tIns="0" rIns="0" bIns="0">
              <a:spAutoFit/>
            </a:bodyPr>
            <a:p>
              <a:pPr algn="ctr"/>
              <a:r>
                <a:rPr lang="en-US" altLang="zh-CN" sz="5400" b="0" dirty="0">
                  <a:latin typeface="Times New Roman" panose="02020603050405020304" pitchFamily="18" charset="0"/>
                  <a:ea typeface="宋体" panose="02010600030101010101" pitchFamily="2" charset="-122"/>
                </a:rPr>
                <a:t>N</a:t>
              </a:r>
              <a:endParaRPr lang="en-US" altLang="zh-CN" sz="2400" b="0" dirty="0">
                <a:latin typeface="Times New Roman" panose="02020603050405020304" pitchFamily="18" charset="0"/>
                <a:ea typeface="宋体" panose="02010600030101010101" pitchFamily="2" charset="-122"/>
              </a:endParaRPr>
            </a:p>
          </p:txBody>
        </p:sp>
        <p:sp>
          <p:nvSpPr>
            <p:cNvPr id="68651" name="Line 7"/>
            <p:cNvSpPr/>
            <p:nvPr/>
          </p:nvSpPr>
          <p:spPr>
            <a:xfrm>
              <a:off x="837" y="976"/>
              <a:ext cx="685" cy="1"/>
            </a:xfrm>
            <a:prstGeom prst="line">
              <a:avLst/>
            </a:prstGeom>
            <a:ln w="28575" cap="flat" cmpd="sng">
              <a:solidFill>
                <a:srgbClr val="FFCC00"/>
              </a:solidFill>
              <a:prstDash val="solid"/>
              <a:headEnd type="none" w="med" len="med"/>
              <a:tailEnd type="none" w="med" len="med"/>
            </a:ln>
          </p:spPr>
        </p:sp>
        <p:sp>
          <p:nvSpPr>
            <p:cNvPr id="68652" name="Line 8"/>
            <p:cNvSpPr/>
            <p:nvPr/>
          </p:nvSpPr>
          <p:spPr>
            <a:xfrm>
              <a:off x="837" y="1570"/>
              <a:ext cx="685" cy="0"/>
            </a:xfrm>
            <a:prstGeom prst="line">
              <a:avLst/>
            </a:prstGeom>
            <a:ln w="28575" cap="flat" cmpd="sng">
              <a:solidFill>
                <a:srgbClr val="FFCC00"/>
              </a:solidFill>
              <a:prstDash val="solid"/>
              <a:headEnd type="none" w="med" len="med"/>
              <a:tailEnd type="none" w="med" len="med"/>
            </a:ln>
          </p:spPr>
        </p:sp>
        <p:sp>
          <p:nvSpPr>
            <p:cNvPr id="68653" name="Line 9"/>
            <p:cNvSpPr/>
            <p:nvPr/>
          </p:nvSpPr>
          <p:spPr>
            <a:xfrm>
              <a:off x="975" y="973"/>
              <a:ext cx="259" cy="0"/>
            </a:xfrm>
            <a:prstGeom prst="line">
              <a:avLst/>
            </a:prstGeom>
            <a:ln w="28575" cap="flat" cmpd="sng">
              <a:solidFill>
                <a:srgbClr val="00FFFF"/>
              </a:solidFill>
              <a:prstDash val="solid"/>
              <a:headEnd type="none" w="med" len="med"/>
              <a:tailEnd type="triangle" w="med" len="med"/>
            </a:ln>
          </p:spPr>
        </p:sp>
        <p:sp>
          <p:nvSpPr>
            <p:cNvPr id="68654" name="Oval 10"/>
            <p:cNvSpPr/>
            <p:nvPr/>
          </p:nvSpPr>
          <p:spPr>
            <a:xfrm>
              <a:off x="756" y="931"/>
              <a:ext cx="81" cy="80"/>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55" name="Oval 11"/>
            <p:cNvSpPr/>
            <p:nvPr/>
          </p:nvSpPr>
          <p:spPr>
            <a:xfrm>
              <a:off x="756" y="1524"/>
              <a:ext cx="81" cy="80"/>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56" name="Text Box 12"/>
            <p:cNvSpPr txBox="1"/>
            <p:nvPr/>
          </p:nvSpPr>
          <p:spPr>
            <a:xfrm>
              <a:off x="543" y="840"/>
              <a:ext cx="235"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68657" name="Text Box 13"/>
            <p:cNvSpPr txBox="1"/>
            <p:nvPr/>
          </p:nvSpPr>
          <p:spPr>
            <a:xfrm>
              <a:off x="526" y="1427"/>
              <a:ext cx="236" cy="287"/>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68658" name="Text Box 14"/>
            <p:cNvSpPr txBox="1"/>
            <p:nvPr/>
          </p:nvSpPr>
          <p:spPr>
            <a:xfrm>
              <a:off x="521" y="1121"/>
              <a:ext cx="316"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8659" name="Text Box 15"/>
            <p:cNvSpPr txBox="1"/>
            <p:nvPr/>
          </p:nvSpPr>
          <p:spPr>
            <a:xfrm>
              <a:off x="930" y="618"/>
              <a:ext cx="316"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8660" name="Line 16"/>
            <p:cNvSpPr/>
            <p:nvPr/>
          </p:nvSpPr>
          <p:spPr>
            <a:xfrm flipH="1">
              <a:off x="930" y="1570"/>
              <a:ext cx="259" cy="0"/>
            </a:xfrm>
            <a:prstGeom prst="line">
              <a:avLst/>
            </a:prstGeom>
            <a:ln w="28575" cap="flat" cmpd="sng">
              <a:solidFill>
                <a:srgbClr val="00FFFF"/>
              </a:solidFill>
              <a:prstDash val="solid"/>
              <a:headEnd type="none" w="med" len="med"/>
              <a:tailEnd type="triangle" w="med" len="med"/>
            </a:ln>
          </p:spPr>
        </p:sp>
        <p:sp>
          <p:nvSpPr>
            <p:cNvPr id="68661" name="Text Box 17"/>
            <p:cNvSpPr txBox="1"/>
            <p:nvPr/>
          </p:nvSpPr>
          <p:spPr>
            <a:xfrm>
              <a:off x="975" y="1229"/>
              <a:ext cx="316"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grpSp>
      <p:sp>
        <p:nvSpPr>
          <p:cNvPr id="29714" name="Text Box 18"/>
          <p:cNvSpPr txBox="1"/>
          <p:nvPr/>
        </p:nvSpPr>
        <p:spPr>
          <a:xfrm>
            <a:off x="611188" y="3068638"/>
            <a:ext cx="5040312" cy="579437"/>
          </a:xfrm>
          <a:prstGeom prst="rect">
            <a:avLst/>
          </a:prstGeom>
          <a:noFill/>
          <a:ln w="9525">
            <a:noFill/>
          </a:ln>
        </p:spPr>
        <p:txBody>
          <a:bodyPr>
            <a:spAutoFit/>
          </a:bodyPr>
          <a:p>
            <a:pPr>
              <a:spcBef>
                <a:spcPct val="50000"/>
              </a:spcBef>
            </a:pPr>
            <a:r>
              <a:rPr lang="en-US" altLang="zh-CN" sz="3200" dirty="0">
                <a:latin typeface="楷体_GB2312" pitchFamily="49" charset="-122"/>
              </a:rPr>
              <a:t>2. </a:t>
            </a:r>
            <a:r>
              <a:rPr lang="zh-CN" altLang="en-US" sz="3200" dirty="0">
                <a:latin typeface="楷体_GB2312" pitchFamily="49" charset="-122"/>
              </a:rPr>
              <a:t>二端口</a:t>
            </a:r>
            <a:endParaRPr lang="zh-CN" altLang="en-US" sz="3200" b="0" dirty="0">
              <a:latin typeface="Times New Roman" panose="02020603050405020304" pitchFamily="18" charset="0"/>
            </a:endParaRPr>
          </a:p>
        </p:txBody>
      </p:sp>
      <p:sp>
        <p:nvSpPr>
          <p:cNvPr id="29715" name="Text Box 19"/>
          <p:cNvSpPr txBox="1"/>
          <p:nvPr/>
        </p:nvSpPr>
        <p:spPr>
          <a:xfrm>
            <a:off x="755650" y="3573463"/>
            <a:ext cx="7848600" cy="1117600"/>
          </a:xfrm>
          <a:prstGeom prst="rect">
            <a:avLst/>
          </a:prstGeom>
          <a:noFill/>
          <a:ln w="9525">
            <a:noFill/>
          </a:ln>
        </p:spPr>
        <p:txBody>
          <a:bodyPr>
            <a:spAutoFit/>
          </a:bodyPr>
          <a:p>
            <a:pPr>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当一个电路与外部电路通过两个端口连接时称此电路为二端口网络。</a:t>
            </a:r>
            <a:endParaRPr lang="zh-CN" altLang="en-US" dirty="0">
              <a:solidFill>
                <a:srgbClr val="FFFF00"/>
              </a:solidFill>
              <a:latin typeface="楷体_GB2312" pitchFamily="49" charset="-122"/>
            </a:endParaRPr>
          </a:p>
        </p:txBody>
      </p:sp>
      <p:grpSp>
        <p:nvGrpSpPr>
          <p:cNvPr id="3" name="Group 75"/>
          <p:cNvGrpSpPr/>
          <p:nvPr/>
        </p:nvGrpSpPr>
        <p:grpSpPr>
          <a:xfrm>
            <a:off x="2195513" y="4581525"/>
            <a:ext cx="4752975" cy="1881188"/>
            <a:chOff x="1383" y="2886"/>
            <a:chExt cx="2994" cy="1185"/>
          </a:xfrm>
        </p:grpSpPr>
        <p:sp>
          <p:nvSpPr>
            <p:cNvPr id="68625" name="Rectangle 21"/>
            <p:cNvSpPr/>
            <p:nvPr/>
          </p:nvSpPr>
          <p:spPr>
            <a:xfrm>
              <a:off x="2405" y="3081"/>
              <a:ext cx="868" cy="922"/>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68626" name="Rectangle 22"/>
            <p:cNvSpPr/>
            <p:nvPr/>
          </p:nvSpPr>
          <p:spPr>
            <a:xfrm>
              <a:off x="2692" y="3298"/>
              <a:ext cx="312" cy="518"/>
            </a:xfrm>
            <a:prstGeom prst="rect">
              <a:avLst/>
            </a:prstGeom>
            <a:noFill/>
            <a:ln w="38100">
              <a:noFill/>
            </a:ln>
          </p:spPr>
          <p:txBody>
            <a:bodyPr wrap="none" lIns="0" tIns="0" rIns="0" bIns="0">
              <a:spAutoFit/>
            </a:bodyPr>
            <a:p>
              <a:pPr algn="ctr"/>
              <a:r>
                <a:rPr lang="en-US" altLang="zh-CN" sz="5400" b="0" dirty="0">
                  <a:latin typeface="Times New Roman" panose="02020603050405020304" pitchFamily="18" charset="0"/>
                  <a:ea typeface="宋体" panose="02010600030101010101" pitchFamily="2" charset="-122"/>
                </a:rPr>
                <a:t>N</a:t>
              </a:r>
              <a:endParaRPr lang="en-US" altLang="zh-CN" sz="5400" b="0" dirty="0">
                <a:latin typeface="Times New Roman" panose="02020603050405020304" pitchFamily="18" charset="0"/>
                <a:ea typeface="宋体" panose="02010600030101010101" pitchFamily="2" charset="-122"/>
              </a:endParaRPr>
            </a:p>
          </p:txBody>
        </p:sp>
        <p:sp>
          <p:nvSpPr>
            <p:cNvPr id="68627" name="Line 23"/>
            <p:cNvSpPr/>
            <p:nvPr/>
          </p:nvSpPr>
          <p:spPr>
            <a:xfrm>
              <a:off x="1705" y="3228"/>
              <a:ext cx="700" cy="1"/>
            </a:xfrm>
            <a:prstGeom prst="line">
              <a:avLst/>
            </a:prstGeom>
            <a:ln w="28575" cap="flat" cmpd="sng">
              <a:solidFill>
                <a:srgbClr val="FFCC00"/>
              </a:solidFill>
              <a:prstDash val="solid"/>
              <a:headEnd type="none" w="med" len="med"/>
              <a:tailEnd type="none" w="med" len="med"/>
            </a:ln>
          </p:spPr>
        </p:sp>
        <p:sp>
          <p:nvSpPr>
            <p:cNvPr id="68628" name="Line 24"/>
            <p:cNvSpPr/>
            <p:nvPr/>
          </p:nvSpPr>
          <p:spPr>
            <a:xfrm>
              <a:off x="1705" y="3873"/>
              <a:ext cx="700" cy="0"/>
            </a:xfrm>
            <a:prstGeom prst="line">
              <a:avLst/>
            </a:prstGeom>
            <a:ln w="28575" cap="flat" cmpd="sng">
              <a:solidFill>
                <a:srgbClr val="FFCC00"/>
              </a:solidFill>
              <a:prstDash val="solid"/>
              <a:headEnd type="none" w="med" len="med"/>
              <a:tailEnd type="none" w="med" len="med"/>
            </a:ln>
          </p:spPr>
        </p:sp>
        <p:sp>
          <p:nvSpPr>
            <p:cNvPr id="68629" name="Line 25"/>
            <p:cNvSpPr/>
            <p:nvPr/>
          </p:nvSpPr>
          <p:spPr>
            <a:xfrm>
              <a:off x="1837" y="3231"/>
              <a:ext cx="265" cy="0"/>
            </a:xfrm>
            <a:prstGeom prst="line">
              <a:avLst/>
            </a:prstGeom>
            <a:ln w="28575" cap="flat" cmpd="sng">
              <a:solidFill>
                <a:srgbClr val="00FFFF"/>
              </a:solidFill>
              <a:prstDash val="solid"/>
              <a:headEnd type="none" w="med" len="med"/>
              <a:tailEnd type="triangle" w="med" len="med"/>
            </a:ln>
          </p:spPr>
        </p:sp>
        <p:sp>
          <p:nvSpPr>
            <p:cNvPr id="68630" name="Oval 26"/>
            <p:cNvSpPr/>
            <p:nvPr/>
          </p:nvSpPr>
          <p:spPr>
            <a:xfrm>
              <a:off x="1623" y="3180"/>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31" name="Oval 27"/>
            <p:cNvSpPr/>
            <p:nvPr/>
          </p:nvSpPr>
          <p:spPr>
            <a:xfrm>
              <a:off x="1623" y="3822"/>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32" name="Text Box 28"/>
            <p:cNvSpPr txBox="1"/>
            <p:nvPr/>
          </p:nvSpPr>
          <p:spPr>
            <a:xfrm>
              <a:off x="1405" y="3081"/>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8633" name="Text Box 29"/>
            <p:cNvSpPr txBox="1"/>
            <p:nvPr/>
          </p:nvSpPr>
          <p:spPr>
            <a:xfrm>
              <a:off x="1388" y="3716"/>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8634" name="Text Box 30"/>
            <p:cNvSpPr txBox="1"/>
            <p:nvPr/>
          </p:nvSpPr>
          <p:spPr>
            <a:xfrm>
              <a:off x="1383" y="3385"/>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8635" name="Text Box 31"/>
            <p:cNvSpPr txBox="1"/>
            <p:nvPr/>
          </p:nvSpPr>
          <p:spPr>
            <a:xfrm>
              <a:off x="1882" y="2886"/>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8636" name="Line 32"/>
            <p:cNvSpPr/>
            <p:nvPr/>
          </p:nvSpPr>
          <p:spPr>
            <a:xfrm flipH="1">
              <a:off x="1791" y="3875"/>
              <a:ext cx="264" cy="0"/>
            </a:xfrm>
            <a:prstGeom prst="line">
              <a:avLst/>
            </a:prstGeom>
            <a:ln w="28575" cap="flat" cmpd="sng">
              <a:solidFill>
                <a:srgbClr val="00FFFF"/>
              </a:solidFill>
              <a:prstDash val="solid"/>
              <a:headEnd type="none" w="med" len="med"/>
              <a:tailEnd type="triangle" w="med" len="med"/>
            </a:ln>
          </p:spPr>
        </p:sp>
        <p:sp>
          <p:nvSpPr>
            <p:cNvPr id="68637" name="Text Box 33"/>
            <p:cNvSpPr txBox="1"/>
            <p:nvPr/>
          </p:nvSpPr>
          <p:spPr>
            <a:xfrm>
              <a:off x="1791" y="3521"/>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8638" name="Line 34"/>
            <p:cNvSpPr/>
            <p:nvPr/>
          </p:nvSpPr>
          <p:spPr>
            <a:xfrm>
              <a:off x="3273" y="3252"/>
              <a:ext cx="700" cy="1"/>
            </a:xfrm>
            <a:prstGeom prst="line">
              <a:avLst/>
            </a:prstGeom>
            <a:ln w="28575" cap="flat" cmpd="sng">
              <a:solidFill>
                <a:srgbClr val="FFCC00"/>
              </a:solidFill>
              <a:prstDash val="solid"/>
              <a:headEnd type="none" w="med" len="med"/>
              <a:tailEnd type="none" w="med" len="med"/>
            </a:ln>
          </p:spPr>
        </p:sp>
        <p:sp>
          <p:nvSpPr>
            <p:cNvPr id="68639" name="Line 35"/>
            <p:cNvSpPr/>
            <p:nvPr/>
          </p:nvSpPr>
          <p:spPr>
            <a:xfrm>
              <a:off x="3273" y="3872"/>
              <a:ext cx="700" cy="1"/>
            </a:xfrm>
            <a:prstGeom prst="line">
              <a:avLst/>
            </a:prstGeom>
            <a:ln w="28575" cap="flat" cmpd="sng">
              <a:solidFill>
                <a:srgbClr val="FFCC00"/>
              </a:solidFill>
              <a:prstDash val="solid"/>
              <a:headEnd type="none" w="med" len="med"/>
              <a:tailEnd type="none" w="med" len="med"/>
            </a:ln>
          </p:spPr>
        </p:sp>
        <p:sp>
          <p:nvSpPr>
            <p:cNvPr id="68640" name="Oval 36"/>
            <p:cNvSpPr/>
            <p:nvPr/>
          </p:nvSpPr>
          <p:spPr>
            <a:xfrm>
              <a:off x="3973" y="3200"/>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41" name="Oval 37"/>
            <p:cNvSpPr/>
            <p:nvPr/>
          </p:nvSpPr>
          <p:spPr>
            <a:xfrm>
              <a:off x="3973" y="3822"/>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8642" name="Line 38"/>
            <p:cNvSpPr/>
            <p:nvPr/>
          </p:nvSpPr>
          <p:spPr>
            <a:xfrm>
              <a:off x="3606" y="3875"/>
              <a:ext cx="264" cy="0"/>
            </a:xfrm>
            <a:prstGeom prst="line">
              <a:avLst/>
            </a:prstGeom>
            <a:ln w="28575" cap="flat" cmpd="sng">
              <a:solidFill>
                <a:srgbClr val="00FFFF"/>
              </a:solidFill>
              <a:prstDash val="solid"/>
              <a:headEnd type="none" w="med" len="med"/>
              <a:tailEnd type="triangle" w="med" len="med"/>
            </a:ln>
          </p:spPr>
        </p:sp>
        <p:sp>
          <p:nvSpPr>
            <p:cNvPr id="68643" name="Text Box 39"/>
            <p:cNvSpPr txBox="1"/>
            <p:nvPr/>
          </p:nvSpPr>
          <p:spPr>
            <a:xfrm>
              <a:off x="3606" y="3521"/>
              <a:ext cx="322" cy="328"/>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8644" name="Line 40"/>
            <p:cNvSpPr/>
            <p:nvPr/>
          </p:nvSpPr>
          <p:spPr>
            <a:xfrm flipH="1">
              <a:off x="3606" y="3249"/>
              <a:ext cx="265" cy="0"/>
            </a:xfrm>
            <a:prstGeom prst="line">
              <a:avLst/>
            </a:prstGeom>
            <a:ln w="28575" cap="flat" cmpd="sng">
              <a:solidFill>
                <a:srgbClr val="00FFFF"/>
              </a:solidFill>
              <a:prstDash val="solid"/>
              <a:headEnd type="none" w="med" len="med"/>
              <a:tailEnd type="triangle" w="med" len="med"/>
            </a:ln>
          </p:spPr>
        </p:sp>
        <p:sp>
          <p:nvSpPr>
            <p:cNvPr id="68645" name="Text Box 41"/>
            <p:cNvSpPr txBox="1"/>
            <p:nvPr/>
          </p:nvSpPr>
          <p:spPr>
            <a:xfrm>
              <a:off x="3606" y="2886"/>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8646" name="Text Box 42"/>
            <p:cNvSpPr txBox="1"/>
            <p:nvPr/>
          </p:nvSpPr>
          <p:spPr>
            <a:xfrm>
              <a:off x="4072" y="3110"/>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8647" name="Text Box 43"/>
            <p:cNvSpPr txBox="1"/>
            <p:nvPr/>
          </p:nvSpPr>
          <p:spPr>
            <a:xfrm>
              <a:off x="4055" y="3744"/>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8648" name="Text Box 44"/>
            <p:cNvSpPr txBox="1"/>
            <p:nvPr/>
          </p:nvSpPr>
          <p:spPr>
            <a:xfrm>
              <a:off x="4055" y="3417"/>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grpSp>
      <p:grpSp>
        <p:nvGrpSpPr>
          <p:cNvPr id="68616" name="Group 57"/>
          <p:cNvGrpSpPr/>
          <p:nvPr/>
        </p:nvGrpSpPr>
        <p:grpSpPr>
          <a:xfrm>
            <a:off x="8316913" y="6446838"/>
            <a:ext cx="792162" cy="366712"/>
            <a:chOff x="5193" y="4020"/>
            <a:chExt cx="499" cy="231"/>
          </a:xfrm>
        </p:grpSpPr>
        <p:pic>
          <p:nvPicPr>
            <p:cNvPr id="68623" name="Picture 5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8624" name="Text Box 5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68617" name="Group 60"/>
          <p:cNvGrpSpPr/>
          <p:nvPr/>
        </p:nvGrpSpPr>
        <p:grpSpPr>
          <a:xfrm>
            <a:off x="7453313" y="6446838"/>
            <a:ext cx="792162" cy="366712"/>
            <a:chOff x="4649" y="4020"/>
            <a:chExt cx="499" cy="231"/>
          </a:xfrm>
        </p:grpSpPr>
        <p:pic>
          <p:nvPicPr>
            <p:cNvPr id="68621" name="Picture 6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8622" name="Text Box 6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68618" name="Group 71"/>
          <p:cNvGrpSpPr/>
          <p:nvPr/>
        </p:nvGrpSpPr>
        <p:grpSpPr>
          <a:xfrm>
            <a:off x="6588125" y="6446838"/>
            <a:ext cx="792163" cy="366712"/>
            <a:chOff x="4649" y="4020"/>
            <a:chExt cx="499" cy="231"/>
          </a:xfrm>
        </p:grpSpPr>
        <p:pic>
          <p:nvPicPr>
            <p:cNvPr id="68619" name="Picture 7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8620" name="Text Box 7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additive="base">
                                        <p:cTn id="7" dur="500" fill="hold"/>
                                        <p:tgtEl>
                                          <p:spTgt spid="29698"/>
                                        </p:tgtEl>
                                        <p:attrNameLst>
                                          <p:attrName>ppt_x</p:attrName>
                                        </p:attrNameLst>
                                      </p:cBhvr>
                                      <p:tavLst>
                                        <p:tav tm="0">
                                          <p:val>
                                            <p:strVal val="0-#ppt_w/2"/>
                                          </p:val>
                                        </p:tav>
                                        <p:tav tm="100000">
                                          <p:val>
                                            <p:strVal val="#ppt_x"/>
                                          </p:val>
                                        </p:tav>
                                      </p:tavLst>
                                    </p:anim>
                                    <p:anim calcmode="lin" valueType="num">
                                      <p:cBhvr additive="base">
                                        <p:cTn id="8" dur="500" fill="hold"/>
                                        <p:tgtEl>
                                          <p:spTgt spid="296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lt">
                                    <p:tmPct val="100000"/>
                                  </p:iterate>
                                  <p:childTnLst>
                                    <p:set>
                                      <p:cBhvr>
                                        <p:cTn id="17" dur="1" fill="hold">
                                          <p:stCondLst>
                                            <p:cond delay="0"/>
                                          </p:stCondLst>
                                        </p:cTn>
                                        <p:tgtEl>
                                          <p:spTgt spid="29699">
                                            <p:txEl>
                                              <p:charRg st="0" end="45"/>
                                            </p:txEl>
                                          </p:spTgt>
                                        </p:tgtEl>
                                        <p:attrNameLst>
                                          <p:attrName>style.visibility</p:attrName>
                                        </p:attrNameLst>
                                      </p:cBhvr>
                                      <p:to>
                                        <p:strVal val="visible"/>
                                      </p:to>
                                    </p:set>
                                    <p:animEffect transition="in" filter="wipe(left)">
                                      <p:cBhvr>
                                        <p:cTn id="18" dur="100"/>
                                        <p:tgtEl>
                                          <p:spTgt spid="29699">
                                            <p:txEl>
                                              <p:charRg st="0" end="4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9714"/>
                                        </p:tgtEl>
                                        <p:attrNameLst>
                                          <p:attrName>style.visibility</p:attrName>
                                        </p:attrNameLst>
                                      </p:cBhvr>
                                      <p:to>
                                        <p:strVal val="visible"/>
                                      </p:to>
                                    </p:set>
                                    <p:anim calcmode="lin" valueType="num">
                                      <p:cBhvr additive="base">
                                        <p:cTn id="23" dur="500" fill="hold"/>
                                        <p:tgtEl>
                                          <p:spTgt spid="29714"/>
                                        </p:tgtEl>
                                        <p:attrNameLst>
                                          <p:attrName>ppt_x</p:attrName>
                                        </p:attrNameLst>
                                      </p:cBhvr>
                                      <p:tavLst>
                                        <p:tav tm="0">
                                          <p:val>
                                            <p:strVal val="0-#ppt_w/2"/>
                                          </p:val>
                                        </p:tav>
                                        <p:tav tm="100000">
                                          <p:val>
                                            <p:strVal val="#ppt_x"/>
                                          </p:val>
                                        </p:tav>
                                      </p:tavLst>
                                    </p:anim>
                                    <p:anim calcmode="lin" valueType="num">
                                      <p:cBhvr additive="base">
                                        <p:cTn id="24" dur="500" fill="hold"/>
                                        <p:tgtEl>
                                          <p:spTgt spid="2971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29715"/>
                                        </p:tgtEl>
                                        <p:attrNameLst>
                                          <p:attrName>style.visibility</p:attrName>
                                        </p:attrNameLst>
                                      </p:cBhvr>
                                      <p:to>
                                        <p:strVal val="visible"/>
                                      </p:to>
                                    </p:set>
                                    <p:animEffect transition="in" filter="slide(fromBottom)">
                                      <p:cBhvr>
                                        <p:cTn id="29" dur="2000"/>
                                        <p:tgtEl>
                                          <p:spTgt spid="29715"/>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699" grpId="0" build="p"/>
      <p:bldP spid="29714" grpId="0"/>
      <p:bldP spid="297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2"/>
          <p:cNvSpPr txBox="1"/>
          <p:nvPr/>
        </p:nvSpPr>
        <p:spPr>
          <a:xfrm>
            <a:off x="2195513" y="620713"/>
            <a:ext cx="5905500" cy="519112"/>
          </a:xfrm>
          <a:prstGeom prst="rect">
            <a:avLst/>
          </a:prstGeom>
          <a:noFill/>
          <a:ln w="9525">
            <a:noFill/>
          </a:ln>
        </p:spPr>
        <p:txBody>
          <a:bodyPr>
            <a:spAutoFit/>
          </a:bodyPr>
          <a:p>
            <a:pPr marL="342900" indent="-342900">
              <a:spcBef>
                <a:spcPct val="50000"/>
              </a:spcBef>
              <a:buAutoNum type="circleNumDbPlain"/>
            </a:pPr>
            <a:r>
              <a:rPr lang="zh-CN" altLang="en-US" dirty="0">
                <a:solidFill>
                  <a:srgbClr val="FFFF00"/>
                </a:solidFill>
                <a:latin typeface="楷体_GB2312" pitchFamily="49" charset="-122"/>
              </a:rPr>
              <a:t>二端口网络与四端网络的关系</a:t>
            </a:r>
            <a:endParaRPr lang="zh-CN" altLang="en-US" dirty="0">
              <a:solidFill>
                <a:srgbClr val="FFFF00"/>
              </a:solidFill>
              <a:latin typeface="楷体_GB2312" pitchFamily="49" charset="-122"/>
            </a:endParaRPr>
          </a:p>
        </p:txBody>
      </p:sp>
      <p:sp>
        <p:nvSpPr>
          <p:cNvPr id="28675" name="Text Box 3"/>
          <p:cNvSpPr txBox="1"/>
          <p:nvPr/>
        </p:nvSpPr>
        <p:spPr>
          <a:xfrm>
            <a:off x="6443663" y="1989138"/>
            <a:ext cx="1416050" cy="519112"/>
          </a:xfrm>
          <a:prstGeom prst="rect">
            <a:avLst/>
          </a:prstGeom>
          <a:solidFill>
            <a:schemeClr val="hlink"/>
          </a:solidFill>
          <a:ln w="9525">
            <a:noFill/>
          </a:ln>
        </p:spPr>
        <p:txBody>
          <a:bodyPr>
            <a:spAutoFit/>
          </a:bodyPr>
          <a:p>
            <a:pPr>
              <a:spcBef>
                <a:spcPct val="50000"/>
              </a:spcBef>
            </a:pPr>
            <a:r>
              <a:rPr lang="zh-CN" altLang="en-US" dirty="0">
                <a:latin typeface="Times New Roman" panose="02020603050405020304" pitchFamily="18" charset="0"/>
              </a:rPr>
              <a:t>二端口</a:t>
            </a:r>
            <a:endParaRPr lang="zh-CN" altLang="en-US" dirty="0">
              <a:latin typeface="Times New Roman" panose="02020603050405020304" pitchFamily="18" charset="0"/>
            </a:endParaRPr>
          </a:p>
        </p:txBody>
      </p:sp>
      <p:sp>
        <p:nvSpPr>
          <p:cNvPr id="28676" name="Text Box 4"/>
          <p:cNvSpPr txBox="1"/>
          <p:nvPr/>
        </p:nvSpPr>
        <p:spPr>
          <a:xfrm>
            <a:off x="5940425" y="4724400"/>
            <a:ext cx="1716088" cy="519113"/>
          </a:xfrm>
          <a:prstGeom prst="rect">
            <a:avLst/>
          </a:prstGeom>
          <a:solidFill>
            <a:schemeClr val="hlink"/>
          </a:solidFill>
          <a:ln w="9525">
            <a:noFill/>
          </a:ln>
        </p:spPr>
        <p:txBody>
          <a:bodyPr>
            <a:spAutoFit/>
          </a:bodyPr>
          <a:p>
            <a:pPr>
              <a:spcBef>
                <a:spcPct val="50000"/>
              </a:spcBef>
            </a:pPr>
            <a:r>
              <a:rPr lang="zh-CN" altLang="en-US" dirty="0">
                <a:latin typeface="Times New Roman" panose="02020603050405020304" pitchFamily="18" charset="0"/>
              </a:rPr>
              <a:t>四端网络</a:t>
            </a:r>
            <a:endParaRPr lang="zh-CN" altLang="en-US" dirty="0">
              <a:latin typeface="Times New Roman" panose="02020603050405020304" pitchFamily="18" charset="0"/>
            </a:endParaRPr>
          </a:p>
        </p:txBody>
      </p:sp>
      <p:grpSp>
        <p:nvGrpSpPr>
          <p:cNvPr id="2" name="Group 161"/>
          <p:cNvGrpSpPr/>
          <p:nvPr/>
        </p:nvGrpSpPr>
        <p:grpSpPr>
          <a:xfrm>
            <a:off x="2124075" y="3213100"/>
            <a:ext cx="3232150" cy="3060700"/>
            <a:chOff x="1338" y="2024"/>
            <a:chExt cx="2036" cy="1928"/>
          </a:xfrm>
        </p:grpSpPr>
        <p:sp>
          <p:nvSpPr>
            <p:cNvPr id="69675" name="Text Box 26"/>
            <p:cNvSpPr txBox="1"/>
            <p:nvPr/>
          </p:nvSpPr>
          <p:spPr>
            <a:xfrm>
              <a:off x="1732" y="2521"/>
              <a:ext cx="336"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   </a:t>
              </a:r>
              <a:endParaRPr lang="en-US" altLang="zh-CN" b="0" dirty="0">
                <a:latin typeface="Times New Roman" panose="02020603050405020304" pitchFamily="18" charset="0"/>
                <a:ea typeface="宋体" panose="02010600030101010101" pitchFamily="2" charset="-122"/>
              </a:endParaRPr>
            </a:p>
          </p:txBody>
        </p:sp>
        <p:sp>
          <p:nvSpPr>
            <p:cNvPr id="69676" name="Rectangle 28"/>
            <p:cNvSpPr/>
            <p:nvPr/>
          </p:nvSpPr>
          <p:spPr>
            <a:xfrm>
              <a:off x="1947" y="2608"/>
              <a:ext cx="818" cy="771"/>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69677" name="Line 29"/>
            <p:cNvSpPr/>
            <p:nvPr/>
          </p:nvSpPr>
          <p:spPr>
            <a:xfrm>
              <a:off x="2765" y="2992"/>
              <a:ext cx="545" cy="1"/>
            </a:xfrm>
            <a:prstGeom prst="line">
              <a:avLst/>
            </a:prstGeom>
            <a:ln w="28575" cap="flat" cmpd="sng">
              <a:solidFill>
                <a:srgbClr val="FFCC00"/>
              </a:solidFill>
              <a:prstDash val="solid"/>
              <a:headEnd type="none" w="med" len="med"/>
              <a:tailEnd type="none" w="med" len="med"/>
            </a:ln>
          </p:spPr>
        </p:sp>
        <p:sp>
          <p:nvSpPr>
            <p:cNvPr id="69678" name="Line 30"/>
            <p:cNvSpPr/>
            <p:nvPr/>
          </p:nvSpPr>
          <p:spPr>
            <a:xfrm flipV="1">
              <a:off x="2354" y="2095"/>
              <a:ext cx="1" cy="513"/>
            </a:xfrm>
            <a:prstGeom prst="line">
              <a:avLst/>
            </a:prstGeom>
            <a:ln w="28575" cap="flat" cmpd="sng">
              <a:solidFill>
                <a:srgbClr val="FFCC00"/>
              </a:solidFill>
              <a:prstDash val="solid"/>
              <a:headEnd type="none" w="med" len="med"/>
              <a:tailEnd type="none" w="med" len="med"/>
            </a:ln>
          </p:spPr>
        </p:sp>
        <p:sp>
          <p:nvSpPr>
            <p:cNvPr id="69679" name="Line 31"/>
            <p:cNvSpPr/>
            <p:nvPr/>
          </p:nvSpPr>
          <p:spPr>
            <a:xfrm flipH="1">
              <a:off x="1402" y="2992"/>
              <a:ext cx="545" cy="1"/>
            </a:xfrm>
            <a:prstGeom prst="line">
              <a:avLst/>
            </a:prstGeom>
            <a:ln w="28575" cap="flat" cmpd="sng">
              <a:solidFill>
                <a:srgbClr val="FFCC00"/>
              </a:solidFill>
              <a:prstDash val="solid"/>
              <a:headEnd type="none" w="med" len="med"/>
              <a:tailEnd type="none" w="med" len="med"/>
            </a:ln>
          </p:spPr>
        </p:sp>
        <p:sp>
          <p:nvSpPr>
            <p:cNvPr id="69680" name="Line 32"/>
            <p:cNvSpPr/>
            <p:nvPr/>
          </p:nvSpPr>
          <p:spPr>
            <a:xfrm>
              <a:off x="2354" y="3379"/>
              <a:ext cx="1" cy="513"/>
            </a:xfrm>
            <a:prstGeom prst="line">
              <a:avLst/>
            </a:prstGeom>
            <a:ln w="28575" cap="flat" cmpd="sng">
              <a:solidFill>
                <a:srgbClr val="FFCC00"/>
              </a:solidFill>
              <a:prstDash val="solid"/>
              <a:headEnd type="none" w="med" len="med"/>
              <a:tailEnd type="none" w="med" len="med"/>
            </a:ln>
          </p:spPr>
        </p:sp>
        <p:sp>
          <p:nvSpPr>
            <p:cNvPr id="69681" name="Rectangle 33"/>
            <p:cNvSpPr/>
            <p:nvPr/>
          </p:nvSpPr>
          <p:spPr>
            <a:xfrm>
              <a:off x="2201" y="2842"/>
              <a:ext cx="277" cy="461"/>
            </a:xfrm>
            <a:prstGeom prst="rect">
              <a:avLst/>
            </a:prstGeom>
            <a:noFill/>
            <a:ln w="38100">
              <a:noFill/>
            </a:ln>
          </p:spPr>
          <p:txBody>
            <a:bodyPr wrap="none" lIns="0" tIns="0" rIns="0" bIns="0">
              <a:spAutoFit/>
            </a:bodyPr>
            <a:p>
              <a:pPr algn="ctr"/>
              <a:r>
                <a:rPr lang="en-US" altLang="zh-CN" sz="4800" b="0" dirty="0">
                  <a:latin typeface="Times New Roman" panose="02020603050405020304" pitchFamily="18" charset="0"/>
                  <a:ea typeface="宋体" panose="02010600030101010101" pitchFamily="2" charset="-122"/>
                </a:rPr>
                <a:t>N</a:t>
              </a:r>
              <a:endParaRPr lang="en-US" altLang="zh-CN" sz="4800" b="0" dirty="0">
                <a:latin typeface="Times New Roman" panose="02020603050405020304" pitchFamily="18" charset="0"/>
                <a:ea typeface="宋体" panose="02010600030101010101" pitchFamily="2" charset="-122"/>
              </a:endParaRPr>
            </a:p>
          </p:txBody>
        </p:sp>
        <p:sp>
          <p:nvSpPr>
            <p:cNvPr id="69682" name="Line 34"/>
            <p:cNvSpPr/>
            <p:nvPr/>
          </p:nvSpPr>
          <p:spPr>
            <a:xfrm rot="5400000">
              <a:off x="2216" y="2298"/>
              <a:ext cx="276" cy="0"/>
            </a:xfrm>
            <a:prstGeom prst="line">
              <a:avLst/>
            </a:prstGeom>
            <a:ln w="28575" cap="flat" cmpd="sng">
              <a:solidFill>
                <a:srgbClr val="00FFFF"/>
              </a:solidFill>
              <a:prstDash val="solid"/>
              <a:headEnd type="none" w="med" len="med"/>
              <a:tailEnd type="triangle" w="med" len="med"/>
            </a:ln>
          </p:spPr>
        </p:sp>
        <p:sp>
          <p:nvSpPr>
            <p:cNvPr id="69683" name="Line 35"/>
            <p:cNvSpPr/>
            <p:nvPr/>
          </p:nvSpPr>
          <p:spPr>
            <a:xfrm rot="10800000">
              <a:off x="2971" y="2994"/>
              <a:ext cx="276" cy="0"/>
            </a:xfrm>
            <a:prstGeom prst="line">
              <a:avLst/>
            </a:prstGeom>
            <a:ln w="28575" cap="flat" cmpd="sng">
              <a:solidFill>
                <a:srgbClr val="00FFFF"/>
              </a:solidFill>
              <a:prstDash val="solid"/>
              <a:headEnd type="none" w="med" len="med"/>
              <a:tailEnd type="triangle" w="med" len="med"/>
            </a:ln>
          </p:spPr>
        </p:sp>
        <p:sp>
          <p:nvSpPr>
            <p:cNvPr id="69684" name="Line 36"/>
            <p:cNvSpPr/>
            <p:nvPr/>
          </p:nvSpPr>
          <p:spPr>
            <a:xfrm>
              <a:off x="1474" y="2995"/>
              <a:ext cx="276" cy="0"/>
            </a:xfrm>
            <a:prstGeom prst="line">
              <a:avLst/>
            </a:prstGeom>
            <a:ln w="28575" cap="flat" cmpd="sng">
              <a:solidFill>
                <a:srgbClr val="00FFFF"/>
              </a:solidFill>
              <a:prstDash val="solid"/>
              <a:headEnd type="none" w="med" len="med"/>
              <a:tailEnd type="triangle" w="med" len="med"/>
            </a:ln>
          </p:spPr>
        </p:sp>
        <p:sp>
          <p:nvSpPr>
            <p:cNvPr id="69685" name="Line 37"/>
            <p:cNvSpPr/>
            <p:nvPr/>
          </p:nvSpPr>
          <p:spPr>
            <a:xfrm rot="-5400000" flipV="1">
              <a:off x="2216" y="3659"/>
              <a:ext cx="276" cy="0"/>
            </a:xfrm>
            <a:prstGeom prst="line">
              <a:avLst/>
            </a:prstGeom>
            <a:ln w="28575" cap="flat" cmpd="sng">
              <a:solidFill>
                <a:srgbClr val="00FFFF"/>
              </a:solidFill>
              <a:prstDash val="solid"/>
              <a:headEnd type="none" w="med" len="med"/>
              <a:tailEnd type="triangle" w="med" len="med"/>
            </a:ln>
          </p:spPr>
        </p:sp>
        <p:sp>
          <p:nvSpPr>
            <p:cNvPr id="69686" name="Oval 38"/>
            <p:cNvSpPr/>
            <p:nvPr/>
          </p:nvSpPr>
          <p:spPr>
            <a:xfrm>
              <a:off x="2322" y="202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87" name="Oval 39"/>
            <p:cNvSpPr/>
            <p:nvPr/>
          </p:nvSpPr>
          <p:spPr>
            <a:xfrm>
              <a:off x="3306" y="295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88" name="Oval 40"/>
            <p:cNvSpPr/>
            <p:nvPr/>
          </p:nvSpPr>
          <p:spPr>
            <a:xfrm>
              <a:off x="1338" y="295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89" name="Oval 41"/>
            <p:cNvSpPr/>
            <p:nvPr/>
          </p:nvSpPr>
          <p:spPr>
            <a:xfrm>
              <a:off x="2322" y="388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90" name="Text Box 42"/>
            <p:cNvSpPr txBox="1"/>
            <p:nvPr/>
          </p:nvSpPr>
          <p:spPr>
            <a:xfrm>
              <a:off x="1474" y="2659"/>
              <a:ext cx="358"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9691" name="Text Box 43"/>
            <p:cNvSpPr txBox="1"/>
            <p:nvPr/>
          </p:nvSpPr>
          <p:spPr>
            <a:xfrm>
              <a:off x="2336" y="2069"/>
              <a:ext cx="358"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9692" name="Text Box 44"/>
            <p:cNvSpPr txBox="1"/>
            <p:nvPr/>
          </p:nvSpPr>
          <p:spPr>
            <a:xfrm>
              <a:off x="2971" y="2659"/>
              <a:ext cx="358"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p:txBody>
        </p:sp>
        <p:sp>
          <p:nvSpPr>
            <p:cNvPr id="69693" name="Text Box 45"/>
            <p:cNvSpPr txBox="1"/>
            <p:nvPr/>
          </p:nvSpPr>
          <p:spPr>
            <a:xfrm>
              <a:off x="2336" y="3475"/>
              <a:ext cx="358"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4</a:t>
              </a:r>
              <a:endParaRPr lang="en-US" altLang="zh-CN" b="0" dirty="0">
                <a:latin typeface="Times New Roman" panose="02020603050405020304" pitchFamily="18" charset="0"/>
                <a:ea typeface="宋体" panose="02010600030101010101" pitchFamily="2" charset="-122"/>
              </a:endParaRPr>
            </a:p>
          </p:txBody>
        </p:sp>
      </p:grpSp>
      <p:grpSp>
        <p:nvGrpSpPr>
          <p:cNvPr id="69638" name="Group 92"/>
          <p:cNvGrpSpPr/>
          <p:nvPr/>
        </p:nvGrpSpPr>
        <p:grpSpPr>
          <a:xfrm>
            <a:off x="8316913" y="6446838"/>
            <a:ext cx="792162" cy="366712"/>
            <a:chOff x="5193" y="4020"/>
            <a:chExt cx="499" cy="231"/>
          </a:xfrm>
        </p:grpSpPr>
        <p:pic>
          <p:nvPicPr>
            <p:cNvPr id="69673" name="Picture 9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9674" name="Text Box 9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69639" name="Group 95"/>
          <p:cNvGrpSpPr/>
          <p:nvPr/>
        </p:nvGrpSpPr>
        <p:grpSpPr>
          <a:xfrm>
            <a:off x="7453313" y="6446838"/>
            <a:ext cx="792162" cy="366712"/>
            <a:chOff x="4649" y="4020"/>
            <a:chExt cx="499" cy="231"/>
          </a:xfrm>
        </p:grpSpPr>
        <p:pic>
          <p:nvPicPr>
            <p:cNvPr id="69671" name="Picture 9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9672" name="Text Box 9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 name="Group 127"/>
          <p:cNvGrpSpPr/>
          <p:nvPr/>
        </p:nvGrpSpPr>
        <p:grpSpPr>
          <a:xfrm>
            <a:off x="539750" y="476250"/>
            <a:ext cx="1644650" cy="850900"/>
            <a:chOff x="385" y="3022"/>
            <a:chExt cx="1036" cy="536"/>
          </a:xfrm>
        </p:grpSpPr>
        <p:pic>
          <p:nvPicPr>
            <p:cNvPr id="69669" name="Picture 128"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69670" name="Text Box 129"/>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69641" name="Group 133"/>
          <p:cNvGrpSpPr/>
          <p:nvPr/>
        </p:nvGrpSpPr>
        <p:grpSpPr>
          <a:xfrm>
            <a:off x="6588125" y="6446838"/>
            <a:ext cx="792163" cy="366712"/>
            <a:chOff x="4649" y="4020"/>
            <a:chExt cx="499" cy="231"/>
          </a:xfrm>
        </p:grpSpPr>
        <p:pic>
          <p:nvPicPr>
            <p:cNvPr id="69667" name="Picture 13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9668" name="Text Box 13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7" name="Group 136"/>
          <p:cNvGrpSpPr/>
          <p:nvPr/>
        </p:nvGrpSpPr>
        <p:grpSpPr>
          <a:xfrm>
            <a:off x="1476375" y="1125538"/>
            <a:ext cx="4752975" cy="1881187"/>
            <a:chOff x="1383" y="2886"/>
            <a:chExt cx="2994" cy="1185"/>
          </a:xfrm>
        </p:grpSpPr>
        <p:sp>
          <p:nvSpPr>
            <p:cNvPr id="69643" name="Rectangle 137"/>
            <p:cNvSpPr/>
            <p:nvPr/>
          </p:nvSpPr>
          <p:spPr>
            <a:xfrm>
              <a:off x="2405" y="3081"/>
              <a:ext cx="868" cy="922"/>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69644" name="Rectangle 138"/>
            <p:cNvSpPr/>
            <p:nvPr/>
          </p:nvSpPr>
          <p:spPr>
            <a:xfrm>
              <a:off x="2692" y="3298"/>
              <a:ext cx="312" cy="518"/>
            </a:xfrm>
            <a:prstGeom prst="rect">
              <a:avLst/>
            </a:prstGeom>
            <a:noFill/>
            <a:ln w="38100">
              <a:noFill/>
            </a:ln>
          </p:spPr>
          <p:txBody>
            <a:bodyPr wrap="none" lIns="0" tIns="0" rIns="0" bIns="0">
              <a:spAutoFit/>
            </a:bodyPr>
            <a:p>
              <a:pPr algn="ctr"/>
              <a:r>
                <a:rPr lang="en-US" altLang="zh-CN" sz="5400" b="0" dirty="0">
                  <a:latin typeface="Times New Roman" panose="02020603050405020304" pitchFamily="18" charset="0"/>
                  <a:ea typeface="宋体" panose="02010600030101010101" pitchFamily="2" charset="-122"/>
                </a:rPr>
                <a:t>N</a:t>
              </a:r>
              <a:endParaRPr lang="en-US" altLang="zh-CN" sz="5400" b="0" dirty="0">
                <a:latin typeface="Times New Roman" panose="02020603050405020304" pitchFamily="18" charset="0"/>
                <a:ea typeface="宋体" panose="02010600030101010101" pitchFamily="2" charset="-122"/>
              </a:endParaRPr>
            </a:p>
          </p:txBody>
        </p:sp>
        <p:sp>
          <p:nvSpPr>
            <p:cNvPr id="69645" name="Line 139"/>
            <p:cNvSpPr/>
            <p:nvPr/>
          </p:nvSpPr>
          <p:spPr>
            <a:xfrm>
              <a:off x="1705" y="3228"/>
              <a:ext cx="700" cy="1"/>
            </a:xfrm>
            <a:prstGeom prst="line">
              <a:avLst/>
            </a:prstGeom>
            <a:ln w="28575" cap="flat" cmpd="sng">
              <a:solidFill>
                <a:srgbClr val="FFCC00"/>
              </a:solidFill>
              <a:prstDash val="solid"/>
              <a:headEnd type="none" w="med" len="med"/>
              <a:tailEnd type="none" w="med" len="med"/>
            </a:ln>
          </p:spPr>
        </p:sp>
        <p:sp>
          <p:nvSpPr>
            <p:cNvPr id="69646" name="Line 140"/>
            <p:cNvSpPr/>
            <p:nvPr/>
          </p:nvSpPr>
          <p:spPr>
            <a:xfrm>
              <a:off x="1705" y="3873"/>
              <a:ext cx="700" cy="0"/>
            </a:xfrm>
            <a:prstGeom prst="line">
              <a:avLst/>
            </a:prstGeom>
            <a:ln w="28575" cap="flat" cmpd="sng">
              <a:solidFill>
                <a:srgbClr val="FFCC00"/>
              </a:solidFill>
              <a:prstDash val="solid"/>
              <a:headEnd type="none" w="med" len="med"/>
              <a:tailEnd type="none" w="med" len="med"/>
            </a:ln>
          </p:spPr>
        </p:sp>
        <p:sp>
          <p:nvSpPr>
            <p:cNvPr id="69647" name="Line 141"/>
            <p:cNvSpPr/>
            <p:nvPr/>
          </p:nvSpPr>
          <p:spPr>
            <a:xfrm>
              <a:off x="1837" y="3231"/>
              <a:ext cx="265" cy="0"/>
            </a:xfrm>
            <a:prstGeom prst="line">
              <a:avLst/>
            </a:prstGeom>
            <a:ln w="28575" cap="flat" cmpd="sng">
              <a:solidFill>
                <a:srgbClr val="00FFFF"/>
              </a:solidFill>
              <a:prstDash val="solid"/>
              <a:headEnd type="none" w="med" len="med"/>
              <a:tailEnd type="triangle" w="med" len="med"/>
            </a:ln>
          </p:spPr>
        </p:sp>
        <p:sp>
          <p:nvSpPr>
            <p:cNvPr id="69648" name="Oval 142"/>
            <p:cNvSpPr/>
            <p:nvPr/>
          </p:nvSpPr>
          <p:spPr>
            <a:xfrm>
              <a:off x="1623" y="3180"/>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49" name="Oval 143"/>
            <p:cNvSpPr/>
            <p:nvPr/>
          </p:nvSpPr>
          <p:spPr>
            <a:xfrm>
              <a:off x="1623" y="3822"/>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50" name="Text Box 144"/>
            <p:cNvSpPr txBox="1"/>
            <p:nvPr/>
          </p:nvSpPr>
          <p:spPr>
            <a:xfrm>
              <a:off x="1405" y="3081"/>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9651" name="Text Box 145"/>
            <p:cNvSpPr txBox="1"/>
            <p:nvPr/>
          </p:nvSpPr>
          <p:spPr>
            <a:xfrm>
              <a:off x="1388" y="3716"/>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9652" name="Text Box 146"/>
            <p:cNvSpPr txBox="1"/>
            <p:nvPr/>
          </p:nvSpPr>
          <p:spPr>
            <a:xfrm>
              <a:off x="1383" y="3385"/>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9653" name="Text Box 147"/>
            <p:cNvSpPr txBox="1"/>
            <p:nvPr/>
          </p:nvSpPr>
          <p:spPr>
            <a:xfrm>
              <a:off x="1882" y="2886"/>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9654" name="Line 148"/>
            <p:cNvSpPr/>
            <p:nvPr/>
          </p:nvSpPr>
          <p:spPr>
            <a:xfrm flipH="1">
              <a:off x="1791" y="3875"/>
              <a:ext cx="264" cy="0"/>
            </a:xfrm>
            <a:prstGeom prst="line">
              <a:avLst/>
            </a:prstGeom>
            <a:ln w="28575" cap="flat" cmpd="sng">
              <a:solidFill>
                <a:srgbClr val="00FFFF"/>
              </a:solidFill>
              <a:prstDash val="solid"/>
              <a:headEnd type="none" w="med" len="med"/>
              <a:tailEnd type="triangle" w="med" len="med"/>
            </a:ln>
          </p:spPr>
        </p:sp>
        <p:sp>
          <p:nvSpPr>
            <p:cNvPr id="69655" name="Text Box 149"/>
            <p:cNvSpPr txBox="1"/>
            <p:nvPr/>
          </p:nvSpPr>
          <p:spPr>
            <a:xfrm>
              <a:off x="1791" y="3521"/>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9656" name="Line 150"/>
            <p:cNvSpPr/>
            <p:nvPr/>
          </p:nvSpPr>
          <p:spPr>
            <a:xfrm>
              <a:off x="3273" y="3252"/>
              <a:ext cx="700" cy="1"/>
            </a:xfrm>
            <a:prstGeom prst="line">
              <a:avLst/>
            </a:prstGeom>
            <a:ln w="28575" cap="flat" cmpd="sng">
              <a:solidFill>
                <a:srgbClr val="FFCC00"/>
              </a:solidFill>
              <a:prstDash val="solid"/>
              <a:headEnd type="none" w="med" len="med"/>
              <a:tailEnd type="none" w="med" len="med"/>
            </a:ln>
          </p:spPr>
        </p:sp>
        <p:sp>
          <p:nvSpPr>
            <p:cNvPr id="69657" name="Line 151"/>
            <p:cNvSpPr/>
            <p:nvPr/>
          </p:nvSpPr>
          <p:spPr>
            <a:xfrm>
              <a:off x="3273" y="3872"/>
              <a:ext cx="700" cy="1"/>
            </a:xfrm>
            <a:prstGeom prst="line">
              <a:avLst/>
            </a:prstGeom>
            <a:ln w="28575" cap="flat" cmpd="sng">
              <a:solidFill>
                <a:srgbClr val="FFCC00"/>
              </a:solidFill>
              <a:prstDash val="solid"/>
              <a:headEnd type="none" w="med" len="med"/>
              <a:tailEnd type="none" w="med" len="med"/>
            </a:ln>
          </p:spPr>
        </p:sp>
        <p:sp>
          <p:nvSpPr>
            <p:cNvPr id="69658" name="Oval 152"/>
            <p:cNvSpPr/>
            <p:nvPr/>
          </p:nvSpPr>
          <p:spPr>
            <a:xfrm>
              <a:off x="3973" y="3200"/>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59" name="Oval 153"/>
            <p:cNvSpPr/>
            <p:nvPr/>
          </p:nvSpPr>
          <p:spPr>
            <a:xfrm>
              <a:off x="3973" y="3822"/>
              <a:ext cx="82" cy="8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9660" name="Line 154"/>
            <p:cNvSpPr/>
            <p:nvPr/>
          </p:nvSpPr>
          <p:spPr>
            <a:xfrm>
              <a:off x="3606" y="3875"/>
              <a:ext cx="264" cy="0"/>
            </a:xfrm>
            <a:prstGeom prst="line">
              <a:avLst/>
            </a:prstGeom>
            <a:ln w="28575" cap="flat" cmpd="sng">
              <a:solidFill>
                <a:srgbClr val="00FFFF"/>
              </a:solidFill>
              <a:prstDash val="solid"/>
              <a:headEnd type="none" w="med" len="med"/>
              <a:tailEnd type="triangle" w="med" len="med"/>
            </a:ln>
          </p:spPr>
        </p:sp>
        <p:sp>
          <p:nvSpPr>
            <p:cNvPr id="69661" name="Text Box 155"/>
            <p:cNvSpPr txBox="1"/>
            <p:nvPr/>
          </p:nvSpPr>
          <p:spPr>
            <a:xfrm>
              <a:off x="3606" y="3521"/>
              <a:ext cx="322" cy="328"/>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9662" name="Line 156"/>
            <p:cNvSpPr/>
            <p:nvPr/>
          </p:nvSpPr>
          <p:spPr>
            <a:xfrm flipH="1">
              <a:off x="3606" y="3249"/>
              <a:ext cx="265" cy="0"/>
            </a:xfrm>
            <a:prstGeom prst="line">
              <a:avLst/>
            </a:prstGeom>
            <a:ln w="28575" cap="flat" cmpd="sng">
              <a:solidFill>
                <a:srgbClr val="00FFFF"/>
              </a:solidFill>
              <a:prstDash val="solid"/>
              <a:headEnd type="none" w="med" len="med"/>
              <a:tailEnd type="triangle" w="med" len="med"/>
            </a:ln>
          </p:spPr>
        </p:sp>
        <p:sp>
          <p:nvSpPr>
            <p:cNvPr id="69663" name="Text Box 157"/>
            <p:cNvSpPr txBox="1"/>
            <p:nvPr/>
          </p:nvSpPr>
          <p:spPr>
            <a:xfrm>
              <a:off x="3606" y="2886"/>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9664" name="Text Box 158"/>
            <p:cNvSpPr txBox="1"/>
            <p:nvPr/>
          </p:nvSpPr>
          <p:spPr>
            <a:xfrm>
              <a:off x="4072" y="3110"/>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9665" name="Text Box 159"/>
            <p:cNvSpPr txBox="1"/>
            <p:nvPr/>
          </p:nvSpPr>
          <p:spPr>
            <a:xfrm>
              <a:off x="4055" y="3744"/>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9666" name="Text Box 160"/>
            <p:cNvSpPr txBox="1"/>
            <p:nvPr/>
          </p:nvSpPr>
          <p:spPr>
            <a:xfrm>
              <a:off x="4055" y="3417"/>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8674"/>
                                        </p:tgtEl>
                                        <p:attrNameLst>
                                          <p:attrName>style.visibility</p:attrName>
                                        </p:attrNameLst>
                                      </p:cBhvr>
                                      <p:to>
                                        <p:strVal val="visible"/>
                                      </p:to>
                                    </p:set>
                                    <p:anim calcmode="lin" valueType="num">
                                      <p:cBhvr additive="base">
                                        <p:cTn id="11" dur="500" fill="hold"/>
                                        <p:tgtEl>
                                          <p:spTgt spid="28674"/>
                                        </p:tgtEl>
                                        <p:attrNameLst>
                                          <p:attrName>ppt_x</p:attrName>
                                        </p:attrNameLst>
                                      </p:cBhvr>
                                      <p:tavLst>
                                        <p:tav tm="0">
                                          <p:val>
                                            <p:strVal val="0-#ppt_w/2"/>
                                          </p:val>
                                        </p:tav>
                                        <p:tav tm="100000">
                                          <p:val>
                                            <p:strVal val="#ppt_x"/>
                                          </p:val>
                                        </p:tav>
                                      </p:tavLst>
                                    </p:anim>
                                    <p:anim calcmode="lin" valueType="num">
                                      <p:cBhvr additive="base">
                                        <p:cTn id="12" dur="500" fill="hold"/>
                                        <p:tgtEl>
                                          <p:spTgt spid="2867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par>
                          <p:cTn id="18" fill="hold">
                            <p:stCondLst>
                              <p:cond delay="500"/>
                            </p:stCondLst>
                            <p:childTnLst>
                              <p:par>
                                <p:cTn id="19" presetID="55" presetClass="entr" presetSubtype="0" fill="hold" grpId="0" nodeType="afterEffect">
                                  <p:stCondLst>
                                    <p:cond delay="0"/>
                                  </p:stCondLst>
                                  <p:childTnLst>
                                    <p:set>
                                      <p:cBhvr>
                                        <p:cTn id="20" dur="1" fill="hold">
                                          <p:stCondLst>
                                            <p:cond delay="0"/>
                                          </p:stCondLst>
                                        </p:cTn>
                                        <p:tgtEl>
                                          <p:spTgt spid="28675"/>
                                        </p:tgtEl>
                                        <p:attrNameLst>
                                          <p:attrName>style.visibility</p:attrName>
                                        </p:attrNameLst>
                                      </p:cBhvr>
                                      <p:to>
                                        <p:strVal val="visible"/>
                                      </p:to>
                                    </p:set>
                                    <p:anim calcmode="lin" valueType="num">
                                      <p:cBhvr>
                                        <p:cTn id="21" dur="1000" fill="hold"/>
                                        <p:tgtEl>
                                          <p:spTgt spid="28675"/>
                                        </p:tgtEl>
                                        <p:attrNameLst>
                                          <p:attrName>ppt_w</p:attrName>
                                        </p:attrNameLst>
                                      </p:cBhvr>
                                      <p:tavLst>
                                        <p:tav tm="0">
                                          <p:val>
                                            <p:strVal val="#ppt_w*0.70"/>
                                          </p:val>
                                        </p:tav>
                                        <p:tav tm="100000">
                                          <p:val>
                                            <p:strVal val="#ppt_w"/>
                                          </p:val>
                                        </p:tav>
                                      </p:tavLst>
                                    </p:anim>
                                    <p:anim calcmode="lin" valueType="num">
                                      <p:cBhvr>
                                        <p:cTn id="22" dur="1000" fill="hold"/>
                                        <p:tgtEl>
                                          <p:spTgt spid="28675"/>
                                        </p:tgtEl>
                                        <p:attrNameLst>
                                          <p:attrName>ppt_h</p:attrName>
                                        </p:attrNameLst>
                                      </p:cBhvr>
                                      <p:tavLst>
                                        <p:tav tm="0">
                                          <p:val>
                                            <p:strVal val="#ppt_h"/>
                                          </p:val>
                                        </p:tav>
                                        <p:tav tm="100000">
                                          <p:val>
                                            <p:strVal val="#ppt_h"/>
                                          </p:val>
                                        </p:tav>
                                      </p:tavLst>
                                    </p:anim>
                                    <p:animEffect transition="in" filter="fade">
                                      <p:cBhvr>
                                        <p:cTn id="23" dur="1000"/>
                                        <p:tgtEl>
                                          <p:spTgt spid="2867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par>
                          <p:cTn id="29" fill="hold">
                            <p:stCondLst>
                              <p:cond delay="500"/>
                            </p:stCondLst>
                            <p:childTnLst>
                              <p:par>
                                <p:cTn id="30" presetID="55" presetClass="entr" presetSubtype="0" fill="hold" grpId="0" nodeType="afterEffect">
                                  <p:stCondLst>
                                    <p:cond delay="0"/>
                                  </p:stCondLst>
                                  <p:childTnLst>
                                    <p:set>
                                      <p:cBhvr>
                                        <p:cTn id="31" dur="1" fill="hold">
                                          <p:stCondLst>
                                            <p:cond delay="0"/>
                                          </p:stCondLst>
                                        </p:cTn>
                                        <p:tgtEl>
                                          <p:spTgt spid="28676"/>
                                        </p:tgtEl>
                                        <p:attrNameLst>
                                          <p:attrName>style.visibility</p:attrName>
                                        </p:attrNameLst>
                                      </p:cBhvr>
                                      <p:to>
                                        <p:strVal val="visible"/>
                                      </p:to>
                                    </p:set>
                                    <p:anim calcmode="lin" valueType="num">
                                      <p:cBhvr>
                                        <p:cTn id="32" dur="1000" fill="hold"/>
                                        <p:tgtEl>
                                          <p:spTgt spid="28676"/>
                                        </p:tgtEl>
                                        <p:attrNameLst>
                                          <p:attrName>ppt_w</p:attrName>
                                        </p:attrNameLst>
                                      </p:cBhvr>
                                      <p:tavLst>
                                        <p:tav tm="0">
                                          <p:val>
                                            <p:strVal val="#ppt_w*0.70"/>
                                          </p:val>
                                        </p:tav>
                                        <p:tav tm="100000">
                                          <p:val>
                                            <p:strVal val="#ppt_w"/>
                                          </p:val>
                                        </p:tav>
                                      </p:tavLst>
                                    </p:anim>
                                    <p:anim calcmode="lin" valueType="num">
                                      <p:cBhvr>
                                        <p:cTn id="33" dur="1000" fill="hold"/>
                                        <p:tgtEl>
                                          <p:spTgt spid="28676"/>
                                        </p:tgtEl>
                                        <p:attrNameLst>
                                          <p:attrName>ppt_h</p:attrName>
                                        </p:attrNameLst>
                                      </p:cBhvr>
                                      <p:tavLst>
                                        <p:tav tm="0">
                                          <p:val>
                                            <p:strVal val="#ppt_h"/>
                                          </p:val>
                                        </p:tav>
                                        <p:tav tm="100000">
                                          <p:val>
                                            <p:strVal val="#ppt_h"/>
                                          </p:val>
                                        </p:tav>
                                      </p:tavLst>
                                    </p:anim>
                                    <p:animEffect transition="in" filter="fade">
                                      <p:cBhvr>
                                        <p:cTn id="34" dur="1000"/>
                                        <p:tgtEl>
                                          <p:spTgt spid="2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0" animBg="1"/>
      <p:bldP spid="2867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611188" y="476250"/>
            <a:ext cx="7848600" cy="1117600"/>
          </a:xfrm>
          <a:prstGeom prst="rect">
            <a:avLst/>
          </a:prstGeom>
          <a:noFill/>
          <a:ln w="9525">
            <a:noFill/>
          </a:ln>
        </p:spPr>
        <p:txBody>
          <a:bodyPr>
            <a:spAutoFit/>
          </a:bodyPr>
          <a:p>
            <a:pPr marL="476250" indent="-476250">
              <a:lnSpc>
                <a:spcPct val="120000"/>
              </a:lnSpc>
              <a:spcBef>
                <a:spcPct val="50000"/>
              </a:spcBef>
              <a:buAutoNum type="circleNumDbPlain" startAt="2"/>
            </a:pPr>
            <a:r>
              <a:rPr lang="zh-CN" altLang="en-US" dirty="0">
                <a:solidFill>
                  <a:srgbClr val="FFFF00"/>
                </a:solidFill>
                <a:latin typeface="楷体_GB2312" pitchFamily="49" charset="-122"/>
              </a:rPr>
              <a:t>二端口的两个端口间若有外部连接，则会破坏原二端口的端口条件。</a:t>
            </a:r>
            <a:endParaRPr lang="zh-CN" altLang="en-US" dirty="0">
              <a:solidFill>
                <a:srgbClr val="FFFF00"/>
              </a:solidFill>
              <a:latin typeface="楷体_GB2312" pitchFamily="49" charset="-122"/>
            </a:endParaRPr>
          </a:p>
        </p:txBody>
      </p:sp>
      <p:graphicFrame>
        <p:nvGraphicFramePr>
          <p:cNvPr id="27651" name="Object 3"/>
          <p:cNvGraphicFramePr/>
          <p:nvPr/>
        </p:nvGraphicFramePr>
        <p:xfrm>
          <a:off x="5580063" y="2133600"/>
          <a:ext cx="2297112" cy="1195388"/>
        </p:xfrm>
        <a:graphic>
          <a:graphicData uri="http://schemas.openxmlformats.org/presentationml/2006/ole">
            <mc:AlternateContent xmlns:mc="http://schemas.openxmlformats.org/markup-compatibility/2006">
              <mc:Choice xmlns:v="urn:schemas-microsoft-com:vml" Requires="v">
                <p:oleObj spid="_x0000_s3076" name="" r:id="rId1" imgW="901065" imgH="469900" progId="Equation.3">
                  <p:embed/>
                </p:oleObj>
              </mc:Choice>
              <mc:Fallback>
                <p:oleObj name="" r:id="rId1" imgW="901065" imgH="469900" progId="Equation.3">
                  <p:embed/>
                  <p:pic>
                    <p:nvPicPr>
                      <p:cNvPr id="0" name="图片 3075"/>
                      <p:cNvPicPr/>
                      <p:nvPr/>
                    </p:nvPicPr>
                    <p:blipFill>
                      <a:blip r:embed="rId2">
                        <a:clrChange>
                          <a:clrFrom>
                            <a:srgbClr val="000000"/>
                          </a:clrFrom>
                          <a:clrTo>
                            <a:srgbClr val="FFFFFF"/>
                          </a:clrTo>
                        </a:clrChange>
                      </a:blip>
                      <a:stretch>
                        <a:fillRect/>
                      </a:stretch>
                    </p:blipFill>
                    <p:spPr>
                      <a:xfrm>
                        <a:off x="5580063" y="2133600"/>
                        <a:ext cx="2297112" cy="1195388"/>
                      </a:xfrm>
                      <a:prstGeom prst="rect">
                        <a:avLst/>
                      </a:prstGeom>
                      <a:noFill/>
                      <a:ln w="38100">
                        <a:noFill/>
                        <a:miter/>
                      </a:ln>
                    </p:spPr>
                  </p:pic>
                </p:oleObj>
              </mc:Fallback>
            </mc:AlternateContent>
          </a:graphicData>
        </a:graphic>
      </p:graphicFrame>
      <p:sp>
        <p:nvSpPr>
          <p:cNvPr id="27652" name="AutoShape 4"/>
          <p:cNvSpPr/>
          <p:nvPr/>
        </p:nvSpPr>
        <p:spPr>
          <a:xfrm>
            <a:off x="8027988" y="2133600"/>
            <a:ext cx="220662" cy="1225550"/>
          </a:xfrm>
          <a:prstGeom prst="rightBrace">
            <a:avLst>
              <a:gd name="adj1" fmla="val 46283"/>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92" name="Text Box 44"/>
          <p:cNvSpPr txBox="1"/>
          <p:nvPr/>
        </p:nvSpPr>
        <p:spPr>
          <a:xfrm>
            <a:off x="1547813" y="4437063"/>
            <a:ext cx="4392612" cy="579437"/>
          </a:xfrm>
          <a:prstGeom prst="rect">
            <a:avLst/>
          </a:prstGeom>
          <a:noFill/>
          <a:ln w="9525">
            <a:noFill/>
          </a:ln>
        </p:spPr>
        <p:txBody>
          <a:bodyPr>
            <a:spAutoFit/>
          </a:bodyPr>
          <a:p>
            <a:r>
              <a:rPr lang="en-US" altLang="zh-CN" sz="3200" b="0" dirty="0">
                <a:latin typeface="Times New Roman" panose="02020603050405020304" pitchFamily="18" charset="0"/>
              </a:rPr>
              <a:t>1</a:t>
            </a:r>
            <a:r>
              <a:rPr lang="en-US" altLang="zh-CN" sz="3200" b="0" dirty="0">
                <a:latin typeface="宋体" panose="02010600030101010101" pitchFamily="2" charset="-122"/>
                <a:ea typeface="宋体" panose="02010600030101010101" pitchFamily="2" charset="-122"/>
              </a:rPr>
              <a:t>-</a:t>
            </a:r>
            <a:r>
              <a:rPr lang="en-US" altLang="zh-CN" sz="3200" b="0" dirty="0">
                <a:latin typeface="Times New Roman" panose="02020603050405020304" pitchFamily="18" charset="0"/>
              </a:rPr>
              <a:t>1</a:t>
            </a:r>
            <a:r>
              <a:rPr lang="en-US" altLang="zh-CN" sz="3200" b="0" dirty="0">
                <a:latin typeface="Times New Roman" panose="02020603050405020304" pitchFamily="18" charset="0"/>
                <a:cs typeface="Times New Roman" panose="02020603050405020304" pitchFamily="18" charset="0"/>
              </a:rPr>
              <a:t>'</a:t>
            </a:r>
            <a:r>
              <a:rPr lang="en-US" altLang="zh-CN" sz="3200" b="0" dirty="0">
                <a:latin typeface="Times New Roman" panose="02020603050405020304" pitchFamily="18" charset="0"/>
              </a:rPr>
              <a:t>  2</a:t>
            </a:r>
            <a:r>
              <a:rPr lang="en-US" altLang="zh-CN" sz="3200" b="0" dirty="0">
                <a:latin typeface="宋体" panose="02010600030101010101" pitchFamily="2" charset="-122"/>
                <a:ea typeface="宋体" panose="02010600030101010101" pitchFamily="2" charset="-122"/>
              </a:rPr>
              <a:t>-</a:t>
            </a:r>
            <a:r>
              <a:rPr lang="en-US" altLang="zh-CN" sz="3200" b="0" dirty="0">
                <a:latin typeface="Times New Roman" panose="02020603050405020304" pitchFamily="18" charset="0"/>
              </a:rPr>
              <a:t>2</a:t>
            </a:r>
            <a:r>
              <a:rPr lang="en-US" altLang="zh-CN" b="0" dirty="0">
                <a:latin typeface="Times New Roman" panose="02020603050405020304" pitchFamily="18" charset="0"/>
              </a:rPr>
              <a:t>'</a:t>
            </a:r>
            <a:r>
              <a:rPr lang="zh-CN" altLang="en-US" dirty="0">
                <a:latin typeface="楷体_GB2312" pitchFamily="49" charset="-122"/>
              </a:rPr>
              <a:t>是二端口。</a:t>
            </a:r>
            <a:endParaRPr lang="zh-CN" altLang="en-US" dirty="0">
              <a:latin typeface="楷体_GB2312" pitchFamily="49" charset="-122"/>
            </a:endParaRPr>
          </a:p>
        </p:txBody>
      </p:sp>
      <p:sp>
        <p:nvSpPr>
          <p:cNvPr id="27693" name="Text Box 45"/>
          <p:cNvSpPr txBox="1"/>
          <p:nvPr/>
        </p:nvSpPr>
        <p:spPr>
          <a:xfrm>
            <a:off x="1547813" y="5013325"/>
            <a:ext cx="6551612" cy="579438"/>
          </a:xfrm>
          <a:prstGeom prst="rect">
            <a:avLst/>
          </a:prstGeom>
          <a:noFill/>
          <a:ln w="9525">
            <a:noFill/>
          </a:ln>
        </p:spPr>
        <p:txBody>
          <a:bodyPr>
            <a:spAutoFit/>
          </a:bodyPr>
          <a:p>
            <a:r>
              <a:rPr lang="en-US" altLang="zh-CN" sz="3200" b="0" dirty="0">
                <a:latin typeface="Times New Roman" panose="02020603050405020304" pitchFamily="18" charset="0"/>
              </a:rPr>
              <a:t>3</a:t>
            </a:r>
            <a:r>
              <a:rPr lang="en-US" altLang="zh-CN" sz="3200" b="0" dirty="0">
                <a:latin typeface="宋体" panose="02010600030101010101" pitchFamily="2" charset="-122"/>
                <a:ea typeface="宋体" panose="02010600030101010101" pitchFamily="2" charset="-122"/>
              </a:rPr>
              <a:t>-</a:t>
            </a:r>
            <a:r>
              <a:rPr lang="en-US" altLang="zh-CN" sz="3200" b="0" dirty="0">
                <a:latin typeface="Times New Roman" panose="02020603050405020304" pitchFamily="18" charset="0"/>
              </a:rPr>
              <a:t>3</a:t>
            </a:r>
            <a:r>
              <a:rPr lang="en-US" altLang="zh-CN" b="0" dirty="0">
                <a:latin typeface="Times New Roman" panose="02020603050405020304" pitchFamily="18" charset="0"/>
              </a:rPr>
              <a:t>'</a:t>
            </a:r>
            <a:r>
              <a:rPr lang="en-US" altLang="zh-CN" sz="3200" b="0" dirty="0">
                <a:latin typeface="Times New Roman" panose="02020603050405020304" pitchFamily="18" charset="0"/>
              </a:rPr>
              <a:t>  4</a:t>
            </a:r>
            <a:r>
              <a:rPr lang="en-US" altLang="zh-CN" sz="3200" b="0" dirty="0">
                <a:latin typeface="宋体" panose="02010600030101010101" pitchFamily="2" charset="-122"/>
                <a:ea typeface="宋体" panose="02010600030101010101" pitchFamily="2" charset="-122"/>
              </a:rPr>
              <a:t>-</a:t>
            </a:r>
            <a:r>
              <a:rPr lang="en-US" altLang="zh-CN" sz="3200" b="0" dirty="0">
                <a:latin typeface="Times New Roman" panose="02020603050405020304" pitchFamily="18" charset="0"/>
              </a:rPr>
              <a:t>4</a:t>
            </a:r>
            <a:r>
              <a:rPr lang="en-US" altLang="zh-CN" b="0" dirty="0">
                <a:latin typeface="Times New Roman" panose="02020603050405020304" pitchFamily="18" charset="0"/>
              </a:rPr>
              <a:t>'</a:t>
            </a:r>
            <a:r>
              <a:rPr lang="zh-CN" altLang="en-US" dirty="0">
                <a:latin typeface="楷体_GB2312" pitchFamily="49" charset="-122"/>
              </a:rPr>
              <a:t>不是二端口，是四端网络。</a:t>
            </a:r>
            <a:endParaRPr lang="zh-CN" altLang="en-US" dirty="0">
              <a:latin typeface="楷体_GB2312" pitchFamily="49" charset="-122"/>
            </a:endParaRPr>
          </a:p>
        </p:txBody>
      </p:sp>
      <p:grpSp>
        <p:nvGrpSpPr>
          <p:cNvPr id="2" name="Group 78"/>
          <p:cNvGrpSpPr/>
          <p:nvPr/>
        </p:nvGrpSpPr>
        <p:grpSpPr>
          <a:xfrm>
            <a:off x="538163" y="2205038"/>
            <a:ext cx="5041900" cy="1833562"/>
            <a:chOff x="339" y="1389"/>
            <a:chExt cx="3176" cy="1155"/>
          </a:xfrm>
        </p:grpSpPr>
        <p:sp>
          <p:nvSpPr>
            <p:cNvPr id="1058" name="Rectangle 20"/>
            <p:cNvSpPr/>
            <p:nvPr/>
          </p:nvSpPr>
          <p:spPr>
            <a:xfrm>
              <a:off x="1332" y="1580"/>
              <a:ext cx="965" cy="964"/>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1059" name="Rectangle 21"/>
            <p:cNvSpPr/>
            <p:nvPr/>
          </p:nvSpPr>
          <p:spPr>
            <a:xfrm>
              <a:off x="1668" y="1807"/>
              <a:ext cx="312" cy="518"/>
            </a:xfrm>
            <a:prstGeom prst="rect">
              <a:avLst/>
            </a:prstGeom>
            <a:noFill/>
            <a:ln w="28575">
              <a:noFill/>
            </a:ln>
          </p:spPr>
          <p:txBody>
            <a:bodyPr wrap="none" lIns="0" tIns="0" rIns="0" bIns="0">
              <a:spAutoFit/>
            </a:bodyPr>
            <a:p>
              <a:pPr algn="ctr"/>
              <a:r>
                <a:rPr lang="en-US" altLang="zh-CN" sz="5400" b="0" dirty="0">
                  <a:latin typeface="Times New Roman" panose="02020603050405020304" pitchFamily="18" charset="0"/>
                  <a:ea typeface="宋体" panose="02010600030101010101" pitchFamily="2" charset="-122"/>
                </a:rPr>
                <a:t>N</a:t>
              </a:r>
              <a:endParaRPr lang="en-US" altLang="zh-CN" sz="5400" b="0" dirty="0">
                <a:latin typeface="Times New Roman" panose="02020603050405020304" pitchFamily="18" charset="0"/>
                <a:ea typeface="宋体" panose="02010600030101010101" pitchFamily="2" charset="-122"/>
              </a:endParaRPr>
            </a:p>
          </p:txBody>
        </p:sp>
        <p:sp>
          <p:nvSpPr>
            <p:cNvPr id="1060" name="Line 22"/>
            <p:cNvSpPr/>
            <p:nvPr/>
          </p:nvSpPr>
          <p:spPr>
            <a:xfrm>
              <a:off x="554" y="1734"/>
              <a:ext cx="778" cy="1"/>
            </a:xfrm>
            <a:prstGeom prst="line">
              <a:avLst/>
            </a:prstGeom>
            <a:ln w="28575" cap="flat" cmpd="sng">
              <a:solidFill>
                <a:srgbClr val="FFCC00"/>
              </a:solidFill>
              <a:prstDash val="solid"/>
              <a:headEnd type="none" w="med" len="med"/>
              <a:tailEnd type="none" w="med" len="med"/>
            </a:ln>
          </p:spPr>
        </p:sp>
        <p:sp>
          <p:nvSpPr>
            <p:cNvPr id="1061" name="Line 23"/>
            <p:cNvSpPr/>
            <p:nvPr/>
          </p:nvSpPr>
          <p:spPr>
            <a:xfrm>
              <a:off x="554" y="2408"/>
              <a:ext cx="778" cy="0"/>
            </a:xfrm>
            <a:prstGeom prst="line">
              <a:avLst/>
            </a:prstGeom>
            <a:ln w="28575" cap="flat" cmpd="sng">
              <a:solidFill>
                <a:srgbClr val="FFCC00"/>
              </a:solidFill>
              <a:prstDash val="solid"/>
              <a:headEnd type="none" w="med" len="med"/>
              <a:tailEnd type="none" w="med" len="med"/>
            </a:ln>
          </p:spPr>
        </p:sp>
        <p:sp>
          <p:nvSpPr>
            <p:cNvPr id="1062" name="Line 24"/>
            <p:cNvSpPr/>
            <p:nvPr/>
          </p:nvSpPr>
          <p:spPr>
            <a:xfrm>
              <a:off x="567" y="1734"/>
              <a:ext cx="294" cy="0"/>
            </a:xfrm>
            <a:prstGeom prst="line">
              <a:avLst/>
            </a:prstGeom>
            <a:ln w="28575" cap="flat" cmpd="sng">
              <a:solidFill>
                <a:srgbClr val="00FFFF"/>
              </a:solidFill>
              <a:prstDash val="solid"/>
              <a:headEnd type="none" w="med" len="med"/>
              <a:tailEnd type="triangle" w="med" len="med"/>
            </a:ln>
          </p:spPr>
        </p:sp>
        <p:sp>
          <p:nvSpPr>
            <p:cNvPr id="1063" name="Oval 25"/>
            <p:cNvSpPr/>
            <p:nvPr/>
          </p:nvSpPr>
          <p:spPr>
            <a:xfrm>
              <a:off x="475" y="169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64" name="Oval 26"/>
            <p:cNvSpPr/>
            <p:nvPr/>
          </p:nvSpPr>
          <p:spPr>
            <a:xfrm>
              <a:off x="475" y="236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65" name="Text Box 27"/>
            <p:cNvSpPr txBox="1"/>
            <p:nvPr/>
          </p:nvSpPr>
          <p:spPr>
            <a:xfrm>
              <a:off x="567" y="1389"/>
              <a:ext cx="358"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1066" name="Line 28"/>
            <p:cNvSpPr/>
            <p:nvPr/>
          </p:nvSpPr>
          <p:spPr>
            <a:xfrm flipH="1">
              <a:off x="612" y="2405"/>
              <a:ext cx="294" cy="0"/>
            </a:xfrm>
            <a:prstGeom prst="line">
              <a:avLst/>
            </a:prstGeom>
            <a:ln w="28575" cap="flat" cmpd="sng">
              <a:solidFill>
                <a:srgbClr val="00FFFF"/>
              </a:solidFill>
              <a:prstDash val="solid"/>
              <a:headEnd type="none" w="med" len="med"/>
              <a:tailEnd type="triangle" w="med" len="med"/>
            </a:ln>
          </p:spPr>
        </p:sp>
        <p:sp>
          <p:nvSpPr>
            <p:cNvPr id="1067" name="Text Box 29"/>
            <p:cNvSpPr txBox="1"/>
            <p:nvPr/>
          </p:nvSpPr>
          <p:spPr>
            <a:xfrm>
              <a:off x="657" y="2069"/>
              <a:ext cx="358"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1068" name="Line 30"/>
            <p:cNvSpPr/>
            <p:nvPr/>
          </p:nvSpPr>
          <p:spPr>
            <a:xfrm>
              <a:off x="2297" y="1759"/>
              <a:ext cx="778" cy="1"/>
            </a:xfrm>
            <a:prstGeom prst="line">
              <a:avLst/>
            </a:prstGeom>
            <a:ln w="28575" cap="flat" cmpd="sng">
              <a:solidFill>
                <a:srgbClr val="FFCC00"/>
              </a:solidFill>
              <a:prstDash val="solid"/>
              <a:headEnd type="none" w="med" len="med"/>
              <a:tailEnd type="none" w="med" len="med"/>
            </a:ln>
          </p:spPr>
        </p:sp>
        <p:sp>
          <p:nvSpPr>
            <p:cNvPr id="1069" name="Line 31"/>
            <p:cNvSpPr/>
            <p:nvPr/>
          </p:nvSpPr>
          <p:spPr>
            <a:xfrm>
              <a:off x="2297" y="2407"/>
              <a:ext cx="778" cy="1"/>
            </a:xfrm>
            <a:prstGeom prst="line">
              <a:avLst/>
            </a:prstGeom>
            <a:ln w="28575" cap="flat" cmpd="sng">
              <a:solidFill>
                <a:srgbClr val="FFCC00"/>
              </a:solidFill>
              <a:prstDash val="solid"/>
              <a:headEnd type="none" w="med" len="med"/>
              <a:tailEnd type="none" w="med" len="med"/>
            </a:ln>
          </p:spPr>
        </p:sp>
        <p:sp>
          <p:nvSpPr>
            <p:cNvPr id="1070" name="Line 32"/>
            <p:cNvSpPr/>
            <p:nvPr/>
          </p:nvSpPr>
          <p:spPr>
            <a:xfrm>
              <a:off x="2699" y="2405"/>
              <a:ext cx="294" cy="0"/>
            </a:xfrm>
            <a:prstGeom prst="line">
              <a:avLst/>
            </a:prstGeom>
            <a:ln w="28575" cap="flat" cmpd="sng">
              <a:solidFill>
                <a:srgbClr val="00FFFF"/>
              </a:solidFill>
              <a:prstDash val="solid"/>
              <a:headEnd type="none" w="med" len="med"/>
              <a:tailEnd type="triangle" w="med" len="med"/>
            </a:ln>
          </p:spPr>
        </p:sp>
        <p:sp>
          <p:nvSpPr>
            <p:cNvPr id="1071" name="Text Box 33"/>
            <p:cNvSpPr txBox="1"/>
            <p:nvPr/>
          </p:nvSpPr>
          <p:spPr>
            <a:xfrm>
              <a:off x="2699" y="2069"/>
              <a:ext cx="358"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1072" name="Line 34"/>
            <p:cNvSpPr/>
            <p:nvPr/>
          </p:nvSpPr>
          <p:spPr>
            <a:xfrm flipH="1">
              <a:off x="2699" y="1761"/>
              <a:ext cx="294" cy="0"/>
            </a:xfrm>
            <a:prstGeom prst="line">
              <a:avLst/>
            </a:prstGeom>
            <a:ln w="28575" cap="flat" cmpd="sng">
              <a:solidFill>
                <a:srgbClr val="00FFFF"/>
              </a:solidFill>
              <a:prstDash val="solid"/>
              <a:headEnd type="none" w="med" len="med"/>
              <a:tailEnd type="triangle" w="med" len="med"/>
            </a:ln>
          </p:spPr>
        </p:sp>
        <p:sp>
          <p:nvSpPr>
            <p:cNvPr id="1073" name="Text Box 35"/>
            <p:cNvSpPr txBox="1"/>
            <p:nvPr/>
          </p:nvSpPr>
          <p:spPr>
            <a:xfrm>
              <a:off x="2699" y="1434"/>
              <a:ext cx="358"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1074" name="Oval 36"/>
            <p:cNvSpPr/>
            <p:nvPr/>
          </p:nvSpPr>
          <p:spPr>
            <a:xfrm>
              <a:off x="3067" y="171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75" name="Oval 37"/>
            <p:cNvSpPr/>
            <p:nvPr/>
          </p:nvSpPr>
          <p:spPr>
            <a:xfrm>
              <a:off x="3067" y="236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76" name="Text Box 46"/>
            <p:cNvSpPr txBox="1"/>
            <p:nvPr/>
          </p:nvSpPr>
          <p:spPr>
            <a:xfrm>
              <a:off x="339" y="1697"/>
              <a:ext cx="227" cy="327"/>
            </a:xfrm>
            <a:prstGeom prst="rect">
              <a:avLst/>
            </a:prstGeom>
            <a:noFill/>
            <a:ln w="28575">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1077" name="Text Box 47"/>
            <p:cNvSpPr txBox="1"/>
            <p:nvPr/>
          </p:nvSpPr>
          <p:spPr>
            <a:xfrm>
              <a:off x="340" y="2115"/>
              <a:ext cx="408" cy="327"/>
            </a:xfrm>
            <a:prstGeom prst="rect">
              <a:avLst/>
            </a:prstGeom>
            <a:noFill/>
            <a:ln w="28575">
              <a:noFill/>
            </a:ln>
          </p:spPr>
          <p:txBody>
            <a:bodyPr>
              <a:spAutoFit/>
            </a:bodyPr>
            <a:p>
              <a:pPr>
                <a:spcBef>
                  <a:spcPct val="50000"/>
                </a:spcBef>
                <a:buNone/>
              </a:pP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1078" name="Text Box 48"/>
            <p:cNvSpPr txBox="1"/>
            <p:nvPr/>
          </p:nvSpPr>
          <p:spPr>
            <a:xfrm>
              <a:off x="3061" y="1742"/>
              <a:ext cx="227" cy="327"/>
            </a:xfrm>
            <a:prstGeom prst="rect">
              <a:avLst/>
            </a:prstGeom>
            <a:noFill/>
            <a:ln w="28575">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1079" name="Text Box 49"/>
            <p:cNvSpPr txBox="1"/>
            <p:nvPr/>
          </p:nvSpPr>
          <p:spPr>
            <a:xfrm>
              <a:off x="3106" y="2150"/>
              <a:ext cx="409" cy="327"/>
            </a:xfrm>
            <a:prstGeom prst="rect">
              <a:avLst/>
            </a:prstGeom>
            <a:noFill/>
            <a:ln w="28575">
              <a:noFill/>
            </a:ln>
          </p:spPr>
          <p:txBody>
            <a:bodyPr>
              <a:spAutoFit/>
            </a:bodyPr>
            <a:p>
              <a:pPr>
                <a:spcBef>
                  <a:spcPct val="50000"/>
                </a:spcBef>
                <a:buNone/>
              </a:pP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grpSp>
      <p:grpSp>
        <p:nvGrpSpPr>
          <p:cNvPr id="3" name="Group 79"/>
          <p:cNvGrpSpPr/>
          <p:nvPr/>
        </p:nvGrpSpPr>
        <p:grpSpPr>
          <a:xfrm>
            <a:off x="1331913" y="1628775"/>
            <a:ext cx="2952750" cy="2632075"/>
            <a:chOff x="839" y="1026"/>
            <a:chExt cx="1860" cy="1658"/>
          </a:xfrm>
        </p:grpSpPr>
        <p:sp>
          <p:nvSpPr>
            <p:cNvPr id="1042" name="Text Box 7"/>
            <p:cNvSpPr txBox="1"/>
            <p:nvPr/>
          </p:nvSpPr>
          <p:spPr>
            <a:xfrm>
              <a:off x="1650" y="1134"/>
              <a:ext cx="267"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R</a:t>
              </a:r>
              <a:endParaRPr lang="en-US" altLang="zh-CN" b="0" i="1" dirty="0">
                <a:latin typeface="Times New Roman" panose="02020603050405020304" pitchFamily="18" charset="0"/>
                <a:ea typeface="宋体" panose="02010600030101010101" pitchFamily="2" charset="-122"/>
              </a:endParaRPr>
            </a:p>
          </p:txBody>
        </p:sp>
        <p:sp>
          <p:nvSpPr>
            <p:cNvPr id="1043" name="Rectangle 8"/>
            <p:cNvSpPr/>
            <p:nvPr/>
          </p:nvSpPr>
          <p:spPr>
            <a:xfrm>
              <a:off x="1615" y="1026"/>
              <a:ext cx="349" cy="140"/>
            </a:xfrm>
            <a:prstGeom prst="rect">
              <a:avLst/>
            </a:prstGeom>
            <a:gradFill rotWithShape="1">
              <a:gsLst>
                <a:gs pos="0">
                  <a:srgbClr val="764700"/>
                </a:gs>
                <a:gs pos="50000">
                  <a:srgbClr val="FF9900"/>
                </a:gs>
                <a:gs pos="100000">
                  <a:srgbClr val="764700"/>
                </a:gs>
              </a:gsLst>
              <a:lin ang="5400000" scaled="1"/>
              <a:tileRect/>
            </a:gradFill>
            <a:ln w="28575">
              <a:noFill/>
            </a:ln>
          </p:spPr>
          <p:txBody>
            <a:bodyPr/>
            <a:p>
              <a:endParaRPr lang="zh-CN" altLang="en-US" dirty="0">
                <a:latin typeface="Arial" panose="020B0604020202020204" pitchFamily="34" charset="0"/>
              </a:endParaRPr>
            </a:p>
          </p:txBody>
        </p:sp>
        <p:sp>
          <p:nvSpPr>
            <p:cNvPr id="1044" name="Line 9"/>
            <p:cNvSpPr/>
            <p:nvPr/>
          </p:nvSpPr>
          <p:spPr>
            <a:xfrm flipH="1" flipV="1">
              <a:off x="997" y="1101"/>
              <a:ext cx="624" cy="0"/>
            </a:xfrm>
            <a:prstGeom prst="line">
              <a:avLst/>
            </a:prstGeom>
            <a:ln w="28575" cap="flat" cmpd="sng">
              <a:solidFill>
                <a:srgbClr val="FF3399"/>
              </a:solidFill>
              <a:prstDash val="solid"/>
              <a:headEnd type="none" w="med" len="med"/>
              <a:tailEnd type="none" w="med" len="med"/>
            </a:ln>
          </p:spPr>
        </p:sp>
        <p:sp>
          <p:nvSpPr>
            <p:cNvPr id="1045" name="Line 10"/>
            <p:cNvSpPr/>
            <p:nvPr/>
          </p:nvSpPr>
          <p:spPr>
            <a:xfrm>
              <a:off x="1003" y="1095"/>
              <a:ext cx="0" cy="630"/>
            </a:xfrm>
            <a:prstGeom prst="line">
              <a:avLst/>
            </a:prstGeom>
            <a:ln w="28575" cap="flat" cmpd="sng">
              <a:solidFill>
                <a:srgbClr val="FF3399"/>
              </a:solidFill>
              <a:prstDash val="solid"/>
              <a:headEnd type="none" w="med" len="med"/>
              <a:tailEnd type="oval" w="med" len="med"/>
            </a:ln>
          </p:spPr>
        </p:sp>
        <p:sp>
          <p:nvSpPr>
            <p:cNvPr id="1046" name="Line 11"/>
            <p:cNvSpPr/>
            <p:nvPr/>
          </p:nvSpPr>
          <p:spPr>
            <a:xfrm flipH="1">
              <a:off x="1963" y="1095"/>
              <a:ext cx="630" cy="0"/>
            </a:xfrm>
            <a:prstGeom prst="line">
              <a:avLst/>
            </a:prstGeom>
            <a:ln w="28575" cap="flat" cmpd="sng">
              <a:solidFill>
                <a:srgbClr val="FF3399"/>
              </a:solidFill>
              <a:prstDash val="solid"/>
              <a:headEnd type="none" w="med" len="med"/>
              <a:tailEnd type="none" w="med" len="med"/>
            </a:ln>
          </p:spPr>
        </p:sp>
        <p:sp>
          <p:nvSpPr>
            <p:cNvPr id="1047" name="Line 12"/>
            <p:cNvSpPr/>
            <p:nvPr/>
          </p:nvSpPr>
          <p:spPr>
            <a:xfrm>
              <a:off x="2599" y="1095"/>
              <a:ext cx="0" cy="648"/>
            </a:xfrm>
            <a:prstGeom prst="line">
              <a:avLst/>
            </a:prstGeom>
            <a:ln w="28575" cap="flat" cmpd="sng">
              <a:solidFill>
                <a:srgbClr val="FF3399"/>
              </a:solidFill>
              <a:prstDash val="solid"/>
              <a:headEnd type="none" w="med" len="med"/>
              <a:tailEnd type="oval" w="med" len="med"/>
            </a:ln>
          </p:spPr>
        </p:sp>
        <p:sp>
          <p:nvSpPr>
            <p:cNvPr id="1048" name="Line 13"/>
            <p:cNvSpPr/>
            <p:nvPr/>
          </p:nvSpPr>
          <p:spPr>
            <a:xfrm>
              <a:off x="1020" y="1734"/>
              <a:ext cx="270" cy="6"/>
            </a:xfrm>
            <a:prstGeom prst="line">
              <a:avLst/>
            </a:prstGeom>
            <a:ln w="28575" cap="flat" cmpd="sng">
              <a:solidFill>
                <a:srgbClr val="00FFFF"/>
              </a:solidFill>
              <a:prstDash val="solid"/>
              <a:headEnd type="none" w="med" len="med"/>
              <a:tailEnd type="triangle" w="med" len="med"/>
            </a:ln>
          </p:spPr>
        </p:sp>
        <p:sp>
          <p:nvSpPr>
            <p:cNvPr id="1049" name="Text Box 14"/>
            <p:cNvSpPr txBox="1"/>
            <p:nvPr/>
          </p:nvSpPr>
          <p:spPr>
            <a:xfrm>
              <a:off x="975" y="1706"/>
              <a:ext cx="358"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050" name="Line 15"/>
            <p:cNvSpPr/>
            <p:nvPr/>
          </p:nvSpPr>
          <p:spPr>
            <a:xfrm flipH="1">
              <a:off x="2336" y="1761"/>
              <a:ext cx="246" cy="0"/>
            </a:xfrm>
            <a:prstGeom prst="line">
              <a:avLst/>
            </a:prstGeom>
            <a:ln w="28575" cap="flat" cmpd="sng">
              <a:solidFill>
                <a:srgbClr val="00FFFF"/>
              </a:solidFill>
              <a:prstDash val="solid"/>
              <a:headEnd type="none" w="med" len="med"/>
              <a:tailEnd type="triangle" w="med" len="med"/>
            </a:ln>
          </p:spPr>
        </p:sp>
        <p:sp>
          <p:nvSpPr>
            <p:cNvPr id="1051" name="Text Box 16"/>
            <p:cNvSpPr txBox="1"/>
            <p:nvPr/>
          </p:nvSpPr>
          <p:spPr>
            <a:xfrm>
              <a:off x="2336" y="1706"/>
              <a:ext cx="358"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052" name="Line 17"/>
            <p:cNvSpPr/>
            <p:nvPr/>
          </p:nvSpPr>
          <p:spPr>
            <a:xfrm flipH="1">
              <a:off x="1111" y="1099"/>
              <a:ext cx="294" cy="0"/>
            </a:xfrm>
            <a:prstGeom prst="line">
              <a:avLst/>
            </a:prstGeom>
            <a:ln w="28575" cap="flat" cmpd="sng">
              <a:solidFill>
                <a:srgbClr val="00FFFF"/>
              </a:solidFill>
              <a:prstDash val="solid"/>
              <a:headEnd type="none" w="med" len="med"/>
              <a:tailEnd type="triangle" w="med" len="med"/>
            </a:ln>
          </p:spPr>
        </p:sp>
        <p:sp>
          <p:nvSpPr>
            <p:cNvPr id="1053" name="Text Box 18"/>
            <p:cNvSpPr txBox="1"/>
            <p:nvPr/>
          </p:nvSpPr>
          <p:spPr>
            <a:xfrm>
              <a:off x="1156" y="1026"/>
              <a:ext cx="250" cy="327"/>
            </a:xfrm>
            <a:prstGeom prst="rect">
              <a:avLst/>
            </a:prstGeom>
            <a:noFill/>
            <a:ln w="28575">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endParaRPr lang="en-US" altLang="zh-CN" b="0" dirty="0">
                <a:latin typeface="Times New Roman" panose="02020603050405020304" pitchFamily="18" charset="0"/>
                <a:ea typeface="宋体" panose="02010600030101010101" pitchFamily="2" charset="-122"/>
              </a:endParaRPr>
            </a:p>
          </p:txBody>
        </p:sp>
        <p:sp>
          <p:nvSpPr>
            <p:cNvPr id="1054" name="Text Box 50"/>
            <p:cNvSpPr txBox="1"/>
            <p:nvPr/>
          </p:nvSpPr>
          <p:spPr>
            <a:xfrm>
              <a:off x="1020" y="1443"/>
              <a:ext cx="227" cy="327"/>
            </a:xfrm>
            <a:prstGeom prst="rect">
              <a:avLst/>
            </a:prstGeom>
            <a:noFill/>
            <a:ln w="28575">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p:txBody>
        </p:sp>
        <p:sp>
          <p:nvSpPr>
            <p:cNvPr id="1055" name="Text Box 51"/>
            <p:cNvSpPr txBox="1"/>
            <p:nvPr/>
          </p:nvSpPr>
          <p:spPr>
            <a:xfrm>
              <a:off x="839" y="2357"/>
              <a:ext cx="363" cy="327"/>
            </a:xfrm>
            <a:prstGeom prst="rect">
              <a:avLst/>
            </a:prstGeom>
            <a:noFill/>
            <a:ln w="28575">
              <a:noFill/>
            </a:ln>
          </p:spPr>
          <p:txBody>
            <a:bodyPr>
              <a:spAutoFit/>
            </a:bodyPr>
            <a:p>
              <a:pPr>
                <a:spcBef>
                  <a:spcPct val="50000"/>
                </a:spcBef>
                <a:buNone/>
              </a:pPr>
              <a:r>
                <a:rPr lang="en-US" altLang="zh-CN" b="0"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p:txBody>
        </p:sp>
        <p:sp>
          <p:nvSpPr>
            <p:cNvPr id="1056" name="Text Box 52"/>
            <p:cNvSpPr txBox="1"/>
            <p:nvPr/>
          </p:nvSpPr>
          <p:spPr>
            <a:xfrm>
              <a:off x="2336" y="1461"/>
              <a:ext cx="227" cy="327"/>
            </a:xfrm>
            <a:prstGeom prst="rect">
              <a:avLst/>
            </a:prstGeom>
            <a:noFill/>
            <a:ln w="28575">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4</a:t>
              </a:r>
              <a:endParaRPr lang="en-US" altLang="zh-CN" b="0" dirty="0">
                <a:latin typeface="Times New Roman" panose="02020603050405020304" pitchFamily="18" charset="0"/>
                <a:ea typeface="宋体" panose="02010600030101010101" pitchFamily="2" charset="-122"/>
              </a:endParaRPr>
            </a:p>
          </p:txBody>
        </p:sp>
        <p:sp>
          <p:nvSpPr>
            <p:cNvPr id="1057" name="Text Box 53"/>
            <p:cNvSpPr txBox="1"/>
            <p:nvPr/>
          </p:nvSpPr>
          <p:spPr>
            <a:xfrm>
              <a:off x="2336" y="2357"/>
              <a:ext cx="363" cy="327"/>
            </a:xfrm>
            <a:prstGeom prst="rect">
              <a:avLst/>
            </a:prstGeom>
            <a:noFill/>
            <a:ln w="28575">
              <a:noFill/>
            </a:ln>
          </p:spPr>
          <p:txBody>
            <a:bodyPr>
              <a:spAutoFit/>
            </a:bodyPr>
            <a:p>
              <a:pPr>
                <a:spcBef>
                  <a:spcPct val="50000"/>
                </a:spcBef>
                <a:buNone/>
              </a:pPr>
              <a:r>
                <a:rPr lang="en-US" altLang="zh-CN" b="0" dirty="0">
                  <a:latin typeface="Times New Roman" panose="02020603050405020304" pitchFamily="18" charset="0"/>
                  <a:ea typeface="宋体" panose="02010600030101010101" pitchFamily="2" charset="-122"/>
                </a:rPr>
                <a:t>4'</a:t>
              </a:r>
              <a:endParaRPr lang="en-US" altLang="zh-CN" b="0" dirty="0">
                <a:latin typeface="Times New Roman" panose="02020603050405020304" pitchFamily="18" charset="0"/>
                <a:ea typeface="宋体" panose="02010600030101010101" pitchFamily="2" charset="-122"/>
              </a:endParaRPr>
            </a:p>
          </p:txBody>
        </p:sp>
      </p:grpSp>
      <p:grpSp>
        <p:nvGrpSpPr>
          <p:cNvPr id="1033" name="Group 60"/>
          <p:cNvGrpSpPr/>
          <p:nvPr/>
        </p:nvGrpSpPr>
        <p:grpSpPr>
          <a:xfrm>
            <a:off x="8316913" y="6446838"/>
            <a:ext cx="792162" cy="366712"/>
            <a:chOff x="5193" y="4020"/>
            <a:chExt cx="499" cy="231"/>
          </a:xfrm>
        </p:grpSpPr>
        <p:pic>
          <p:nvPicPr>
            <p:cNvPr id="1040" name="Picture 6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1041" name="Text Box 6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034" name="Group 63"/>
          <p:cNvGrpSpPr/>
          <p:nvPr/>
        </p:nvGrpSpPr>
        <p:grpSpPr>
          <a:xfrm>
            <a:off x="7453313" y="6446838"/>
            <a:ext cx="792162" cy="366712"/>
            <a:chOff x="4649" y="4020"/>
            <a:chExt cx="499" cy="231"/>
          </a:xfrm>
        </p:grpSpPr>
        <p:pic>
          <p:nvPicPr>
            <p:cNvPr id="1038" name="Picture 64"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1039" name="Text Box 6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1035" name="Group 75"/>
          <p:cNvGrpSpPr/>
          <p:nvPr/>
        </p:nvGrpSpPr>
        <p:grpSpPr>
          <a:xfrm>
            <a:off x="6588125" y="6446838"/>
            <a:ext cx="792163" cy="366712"/>
            <a:chOff x="4649" y="4020"/>
            <a:chExt cx="499" cy="231"/>
          </a:xfrm>
        </p:grpSpPr>
        <p:pic>
          <p:nvPicPr>
            <p:cNvPr id="1036" name="Picture 76"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1037" name="Text Box 7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7650"/>
                                        </p:tgtEl>
                                        <p:attrNameLst>
                                          <p:attrName>style.visibility</p:attrName>
                                        </p:attrNameLst>
                                      </p:cBhvr>
                                      <p:to>
                                        <p:strVal val="visible"/>
                                      </p:to>
                                    </p:set>
                                    <p:animEffect transition="in" filter="wipe(left)">
                                      <p:cBhvr>
                                        <p:cTn id="7" dur="100"/>
                                        <p:tgtEl>
                                          <p:spTgt spid="276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1000" fill="hold"/>
                                        <p:tgtEl>
                                          <p:spTgt spid="3"/>
                                        </p:tgtEl>
                                        <p:attrNameLst>
                                          <p:attrName>ppt_x</p:attrName>
                                        </p:attrNameLst>
                                      </p:cBhvr>
                                      <p:tavLst>
                                        <p:tav tm="0">
                                          <p:val>
                                            <p:strVal val="#ppt_x"/>
                                          </p:val>
                                        </p:tav>
                                        <p:tav tm="100000">
                                          <p:val>
                                            <p:strVal val="#ppt_x"/>
                                          </p:val>
                                        </p:tav>
                                      </p:tavLst>
                                    </p:anim>
                                    <p:anim calcmode="lin" valueType="num">
                                      <p:cBhvr additive="base">
                                        <p:cTn id="18" dur="10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7651"/>
                                        </p:tgtEl>
                                        <p:attrNameLst>
                                          <p:attrName>style.visibility</p:attrName>
                                        </p:attrNameLst>
                                      </p:cBhvr>
                                      <p:to>
                                        <p:strVal val="visible"/>
                                      </p:to>
                                    </p:set>
                                    <p:animEffect transition="in" filter="dissolve">
                                      <p:cBhvr>
                                        <p:cTn id="23" dur="500"/>
                                        <p:tgtEl>
                                          <p:spTgt spid="27651"/>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276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692">
                                            <p:txEl>
                                              <p:charRg st="0" end="16"/>
                                            </p:txEl>
                                          </p:spTgt>
                                        </p:tgtEl>
                                        <p:attrNameLst>
                                          <p:attrName>style.visibility</p:attrName>
                                        </p:attrNameLst>
                                      </p:cBhvr>
                                      <p:to>
                                        <p:strVal val="visible"/>
                                      </p:to>
                                    </p:set>
                                    <p:animEffect transition="in" filter="wipe(left)">
                                      <p:cBhvr>
                                        <p:cTn id="31" dur="2000"/>
                                        <p:tgtEl>
                                          <p:spTgt spid="27692">
                                            <p:txEl>
                                              <p:charRg st="0" end="1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693">
                                            <p:txEl>
                                              <p:charRg st="0" end="23"/>
                                            </p:txEl>
                                          </p:spTgt>
                                        </p:tgtEl>
                                        <p:attrNameLst>
                                          <p:attrName>style.visibility</p:attrName>
                                        </p:attrNameLst>
                                      </p:cBhvr>
                                      <p:to>
                                        <p:strVal val="visible"/>
                                      </p:to>
                                    </p:set>
                                    <p:animEffect transition="in" filter="wipe(left)">
                                      <p:cBhvr>
                                        <p:cTn id="36" dur="2000"/>
                                        <p:tgtEl>
                                          <p:spTgt spid="27693">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652" grpId="0" animBg="1"/>
      <p:bldP spid="27692" grpId="0" build="p"/>
      <p:bldP spid="2769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Text Box 2"/>
          <p:cNvSpPr txBox="1"/>
          <p:nvPr/>
        </p:nvSpPr>
        <p:spPr>
          <a:xfrm>
            <a:off x="539750" y="549275"/>
            <a:ext cx="4895850"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3.</a:t>
            </a:r>
            <a:r>
              <a:rPr lang="en-US" altLang="zh-CN" sz="3200" dirty="0">
                <a:latin typeface="楷体_GB2312" pitchFamily="49" charset="-122"/>
              </a:rPr>
              <a:t> </a:t>
            </a:r>
            <a:r>
              <a:rPr lang="zh-CN" altLang="en-US" sz="3200" dirty="0">
                <a:latin typeface="楷体_GB2312" pitchFamily="49" charset="-122"/>
              </a:rPr>
              <a:t>研究二端口网络的意义</a:t>
            </a:r>
            <a:endParaRPr lang="zh-CN" altLang="en-US" sz="3200" dirty="0">
              <a:latin typeface="楷体_GB2312" pitchFamily="49" charset="-122"/>
            </a:endParaRPr>
          </a:p>
        </p:txBody>
      </p:sp>
      <p:sp>
        <p:nvSpPr>
          <p:cNvPr id="69635" name="Rectangle 3"/>
          <p:cNvSpPr/>
          <p:nvPr/>
        </p:nvSpPr>
        <p:spPr>
          <a:xfrm>
            <a:off x="395288" y="1125538"/>
            <a:ext cx="8137525" cy="604837"/>
          </a:xfrm>
          <a:prstGeom prst="rect">
            <a:avLst/>
          </a:prstGeom>
          <a:noFill/>
          <a:ln w="9525">
            <a:noFill/>
          </a:ln>
        </p:spPr>
        <p:txBody>
          <a:bodyPr>
            <a:spAutoFit/>
          </a:bodyPr>
          <a:p>
            <a:pPr marL="342900" indent="-342900" fontAlgn="t">
              <a:lnSpc>
                <a:spcPct val="120000"/>
              </a:lnSpc>
              <a:spcBef>
                <a:spcPct val="50000"/>
              </a:spcBef>
              <a:buAutoNum type="circleNumDbPlain"/>
            </a:pPr>
            <a:r>
              <a:rPr lang="zh-CN" altLang="en-US" dirty="0">
                <a:solidFill>
                  <a:srgbClr val="FFFF00"/>
                </a:solidFill>
                <a:latin typeface="楷体_GB2312" pitchFamily="49" charset="-122"/>
              </a:rPr>
              <a:t>二端口的分析方法易推广应用于</a:t>
            </a:r>
            <a:r>
              <a:rPr lang="en-US" altLang="zh-CN" b="0" i="1" dirty="0">
                <a:latin typeface="Times New Roman" panose="02020603050405020304" pitchFamily="18" charset="0"/>
              </a:rPr>
              <a:t>n</a:t>
            </a:r>
            <a:r>
              <a:rPr lang="zh-CN" altLang="en-US" dirty="0">
                <a:solidFill>
                  <a:srgbClr val="FFFF00"/>
                </a:solidFill>
                <a:latin typeface="楷体_GB2312" pitchFamily="49" charset="-122"/>
              </a:rPr>
              <a:t>端口网络。</a:t>
            </a:r>
            <a:endParaRPr lang="zh-CN" altLang="en-US" dirty="0">
              <a:solidFill>
                <a:srgbClr val="FFFF00"/>
              </a:solidFill>
              <a:latin typeface="楷体_GB2312" pitchFamily="49" charset="-122"/>
            </a:endParaRPr>
          </a:p>
        </p:txBody>
      </p:sp>
      <p:sp>
        <p:nvSpPr>
          <p:cNvPr id="69636" name="Rectangle 4"/>
          <p:cNvSpPr/>
          <p:nvPr/>
        </p:nvSpPr>
        <p:spPr>
          <a:xfrm>
            <a:off x="395288" y="1773238"/>
            <a:ext cx="8785225" cy="604837"/>
          </a:xfrm>
          <a:prstGeom prst="rect">
            <a:avLst/>
          </a:prstGeom>
          <a:noFill/>
          <a:ln w="9525">
            <a:noFill/>
          </a:ln>
        </p:spPr>
        <p:txBody>
          <a:bodyPr>
            <a:spAutoFit/>
          </a:bodyPr>
          <a:p>
            <a:pPr marL="342900" indent="-342900" fontAlgn="t">
              <a:lnSpc>
                <a:spcPct val="120000"/>
              </a:lnSpc>
              <a:spcBef>
                <a:spcPct val="50000"/>
              </a:spcBef>
              <a:buAutoNum type="circleNumDbPlain" startAt="2"/>
            </a:pPr>
            <a:r>
              <a:rPr lang="zh-CN" altLang="en-US" dirty="0">
                <a:solidFill>
                  <a:srgbClr val="FFFF00"/>
                </a:solidFill>
                <a:latin typeface="楷体_GB2312" pitchFamily="49" charset="-122"/>
              </a:rPr>
              <a:t>大网络可以分割成许多子网络（二端口）进行分析。</a:t>
            </a:r>
            <a:endParaRPr lang="zh-CN" altLang="en-US" dirty="0">
              <a:solidFill>
                <a:srgbClr val="FFFF00"/>
              </a:solidFill>
              <a:latin typeface="楷体_GB2312" pitchFamily="49" charset="-122"/>
            </a:endParaRPr>
          </a:p>
        </p:txBody>
      </p:sp>
      <p:sp>
        <p:nvSpPr>
          <p:cNvPr id="69637" name="Rectangle 5"/>
          <p:cNvSpPr/>
          <p:nvPr/>
        </p:nvSpPr>
        <p:spPr>
          <a:xfrm>
            <a:off x="395288" y="2420938"/>
            <a:ext cx="8604250" cy="1117600"/>
          </a:xfrm>
          <a:prstGeom prst="rect">
            <a:avLst/>
          </a:prstGeom>
          <a:noFill/>
          <a:ln w="9525">
            <a:noFill/>
          </a:ln>
        </p:spPr>
        <p:txBody>
          <a:bodyPr>
            <a:spAutoFit/>
          </a:bodyPr>
          <a:p>
            <a:pPr marL="342900" indent="-342900" fontAlgn="t">
              <a:lnSpc>
                <a:spcPct val="120000"/>
              </a:lnSpc>
              <a:spcBef>
                <a:spcPct val="50000"/>
              </a:spcBef>
              <a:buAutoNum type="circleNumDbPlain" startAt="3"/>
            </a:pPr>
            <a:r>
              <a:rPr lang="zh-CN" altLang="en-US" dirty="0">
                <a:solidFill>
                  <a:srgbClr val="FFFF00"/>
                </a:solidFill>
                <a:latin typeface="楷体_GB2312" pitchFamily="49" charset="-122"/>
              </a:rPr>
              <a:t>仅研究端口特性时，可以用二端口网络的电路模型进行研究。</a:t>
            </a:r>
            <a:endParaRPr lang="zh-CN" altLang="en-US" dirty="0">
              <a:solidFill>
                <a:srgbClr val="FFFF00"/>
              </a:solidFill>
              <a:latin typeface="楷体_GB2312" pitchFamily="49" charset="-122"/>
            </a:endParaRPr>
          </a:p>
        </p:txBody>
      </p:sp>
      <p:grpSp>
        <p:nvGrpSpPr>
          <p:cNvPr id="70662" name="Group 9"/>
          <p:cNvGrpSpPr/>
          <p:nvPr/>
        </p:nvGrpSpPr>
        <p:grpSpPr>
          <a:xfrm>
            <a:off x="8316913" y="6446838"/>
            <a:ext cx="792162" cy="366712"/>
            <a:chOff x="5193" y="4020"/>
            <a:chExt cx="499" cy="231"/>
          </a:xfrm>
        </p:grpSpPr>
        <p:pic>
          <p:nvPicPr>
            <p:cNvPr id="70672" name="Picture 10"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0673" name="Text Box 1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0663" name="Group 12"/>
          <p:cNvGrpSpPr/>
          <p:nvPr/>
        </p:nvGrpSpPr>
        <p:grpSpPr>
          <a:xfrm>
            <a:off x="7453313" y="6446838"/>
            <a:ext cx="792162" cy="366712"/>
            <a:chOff x="4649" y="4020"/>
            <a:chExt cx="499" cy="231"/>
          </a:xfrm>
        </p:grpSpPr>
        <p:pic>
          <p:nvPicPr>
            <p:cNvPr id="70670" name="Picture 1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0671" name="Text Box 1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69647" name="Text Box 15"/>
          <p:cNvSpPr txBox="1"/>
          <p:nvPr/>
        </p:nvSpPr>
        <p:spPr>
          <a:xfrm>
            <a:off x="611188" y="3500438"/>
            <a:ext cx="2663825" cy="579437"/>
          </a:xfrm>
          <a:prstGeom prst="rect">
            <a:avLst/>
          </a:prstGeom>
          <a:noFill/>
          <a:ln w="9525">
            <a:noFill/>
          </a:ln>
        </p:spPr>
        <p:txBody>
          <a:bodyPr>
            <a:spAutoFit/>
          </a:bodyPr>
          <a:p>
            <a:pPr>
              <a:spcBef>
                <a:spcPct val="50000"/>
              </a:spcBef>
            </a:pPr>
            <a:r>
              <a:rPr lang="en-US" altLang="zh-CN" sz="3200" dirty="0">
                <a:latin typeface="楷体_GB2312" pitchFamily="49" charset="-122"/>
              </a:rPr>
              <a:t>4. </a:t>
            </a:r>
            <a:r>
              <a:rPr lang="zh-CN" altLang="en-US" sz="3200" dirty="0">
                <a:latin typeface="楷体_GB2312" pitchFamily="49" charset="-122"/>
              </a:rPr>
              <a:t>分析方法</a:t>
            </a:r>
            <a:endParaRPr lang="zh-CN" altLang="en-US" sz="3200" dirty="0">
              <a:latin typeface="楷体_GB2312" pitchFamily="49" charset="-122"/>
            </a:endParaRPr>
          </a:p>
        </p:txBody>
      </p:sp>
      <p:sp>
        <p:nvSpPr>
          <p:cNvPr id="69648" name="Rectangle 16"/>
          <p:cNvSpPr/>
          <p:nvPr/>
        </p:nvSpPr>
        <p:spPr>
          <a:xfrm>
            <a:off x="611188" y="4076700"/>
            <a:ext cx="8137525" cy="1117600"/>
          </a:xfrm>
          <a:prstGeom prst="rect">
            <a:avLst/>
          </a:prstGeom>
          <a:noFill/>
          <a:ln w="9525">
            <a:noFill/>
          </a:ln>
        </p:spPr>
        <p:txBody>
          <a:bodyPr>
            <a:spAutoFit/>
          </a:bodyPr>
          <a:p>
            <a:pPr marL="342900" indent="-342900" fontAlgn="t">
              <a:lnSpc>
                <a:spcPct val="120000"/>
              </a:lnSpc>
              <a:spcBef>
                <a:spcPct val="50000"/>
              </a:spcBef>
              <a:buAutoNum type="circleNumDbPlain"/>
            </a:pPr>
            <a:r>
              <a:rPr lang="zh-CN" altLang="en-US" dirty="0">
                <a:solidFill>
                  <a:srgbClr val="FFFF00"/>
                </a:solidFill>
                <a:latin typeface="Arial" panose="020B0604020202020204" pitchFamily="34" charset="0"/>
              </a:rPr>
              <a:t>分析前提：讨论初始条件为零的线性不含独立源的线性二端口网络。</a:t>
            </a:r>
            <a:endParaRPr lang="zh-CN" altLang="en-US" dirty="0">
              <a:solidFill>
                <a:srgbClr val="FFFF00"/>
              </a:solidFill>
              <a:latin typeface="Arial" panose="020B0604020202020204" pitchFamily="34" charset="0"/>
            </a:endParaRPr>
          </a:p>
        </p:txBody>
      </p:sp>
      <p:sp>
        <p:nvSpPr>
          <p:cNvPr id="69649" name="Rectangle 17"/>
          <p:cNvSpPr/>
          <p:nvPr/>
        </p:nvSpPr>
        <p:spPr>
          <a:xfrm>
            <a:off x="611188" y="5013325"/>
            <a:ext cx="8532812" cy="1117600"/>
          </a:xfrm>
          <a:prstGeom prst="rect">
            <a:avLst/>
          </a:prstGeom>
          <a:noFill/>
          <a:ln w="9525">
            <a:noFill/>
          </a:ln>
        </p:spPr>
        <p:txBody>
          <a:bodyPr>
            <a:spAutoFit/>
          </a:bodyPr>
          <a:p>
            <a:pPr marL="342900" indent="-342900" fontAlgn="t">
              <a:lnSpc>
                <a:spcPct val="120000"/>
              </a:lnSpc>
              <a:spcBef>
                <a:spcPct val="20000"/>
              </a:spcBef>
              <a:buAutoNum type="circleNumDbPlain" startAt="2"/>
            </a:pPr>
            <a:r>
              <a:rPr lang="zh-CN" altLang="en-US" dirty="0">
                <a:solidFill>
                  <a:srgbClr val="FFFF00"/>
                </a:solidFill>
                <a:latin typeface="楷体_GB2312" pitchFamily="49" charset="-122"/>
              </a:rPr>
              <a:t>找出两个端口的电压、电流关系的独立网络方程，这些方程通过一些参数来表示。</a:t>
            </a:r>
            <a:endParaRPr lang="zh-CN" altLang="en-US" dirty="0">
              <a:solidFill>
                <a:srgbClr val="FFFF00"/>
              </a:solidFill>
              <a:latin typeface="楷体_GB2312" pitchFamily="49" charset="-122"/>
            </a:endParaRPr>
          </a:p>
        </p:txBody>
      </p:sp>
      <p:grpSp>
        <p:nvGrpSpPr>
          <p:cNvPr id="70667" name="Group 21"/>
          <p:cNvGrpSpPr/>
          <p:nvPr/>
        </p:nvGrpSpPr>
        <p:grpSpPr>
          <a:xfrm>
            <a:off x="6588125" y="6446838"/>
            <a:ext cx="792163" cy="366712"/>
            <a:chOff x="4649" y="4020"/>
            <a:chExt cx="499" cy="231"/>
          </a:xfrm>
        </p:grpSpPr>
        <p:pic>
          <p:nvPicPr>
            <p:cNvPr id="70668" name="Picture 2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0669" name="Text Box 2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9635"/>
                                        </p:tgtEl>
                                        <p:attrNameLst>
                                          <p:attrName>style.visibility</p:attrName>
                                        </p:attrNameLst>
                                      </p:cBhvr>
                                      <p:to>
                                        <p:strVal val="visible"/>
                                      </p:to>
                                    </p:set>
                                    <p:animEffect transition="in" filter="wipe(left)">
                                      <p:cBhvr>
                                        <p:cTn id="13" dur="2000"/>
                                        <p:tgtEl>
                                          <p:spTgt spid="696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9636"/>
                                        </p:tgtEl>
                                        <p:attrNameLst>
                                          <p:attrName>style.visibility</p:attrName>
                                        </p:attrNameLst>
                                      </p:cBhvr>
                                      <p:to>
                                        <p:strVal val="visible"/>
                                      </p:to>
                                    </p:set>
                                    <p:animEffect transition="in" filter="wipe(left)">
                                      <p:cBhvr>
                                        <p:cTn id="18" dur="2000"/>
                                        <p:tgtEl>
                                          <p:spTgt spid="69636"/>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69637"/>
                                        </p:tgtEl>
                                        <p:attrNameLst>
                                          <p:attrName>style.visibility</p:attrName>
                                        </p:attrNameLst>
                                      </p:cBhvr>
                                      <p:to>
                                        <p:strVal val="visible"/>
                                      </p:to>
                                    </p:set>
                                    <p:animEffect transition="in" filter="slide(fromBottom)">
                                      <p:cBhvr>
                                        <p:cTn id="23" dur="2000"/>
                                        <p:tgtEl>
                                          <p:spTgt spid="69637"/>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69647"/>
                                        </p:tgtEl>
                                        <p:attrNameLst>
                                          <p:attrName>style.visibility</p:attrName>
                                        </p:attrNameLst>
                                      </p:cBhvr>
                                      <p:to>
                                        <p:strVal val="visible"/>
                                      </p:to>
                                    </p:set>
                                    <p:anim calcmode="lin" valueType="num">
                                      <p:cBhvr additive="base">
                                        <p:cTn id="28" dur="500" fill="hold"/>
                                        <p:tgtEl>
                                          <p:spTgt spid="69647"/>
                                        </p:tgtEl>
                                        <p:attrNameLst>
                                          <p:attrName>ppt_x</p:attrName>
                                        </p:attrNameLst>
                                      </p:cBhvr>
                                      <p:tavLst>
                                        <p:tav tm="0">
                                          <p:val>
                                            <p:strVal val="0-#ppt_w/2"/>
                                          </p:val>
                                        </p:tav>
                                        <p:tav tm="100000">
                                          <p:val>
                                            <p:strVal val="#ppt_x"/>
                                          </p:val>
                                        </p:tav>
                                      </p:tavLst>
                                    </p:anim>
                                    <p:anim calcmode="lin" valueType="num">
                                      <p:cBhvr additive="base">
                                        <p:cTn id="29" dur="500" fill="hold"/>
                                        <p:tgtEl>
                                          <p:spTgt spid="6964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9648"/>
                                        </p:tgtEl>
                                        <p:attrNameLst>
                                          <p:attrName>style.visibility</p:attrName>
                                        </p:attrNameLst>
                                      </p:cBhvr>
                                      <p:to>
                                        <p:strVal val="visible"/>
                                      </p:to>
                                    </p:set>
                                    <p:animEffect transition="in" filter="wipe(left)">
                                      <p:cBhvr>
                                        <p:cTn id="34" dur="2000"/>
                                        <p:tgtEl>
                                          <p:spTgt spid="69648"/>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69649"/>
                                        </p:tgtEl>
                                        <p:attrNameLst>
                                          <p:attrName>style.visibility</p:attrName>
                                        </p:attrNameLst>
                                      </p:cBhvr>
                                      <p:to>
                                        <p:strVal val="visible"/>
                                      </p:to>
                                    </p:set>
                                    <p:animEffect transition="in" filter="slide(fromBottom)">
                                      <p:cBhvr>
                                        <p:cTn id="39" dur="2000"/>
                                        <p:tgtEl>
                                          <p:spTgt spid="69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5" grpId="0"/>
      <p:bldP spid="69636" grpId="0"/>
      <p:bldP spid="69637" grpId="0"/>
      <p:bldP spid="69647" grpId="0"/>
      <p:bldP spid="69648" grpId="0"/>
      <p:bldP spid="696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Text Box 3"/>
          <p:cNvSpPr txBox="1"/>
          <p:nvPr/>
        </p:nvSpPr>
        <p:spPr>
          <a:xfrm>
            <a:off x="2051050" y="1484313"/>
            <a:ext cx="3024188" cy="519112"/>
          </a:xfrm>
          <a:prstGeom prst="rect">
            <a:avLst/>
          </a:prstGeom>
          <a:noFill/>
          <a:ln w="9525">
            <a:noFill/>
          </a:ln>
        </p:spPr>
        <p:txBody>
          <a:bodyPr>
            <a:spAutoFit/>
          </a:bodyPr>
          <a:p>
            <a:r>
              <a:rPr lang="en-US" altLang="zh-CN" dirty="0">
                <a:solidFill>
                  <a:srgbClr val="FFFF00"/>
                </a:solidFill>
                <a:latin typeface="楷体_GB2312" pitchFamily="49" charset="-122"/>
              </a:rPr>
              <a:t>1.</a:t>
            </a:r>
            <a:r>
              <a:rPr lang="zh-CN" altLang="en-US" dirty="0">
                <a:solidFill>
                  <a:srgbClr val="FFFF00"/>
                </a:solidFill>
                <a:latin typeface="楷体_GB2312" pitchFamily="49" charset="-122"/>
              </a:rPr>
              <a:t>讨论范围：</a:t>
            </a:r>
            <a:endParaRPr lang="zh-CN" altLang="en-US" b="0" dirty="0">
              <a:solidFill>
                <a:srgbClr val="FFFF00"/>
              </a:solidFill>
              <a:latin typeface="楷体_GB2312" pitchFamily="49" charset="-122"/>
            </a:endParaRPr>
          </a:p>
        </p:txBody>
      </p:sp>
      <p:sp>
        <p:nvSpPr>
          <p:cNvPr id="34820" name="Text Box 4"/>
          <p:cNvSpPr txBox="1"/>
          <p:nvPr/>
        </p:nvSpPr>
        <p:spPr>
          <a:xfrm>
            <a:off x="2338388" y="2133600"/>
            <a:ext cx="5903912" cy="519113"/>
          </a:xfrm>
          <a:prstGeom prst="rect">
            <a:avLst/>
          </a:prstGeom>
          <a:noFill/>
          <a:ln w="9525">
            <a:noFill/>
          </a:ln>
        </p:spPr>
        <p:txBody>
          <a:bodyPr>
            <a:spAutoFit/>
          </a:bodyPr>
          <a:p>
            <a:r>
              <a:rPr lang="zh-CN" altLang="en-US" dirty="0">
                <a:solidFill>
                  <a:srgbClr val="FFFF00"/>
                </a:solidFill>
                <a:latin typeface="楷体_GB2312" pitchFamily="49" charset="-122"/>
              </a:rPr>
              <a:t>线性 </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b="0" i="1" dirty="0">
                <a:latin typeface="Times New Roman" panose="02020603050405020304" pitchFamily="18" charset="0"/>
              </a:rPr>
              <a:t>、</a:t>
            </a:r>
            <a:r>
              <a:rPr lang="en-US" altLang="zh-CN" b="0" i="1" dirty="0">
                <a:latin typeface="Times New Roman" panose="02020603050405020304" pitchFamily="18" charset="0"/>
              </a:rPr>
              <a:t>M</a:t>
            </a:r>
            <a:r>
              <a:rPr lang="zh-CN" altLang="en-US" dirty="0">
                <a:solidFill>
                  <a:srgbClr val="FFFF00"/>
                </a:solidFill>
                <a:latin typeface="楷体_GB2312" pitchFamily="49" charset="-122"/>
              </a:rPr>
              <a:t>与线性受控源，</a:t>
            </a:r>
            <a:endParaRPr lang="zh-CN" altLang="en-US" b="0" dirty="0">
              <a:solidFill>
                <a:srgbClr val="FFFF00"/>
              </a:solidFill>
              <a:latin typeface="楷体_GB2312" pitchFamily="49" charset="-122"/>
            </a:endParaRPr>
          </a:p>
        </p:txBody>
      </p:sp>
      <p:sp>
        <p:nvSpPr>
          <p:cNvPr id="34821" name="Text Box 5"/>
          <p:cNvSpPr txBox="1"/>
          <p:nvPr/>
        </p:nvSpPr>
        <p:spPr>
          <a:xfrm>
            <a:off x="2266950" y="2636838"/>
            <a:ext cx="3167063" cy="519112"/>
          </a:xfrm>
          <a:prstGeom prst="rect">
            <a:avLst/>
          </a:prstGeom>
          <a:noFill/>
          <a:ln w="9525">
            <a:noFill/>
          </a:ln>
        </p:spPr>
        <p:txBody>
          <a:bodyPr>
            <a:spAutoFit/>
          </a:bodyPr>
          <a:p>
            <a:r>
              <a:rPr lang="zh-CN" altLang="en-US" dirty="0">
                <a:solidFill>
                  <a:srgbClr val="FFFF00"/>
                </a:solidFill>
                <a:latin typeface="楷体_GB2312" pitchFamily="49" charset="-122"/>
              </a:rPr>
              <a:t>不含独立源。</a:t>
            </a:r>
            <a:endParaRPr lang="zh-CN" altLang="en-US" b="0" dirty="0">
              <a:solidFill>
                <a:srgbClr val="FFFF00"/>
              </a:solidFill>
              <a:latin typeface="楷体_GB2312" pitchFamily="49" charset="-122"/>
            </a:endParaRPr>
          </a:p>
        </p:txBody>
      </p:sp>
      <p:sp>
        <p:nvSpPr>
          <p:cNvPr id="34822" name="Text Box 6"/>
          <p:cNvSpPr txBox="1"/>
          <p:nvPr/>
        </p:nvSpPr>
        <p:spPr>
          <a:xfrm>
            <a:off x="1978025" y="3213100"/>
            <a:ext cx="6915150" cy="519113"/>
          </a:xfrm>
          <a:prstGeom prst="rect">
            <a:avLst/>
          </a:prstGeom>
          <a:noFill/>
          <a:ln w="9525">
            <a:noFill/>
          </a:ln>
        </p:spPr>
        <p:txBody>
          <a:bodyPr>
            <a:spAutoFit/>
          </a:bodyPr>
          <a:p>
            <a:r>
              <a:rPr lang="en-US" altLang="zh-CN" dirty="0">
                <a:solidFill>
                  <a:srgbClr val="FFFF00"/>
                </a:solidFill>
                <a:latin typeface="楷体_GB2312" pitchFamily="49" charset="-122"/>
              </a:rPr>
              <a:t>2. </a:t>
            </a:r>
            <a:r>
              <a:rPr lang="zh-CN" altLang="en-US" dirty="0">
                <a:solidFill>
                  <a:srgbClr val="FFFF00"/>
                </a:solidFill>
                <a:latin typeface="楷体_GB2312" pitchFamily="49" charset="-122"/>
              </a:rPr>
              <a:t>端口电压、电流的参考方向如图所示。</a:t>
            </a:r>
            <a:endParaRPr lang="zh-CN" altLang="en-US" b="0" dirty="0">
              <a:solidFill>
                <a:srgbClr val="FFFF00"/>
              </a:solidFill>
              <a:latin typeface="楷体_GB2312" pitchFamily="49" charset="-122"/>
            </a:endParaRPr>
          </a:p>
        </p:txBody>
      </p:sp>
      <p:sp>
        <p:nvSpPr>
          <p:cNvPr id="34848" name="Rectangle 32"/>
          <p:cNvSpPr/>
          <p:nvPr/>
        </p:nvSpPr>
        <p:spPr>
          <a:xfrm>
            <a:off x="900113" y="549275"/>
            <a:ext cx="7561262" cy="685800"/>
          </a:xfrm>
          <a:prstGeom prst="rect">
            <a:avLst/>
          </a:prstGeom>
          <a:noFill/>
          <a:ln w="9525">
            <a:noFill/>
          </a:ln>
        </p:spPr>
        <p:txBody>
          <a:bodyPr anchor="ctr" anchorCtr="0"/>
          <a:p>
            <a:r>
              <a:rPr lang="en-US" altLang="zh-CN" sz="4400" b="0" dirty="0">
                <a:latin typeface="Times New Roman" panose="02020603050405020304" pitchFamily="18" charset="0"/>
              </a:rPr>
              <a:t>16-2</a:t>
            </a:r>
            <a:r>
              <a:rPr lang="en-US" altLang="zh-CN" sz="4400" dirty="0">
                <a:latin typeface="楷体_GB2312" pitchFamily="49" charset="-122"/>
              </a:rPr>
              <a:t>  </a:t>
            </a:r>
            <a:r>
              <a:rPr lang="zh-CN" altLang="en-US" sz="4400" dirty="0">
                <a:latin typeface="楷体_GB2312" pitchFamily="49" charset="-122"/>
              </a:rPr>
              <a:t>二端口的方程和参数</a:t>
            </a:r>
            <a:endParaRPr lang="zh-CN" altLang="en-US" sz="4400" dirty="0">
              <a:latin typeface="楷体_GB2312" pitchFamily="49" charset="-122"/>
            </a:endParaRPr>
          </a:p>
        </p:txBody>
      </p:sp>
      <p:grpSp>
        <p:nvGrpSpPr>
          <p:cNvPr id="2" name="Group 62"/>
          <p:cNvGrpSpPr/>
          <p:nvPr/>
        </p:nvGrpSpPr>
        <p:grpSpPr>
          <a:xfrm>
            <a:off x="1331913" y="3860800"/>
            <a:ext cx="6286500" cy="1728788"/>
            <a:chOff x="839" y="2432"/>
            <a:chExt cx="3960" cy="1089"/>
          </a:xfrm>
        </p:grpSpPr>
        <p:sp>
          <p:nvSpPr>
            <p:cNvPr id="71700" name="Line 8"/>
            <p:cNvSpPr/>
            <p:nvPr/>
          </p:nvSpPr>
          <p:spPr>
            <a:xfrm>
              <a:off x="1153" y="2798"/>
              <a:ext cx="3184" cy="0"/>
            </a:xfrm>
            <a:prstGeom prst="line">
              <a:avLst/>
            </a:prstGeom>
            <a:ln w="28575" cap="flat" cmpd="sng">
              <a:solidFill>
                <a:srgbClr val="FFCC00"/>
              </a:solidFill>
              <a:prstDash val="solid"/>
              <a:headEnd type="none" w="med" len="med"/>
              <a:tailEnd type="none" w="med" len="med"/>
            </a:ln>
          </p:spPr>
        </p:sp>
        <p:sp>
          <p:nvSpPr>
            <p:cNvPr id="71701" name="Line 9"/>
            <p:cNvSpPr/>
            <p:nvPr/>
          </p:nvSpPr>
          <p:spPr>
            <a:xfrm>
              <a:off x="1193" y="3222"/>
              <a:ext cx="3184" cy="0"/>
            </a:xfrm>
            <a:prstGeom prst="line">
              <a:avLst/>
            </a:prstGeom>
            <a:ln w="28575" cap="flat" cmpd="sng">
              <a:solidFill>
                <a:srgbClr val="FFCC00"/>
              </a:solidFill>
              <a:prstDash val="solid"/>
              <a:headEnd type="none" w="med" len="med"/>
              <a:tailEnd type="none" w="med" len="med"/>
            </a:ln>
          </p:spPr>
        </p:sp>
        <p:sp>
          <p:nvSpPr>
            <p:cNvPr id="71702" name="Rectangle 10"/>
            <p:cNvSpPr/>
            <p:nvPr/>
          </p:nvSpPr>
          <p:spPr>
            <a:xfrm>
              <a:off x="1927" y="2523"/>
              <a:ext cx="1633" cy="998"/>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C</a:t>
              </a:r>
              <a:r>
                <a:rPr lang="zh-CN" altLang="en-US" b="0" i="1" dirty="0">
                  <a:latin typeface="Times New Roman" panose="02020603050405020304" pitchFamily="18" charset="0"/>
                </a:rPr>
                <a:t>、</a:t>
              </a: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71703" name="Oval 11"/>
            <p:cNvSpPr/>
            <p:nvPr/>
          </p:nvSpPr>
          <p:spPr>
            <a:xfrm>
              <a:off x="1122" y="318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04" name="Oval 12"/>
            <p:cNvSpPr/>
            <p:nvPr/>
          </p:nvSpPr>
          <p:spPr>
            <a:xfrm>
              <a:off x="1081" y="275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05" name="Text Box 13"/>
            <p:cNvSpPr txBox="1"/>
            <p:nvPr/>
          </p:nvSpPr>
          <p:spPr>
            <a:xfrm>
              <a:off x="1351" y="2456"/>
              <a:ext cx="25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1706" name="Text Box 18"/>
            <p:cNvSpPr txBox="1"/>
            <p:nvPr/>
          </p:nvSpPr>
          <p:spPr>
            <a:xfrm>
              <a:off x="3862" y="3188"/>
              <a:ext cx="45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71707" name="Text Box 19"/>
            <p:cNvSpPr txBox="1"/>
            <p:nvPr/>
          </p:nvSpPr>
          <p:spPr>
            <a:xfrm>
              <a:off x="3799" y="2432"/>
              <a:ext cx="25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71708" name="Text Box 20"/>
            <p:cNvSpPr txBox="1"/>
            <p:nvPr/>
          </p:nvSpPr>
          <p:spPr>
            <a:xfrm>
              <a:off x="1367" y="3188"/>
              <a:ext cx="421"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1709" name="Text Box 21"/>
            <p:cNvSpPr txBox="1"/>
            <p:nvPr/>
          </p:nvSpPr>
          <p:spPr>
            <a:xfrm>
              <a:off x="839" y="2816"/>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1710" name="Text Box 22"/>
            <p:cNvSpPr txBox="1"/>
            <p:nvPr/>
          </p:nvSpPr>
          <p:spPr>
            <a:xfrm>
              <a:off x="855" y="2602"/>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1711" name="Text Box 23"/>
            <p:cNvSpPr txBox="1"/>
            <p:nvPr/>
          </p:nvSpPr>
          <p:spPr>
            <a:xfrm>
              <a:off x="871" y="303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nvGrpSpPr>
            <p:cNvPr id="71712" name="Group 24"/>
            <p:cNvGrpSpPr/>
            <p:nvPr/>
          </p:nvGrpSpPr>
          <p:grpSpPr>
            <a:xfrm>
              <a:off x="4345" y="2610"/>
              <a:ext cx="454" cy="757"/>
              <a:chOff x="4184" y="2732"/>
              <a:chExt cx="454" cy="757"/>
            </a:xfrm>
          </p:grpSpPr>
          <p:sp>
            <p:nvSpPr>
              <p:cNvPr id="71717" name="Oval 25"/>
              <p:cNvSpPr/>
              <p:nvPr/>
            </p:nvSpPr>
            <p:spPr>
              <a:xfrm>
                <a:off x="4200" y="330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18" name="Oval 26"/>
              <p:cNvSpPr/>
              <p:nvPr/>
            </p:nvSpPr>
            <p:spPr>
              <a:xfrm>
                <a:off x="4184" y="288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19" name="Text Box 27"/>
              <p:cNvSpPr txBox="1"/>
              <p:nvPr/>
            </p:nvSpPr>
            <p:spPr>
              <a:xfrm>
                <a:off x="4334" y="2946"/>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71720" name="Text Box 28"/>
              <p:cNvSpPr txBox="1"/>
              <p:nvPr/>
            </p:nvSpPr>
            <p:spPr>
              <a:xfrm>
                <a:off x="4286" y="2732"/>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1721" name="Text Box 29"/>
              <p:cNvSpPr txBox="1"/>
              <p:nvPr/>
            </p:nvSpPr>
            <p:spPr>
              <a:xfrm>
                <a:off x="4326" y="316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sp>
          <p:nvSpPr>
            <p:cNvPr id="71713" name="Line 34"/>
            <p:cNvSpPr/>
            <p:nvPr/>
          </p:nvSpPr>
          <p:spPr>
            <a:xfrm>
              <a:off x="3833" y="3221"/>
              <a:ext cx="318" cy="1"/>
            </a:xfrm>
            <a:prstGeom prst="line">
              <a:avLst/>
            </a:prstGeom>
            <a:ln w="28575" cap="flat" cmpd="sng">
              <a:solidFill>
                <a:srgbClr val="00FFFF"/>
              </a:solidFill>
              <a:prstDash val="solid"/>
              <a:headEnd type="none" w="med" len="med"/>
              <a:tailEnd type="triangle" w="med" len="med"/>
            </a:ln>
          </p:spPr>
        </p:sp>
        <p:sp>
          <p:nvSpPr>
            <p:cNvPr id="71714" name="Line 35"/>
            <p:cNvSpPr/>
            <p:nvPr/>
          </p:nvSpPr>
          <p:spPr>
            <a:xfrm flipH="1">
              <a:off x="3833" y="2795"/>
              <a:ext cx="272" cy="1"/>
            </a:xfrm>
            <a:prstGeom prst="line">
              <a:avLst/>
            </a:prstGeom>
            <a:ln w="28575" cap="flat" cmpd="sng">
              <a:solidFill>
                <a:srgbClr val="00FFFF"/>
              </a:solidFill>
              <a:prstDash val="solid"/>
              <a:headEnd type="none" w="med" len="med"/>
              <a:tailEnd type="triangle" w="med" len="med"/>
            </a:ln>
          </p:spPr>
        </p:sp>
        <p:sp>
          <p:nvSpPr>
            <p:cNvPr id="71715" name="Line 36"/>
            <p:cNvSpPr/>
            <p:nvPr/>
          </p:nvSpPr>
          <p:spPr>
            <a:xfrm>
              <a:off x="1338" y="2804"/>
              <a:ext cx="273" cy="0"/>
            </a:xfrm>
            <a:prstGeom prst="line">
              <a:avLst/>
            </a:prstGeom>
            <a:ln w="28575" cap="flat" cmpd="sng">
              <a:solidFill>
                <a:srgbClr val="00FFFF"/>
              </a:solidFill>
              <a:prstDash val="solid"/>
              <a:headEnd type="none" w="med" len="med"/>
              <a:tailEnd type="triangle" w="med" len="med"/>
            </a:ln>
          </p:spPr>
        </p:sp>
        <p:sp>
          <p:nvSpPr>
            <p:cNvPr id="71716" name="Line 37"/>
            <p:cNvSpPr/>
            <p:nvPr/>
          </p:nvSpPr>
          <p:spPr>
            <a:xfrm flipH="1">
              <a:off x="1338" y="3221"/>
              <a:ext cx="273" cy="0"/>
            </a:xfrm>
            <a:prstGeom prst="line">
              <a:avLst/>
            </a:prstGeom>
            <a:ln w="28575" cap="flat" cmpd="sng">
              <a:solidFill>
                <a:srgbClr val="00FFFF"/>
              </a:solidFill>
              <a:prstDash val="solid"/>
              <a:headEnd type="none" w="med" len="med"/>
              <a:tailEnd type="triangle" w="med" len="med"/>
            </a:ln>
          </p:spPr>
        </p:sp>
      </p:grpSp>
      <p:grpSp>
        <p:nvGrpSpPr>
          <p:cNvPr id="71688" name="Group 43"/>
          <p:cNvGrpSpPr/>
          <p:nvPr/>
        </p:nvGrpSpPr>
        <p:grpSpPr>
          <a:xfrm>
            <a:off x="8316913" y="6446838"/>
            <a:ext cx="792162" cy="366712"/>
            <a:chOff x="5193" y="4020"/>
            <a:chExt cx="499" cy="231"/>
          </a:xfrm>
        </p:grpSpPr>
        <p:pic>
          <p:nvPicPr>
            <p:cNvPr id="71698" name="Picture 4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1699" name="Text Box 4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1689" name="Group 46"/>
          <p:cNvGrpSpPr/>
          <p:nvPr/>
        </p:nvGrpSpPr>
        <p:grpSpPr>
          <a:xfrm>
            <a:off x="7453313" y="6446838"/>
            <a:ext cx="792162" cy="366712"/>
            <a:chOff x="4649" y="4020"/>
            <a:chExt cx="499" cy="231"/>
          </a:xfrm>
        </p:grpSpPr>
        <p:pic>
          <p:nvPicPr>
            <p:cNvPr id="71696" name="Picture 4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1697" name="Text Box 4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6" name="Group 53"/>
          <p:cNvGrpSpPr/>
          <p:nvPr/>
        </p:nvGrpSpPr>
        <p:grpSpPr>
          <a:xfrm>
            <a:off x="250825" y="1341438"/>
            <a:ext cx="1644650" cy="850900"/>
            <a:chOff x="385" y="3022"/>
            <a:chExt cx="1036" cy="536"/>
          </a:xfrm>
        </p:grpSpPr>
        <p:pic>
          <p:nvPicPr>
            <p:cNvPr id="71694" name="Picture 54"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71695" name="Text Box 55"/>
            <p:cNvSpPr txBox="1"/>
            <p:nvPr/>
          </p:nvSpPr>
          <p:spPr>
            <a:xfrm>
              <a:off x="793" y="3125"/>
              <a:ext cx="628" cy="365"/>
            </a:xfrm>
            <a:prstGeom prst="rect">
              <a:avLst/>
            </a:prstGeom>
            <a:noFill/>
            <a:ln w="9525">
              <a:noFill/>
            </a:ln>
          </p:spPr>
          <p:txBody>
            <a:bodyPr wrap="none">
              <a:spAutoFit/>
            </a:bodyPr>
            <a:p>
              <a:r>
                <a:rPr lang="zh-CN" altLang="en-US" sz="3200" b="0" dirty="0">
                  <a:solidFill>
                    <a:srgbClr val="FF6600"/>
                  </a:solidFill>
                  <a:latin typeface="Arial" panose="020B0604020202020204" pitchFamily="34" charset="0"/>
                  <a:ea typeface="华文行楷" panose="02010800040101010101" pitchFamily="2" charset="-122"/>
                </a:rPr>
                <a:t>约定</a:t>
              </a:r>
              <a:endParaRPr lang="zh-CN" altLang="en-US" sz="3200" b="0" dirty="0">
                <a:solidFill>
                  <a:srgbClr val="FF6600"/>
                </a:solidFill>
                <a:latin typeface="Arial" panose="020B0604020202020204" pitchFamily="34" charset="0"/>
                <a:ea typeface="华文行楷" panose="02010800040101010101" pitchFamily="2" charset="-122"/>
              </a:endParaRPr>
            </a:p>
          </p:txBody>
        </p:sp>
      </p:grpSp>
      <p:grpSp>
        <p:nvGrpSpPr>
          <p:cNvPr id="71691" name="Group 59"/>
          <p:cNvGrpSpPr/>
          <p:nvPr/>
        </p:nvGrpSpPr>
        <p:grpSpPr>
          <a:xfrm>
            <a:off x="6588125" y="6446838"/>
            <a:ext cx="792163" cy="366712"/>
            <a:chOff x="4649" y="4020"/>
            <a:chExt cx="499" cy="231"/>
          </a:xfrm>
        </p:grpSpPr>
        <p:pic>
          <p:nvPicPr>
            <p:cNvPr id="71692" name="Picture 60"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1693" name="Text Box 6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4848"/>
                                        </p:tgtEl>
                                        <p:attrNameLst>
                                          <p:attrName>style.visibility</p:attrName>
                                        </p:attrNameLst>
                                      </p:cBhvr>
                                      <p:to>
                                        <p:strVal val="visible"/>
                                      </p:to>
                                    </p:set>
                                    <p:anim calcmode="lin" valueType="num">
                                      <p:cBhvr additive="base">
                                        <p:cTn id="7" dur="500" fill="hold"/>
                                        <p:tgtEl>
                                          <p:spTgt spid="34848"/>
                                        </p:tgtEl>
                                        <p:attrNameLst>
                                          <p:attrName>ppt_x</p:attrName>
                                        </p:attrNameLst>
                                      </p:cBhvr>
                                      <p:tavLst>
                                        <p:tav tm="0">
                                          <p:val>
                                            <p:strVal val="0-#ppt_w/2"/>
                                          </p:val>
                                        </p:tav>
                                        <p:tav tm="100000">
                                          <p:val>
                                            <p:strVal val="#ppt_x"/>
                                          </p:val>
                                        </p:tav>
                                      </p:tavLst>
                                    </p:anim>
                                    <p:anim calcmode="lin" valueType="num">
                                      <p:cBhvr additive="base">
                                        <p:cTn id="8" dur="500" fill="hold"/>
                                        <p:tgtEl>
                                          <p:spTgt spid="3484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4819">
                                            <p:txEl>
                                              <p:charRg st="0" end="8"/>
                                            </p:txEl>
                                          </p:spTgt>
                                        </p:tgtEl>
                                        <p:attrNameLst>
                                          <p:attrName>style.visibility</p:attrName>
                                        </p:attrNameLst>
                                      </p:cBhvr>
                                      <p:to>
                                        <p:strVal val="visible"/>
                                      </p:to>
                                    </p:set>
                                    <p:animEffect transition="in" filter="wipe(left)">
                                      <p:cBhvr>
                                        <p:cTn id="18" dur="500"/>
                                        <p:tgtEl>
                                          <p:spTgt spid="34819">
                                            <p:txEl>
                                              <p:charRg st="0"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4820">
                                            <p:txEl>
                                              <p:charRg st="0" end="18"/>
                                            </p:txEl>
                                          </p:spTgt>
                                        </p:tgtEl>
                                        <p:attrNameLst>
                                          <p:attrName>style.visibility</p:attrName>
                                        </p:attrNameLst>
                                      </p:cBhvr>
                                      <p:to>
                                        <p:strVal val="visible"/>
                                      </p:to>
                                    </p:set>
                                    <p:animEffect transition="in" filter="wipe(left)">
                                      <p:cBhvr>
                                        <p:cTn id="23" dur="500"/>
                                        <p:tgtEl>
                                          <p:spTgt spid="34820">
                                            <p:txEl>
                                              <p:charRg st="0" end="18"/>
                                            </p:txEl>
                                          </p:spTgt>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34821">
                                            <p:txEl>
                                              <p:charRg st="0" end="7"/>
                                            </p:txEl>
                                          </p:spTgt>
                                        </p:tgtEl>
                                        <p:attrNameLst>
                                          <p:attrName>style.visibility</p:attrName>
                                        </p:attrNameLst>
                                      </p:cBhvr>
                                      <p:to>
                                        <p:strVal val="visible"/>
                                      </p:to>
                                    </p:set>
                                    <p:animEffect transition="in" filter="wipe(left)">
                                      <p:cBhvr>
                                        <p:cTn id="27" dur="500"/>
                                        <p:tgtEl>
                                          <p:spTgt spid="34821">
                                            <p:txEl>
                                              <p:charRg st="0"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22">
                                            <p:txEl>
                                              <p:charRg st="0" end="21"/>
                                            </p:txEl>
                                          </p:spTgt>
                                        </p:tgtEl>
                                        <p:attrNameLst>
                                          <p:attrName>style.visibility</p:attrName>
                                        </p:attrNameLst>
                                      </p:cBhvr>
                                      <p:to>
                                        <p:strVal val="visible"/>
                                      </p:to>
                                    </p:set>
                                    <p:animEffect transition="in" filter="wipe(left)">
                                      <p:cBhvr>
                                        <p:cTn id="32" dur="500"/>
                                        <p:tgtEl>
                                          <p:spTgt spid="34822">
                                            <p:txEl>
                                              <p:charRg st="0" end="21"/>
                                            </p:txEl>
                                          </p:spTgt>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P spid="34820" grpId="0" build="p"/>
      <p:bldP spid="34821" grpId="0" build="p"/>
      <p:bldP spid="34822" grpId="0" build="p"/>
      <p:bldP spid="348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63" name="Text Box 23"/>
          <p:cNvSpPr txBox="1"/>
          <p:nvPr/>
        </p:nvSpPr>
        <p:spPr>
          <a:xfrm>
            <a:off x="1979613" y="2420938"/>
            <a:ext cx="2808287" cy="519112"/>
          </a:xfrm>
          <a:prstGeom prst="rect">
            <a:avLst/>
          </a:prstGeom>
          <a:noFill/>
          <a:ln w="38100">
            <a:noFill/>
          </a:ln>
        </p:spPr>
        <p:txBody>
          <a:bodyPr>
            <a:spAutoFit/>
          </a:bodyPr>
          <a:p>
            <a:r>
              <a:rPr lang="zh-CN" altLang="en-US" dirty="0">
                <a:solidFill>
                  <a:srgbClr val="FFFF00"/>
                </a:solidFill>
                <a:latin typeface="楷体_GB2312" pitchFamily="49" charset="-122"/>
              </a:rPr>
              <a:t>端口物理量</a:t>
            </a:r>
            <a:r>
              <a:rPr lang="en-US" altLang="zh-CN" b="0" dirty="0">
                <a:latin typeface="楷体_GB2312" pitchFamily="49" charset="-122"/>
              </a:rPr>
              <a:t>4</a:t>
            </a:r>
            <a:r>
              <a:rPr lang="zh-CN" altLang="en-US" dirty="0">
                <a:solidFill>
                  <a:srgbClr val="FFFF00"/>
                </a:solidFill>
                <a:latin typeface="楷体_GB2312" pitchFamily="49" charset="-122"/>
              </a:rPr>
              <a:t>个</a:t>
            </a:r>
            <a:endParaRPr lang="zh-CN" altLang="en-US" b="0" dirty="0">
              <a:solidFill>
                <a:srgbClr val="FFFF00"/>
              </a:solidFill>
              <a:latin typeface="楷体_GB2312" pitchFamily="49" charset="-122"/>
            </a:endParaRPr>
          </a:p>
        </p:txBody>
      </p:sp>
      <p:grpSp>
        <p:nvGrpSpPr>
          <p:cNvPr id="2" name="Group 62"/>
          <p:cNvGrpSpPr/>
          <p:nvPr/>
        </p:nvGrpSpPr>
        <p:grpSpPr>
          <a:xfrm>
            <a:off x="5651500" y="2373313"/>
            <a:ext cx="1920875" cy="579437"/>
            <a:chOff x="2860" y="1282"/>
            <a:chExt cx="1210" cy="365"/>
          </a:xfrm>
        </p:grpSpPr>
        <p:sp>
          <p:nvSpPr>
            <p:cNvPr id="2098" name="Text Box 24"/>
            <p:cNvSpPr txBox="1"/>
            <p:nvPr/>
          </p:nvSpPr>
          <p:spPr>
            <a:xfrm>
              <a:off x="2860" y="1282"/>
              <a:ext cx="439" cy="365"/>
            </a:xfrm>
            <a:prstGeom prst="rect">
              <a:avLst/>
            </a:prstGeom>
            <a:noFill/>
            <a:ln w="9525">
              <a:noFill/>
            </a:ln>
          </p:spPr>
          <p:txBody>
            <a:bodyPr wrap="none">
              <a:spAutoFit/>
            </a:bodyPr>
            <a:p>
              <a:r>
                <a:rPr lang="en-US" altLang="zh-CN" sz="3200" b="0" i="1" dirty="0">
                  <a:latin typeface="Times New Roman" panose="02020603050405020304" pitchFamily="18" charset="0"/>
                  <a:ea typeface="宋体" panose="02010600030101010101" pitchFamily="2" charset="-122"/>
                </a:rPr>
                <a:t>i</a:t>
              </a:r>
              <a:r>
                <a:rPr lang="en-US" altLang="zh-CN" sz="3200" b="0" baseline="-25000" dirty="0">
                  <a:latin typeface="Times New Roman" panose="02020603050405020304" pitchFamily="18" charset="0"/>
                  <a:ea typeface="宋体" panose="02010600030101010101" pitchFamily="2" charset="-122"/>
                </a:rPr>
                <a:t>1</a:t>
              </a:r>
              <a:r>
                <a:rPr lang="zh-CN" altLang="en-US" sz="3200" b="0" baseline="-25000" dirty="0">
                  <a:latin typeface="Times New Roman" panose="02020603050405020304" pitchFamily="18" charset="0"/>
                  <a:ea typeface="宋体" panose="02010600030101010101" pitchFamily="2" charset="-122"/>
                </a:rPr>
                <a:t>、</a:t>
              </a:r>
              <a:endParaRPr lang="zh-CN" altLang="en-US" sz="3200" b="0" baseline="-25000" dirty="0">
                <a:latin typeface="Times New Roman" panose="02020603050405020304" pitchFamily="18" charset="0"/>
                <a:ea typeface="宋体" panose="02010600030101010101" pitchFamily="2" charset="-122"/>
              </a:endParaRPr>
            </a:p>
          </p:txBody>
        </p:sp>
        <p:sp>
          <p:nvSpPr>
            <p:cNvPr id="2099" name="Text Box 25"/>
            <p:cNvSpPr txBox="1"/>
            <p:nvPr/>
          </p:nvSpPr>
          <p:spPr>
            <a:xfrm>
              <a:off x="3454" y="1282"/>
              <a:ext cx="496" cy="365"/>
            </a:xfrm>
            <a:prstGeom prst="rect">
              <a:avLst/>
            </a:prstGeom>
            <a:noFill/>
            <a:ln w="9525">
              <a:noFill/>
            </a:ln>
          </p:spPr>
          <p:txBody>
            <a:bodyPr wrap="none">
              <a:spAutoFit/>
            </a:bodyPr>
            <a:p>
              <a:r>
                <a:rPr lang="en-US" altLang="zh-CN" sz="3200" b="0" i="1" dirty="0">
                  <a:latin typeface="Times New Roman" panose="02020603050405020304" pitchFamily="18" charset="0"/>
                  <a:ea typeface="宋体" panose="02010600030101010101" pitchFamily="2" charset="-122"/>
                </a:rPr>
                <a:t>u</a:t>
              </a:r>
              <a:r>
                <a:rPr lang="en-US" altLang="zh-CN" sz="3200" b="0" baseline="-25000" dirty="0">
                  <a:latin typeface="Times New Roman" panose="02020603050405020304" pitchFamily="18" charset="0"/>
                  <a:ea typeface="宋体" panose="02010600030101010101" pitchFamily="2" charset="-122"/>
                </a:rPr>
                <a:t>1</a:t>
              </a:r>
              <a:r>
                <a:rPr lang="zh-CN" altLang="en-US" sz="3200" b="0" baseline="-25000" dirty="0">
                  <a:latin typeface="Times New Roman" panose="02020603050405020304" pitchFamily="18" charset="0"/>
                  <a:ea typeface="宋体" panose="02010600030101010101" pitchFamily="2" charset="-122"/>
                </a:rPr>
                <a:t>、</a:t>
              </a:r>
              <a:endParaRPr lang="zh-CN" altLang="en-US" sz="3200" b="0" baseline="-25000" dirty="0">
                <a:latin typeface="Times New Roman" panose="02020603050405020304" pitchFamily="18" charset="0"/>
                <a:ea typeface="宋体" panose="02010600030101010101" pitchFamily="2" charset="-122"/>
              </a:endParaRPr>
            </a:p>
          </p:txBody>
        </p:sp>
        <p:sp>
          <p:nvSpPr>
            <p:cNvPr id="2100" name="Text Box 26"/>
            <p:cNvSpPr txBox="1"/>
            <p:nvPr/>
          </p:nvSpPr>
          <p:spPr>
            <a:xfrm>
              <a:off x="3172" y="1282"/>
              <a:ext cx="439" cy="365"/>
            </a:xfrm>
            <a:prstGeom prst="rect">
              <a:avLst/>
            </a:prstGeom>
            <a:noFill/>
            <a:ln w="9525">
              <a:noFill/>
            </a:ln>
          </p:spPr>
          <p:txBody>
            <a:bodyPr wrap="none">
              <a:spAutoFit/>
            </a:bodyPr>
            <a:p>
              <a:r>
                <a:rPr lang="en-US" altLang="zh-CN" sz="3200" b="0" i="1" dirty="0">
                  <a:latin typeface="Times New Roman" panose="02020603050405020304" pitchFamily="18" charset="0"/>
                  <a:ea typeface="宋体" panose="02010600030101010101" pitchFamily="2" charset="-122"/>
                </a:rPr>
                <a:t>i</a:t>
              </a:r>
              <a:r>
                <a:rPr lang="en-US" altLang="zh-CN" sz="3200" b="0" baseline="-25000" dirty="0">
                  <a:latin typeface="Times New Roman" panose="02020603050405020304" pitchFamily="18" charset="0"/>
                  <a:ea typeface="宋体" panose="02010600030101010101" pitchFamily="2" charset="-122"/>
                </a:rPr>
                <a:t>2</a:t>
              </a:r>
              <a:r>
                <a:rPr lang="zh-CN" altLang="en-US" sz="3200" b="0" baseline="-25000" dirty="0">
                  <a:latin typeface="Times New Roman" panose="02020603050405020304" pitchFamily="18" charset="0"/>
                  <a:ea typeface="宋体" panose="02010600030101010101" pitchFamily="2" charset="-122"/>
                </a:rPr>
                <a:t>、</a:t>
              </a:r>
              <a:endParaRPr lang="zh-CN" altLang="en-US" sz="3200" b="0" baseline="-25000" dirty="0">
                <a:latin typeface="Times New Roman" panose="02020603050405020304" pitchFamily="18" charset="0"/>
                <a:ea typeface="宋体" panose="02010600030101010101" pitchFamily="2" charset="-122"/>
              </a:endParaRPr>
            </a:p>
          </p:txBody>
        </p:sp>
        <p:sp>
          <p:nvSpPr>
            <p:cNvPr id="2101" name="Text Box 27"/>
            <p:cNvSpPr txBox="1"/>
            <p:nvPr/>
          </p:nvSpPr>
          <p:spPr>
            <a:xfrm>
              <a:off x="3742" y="1282"/>
              <a:ext cx="328" cy="365"/>
            </a:xfrm>
            <a:prstGeom prst="rect">
              <a:avLst/>
            </a:prstGeom>
            <a:noFill/>
            <a:ln w="9525">
              <a:noFill/>
            </a:ln>
          </p:spPr>
          <p:txBody>
            <a:bodyPr wrap="none">
              <a:spAutoFit/>
            </a:bodyPr>
            <a:p>
              <a:r>
                <a:rPr lang="en-US" altLang="zh-CN" sz="3200" b="0" i="1" dirty="0">
                  <a:latin typeface="Times New Roman" panose="02020603050405020304" pitchFamily="18" charset="0"/>
                  <a:ea typeface="宋体" panose="02010600030101010101" pitchFamily="2" charset="-122"/>
                </a:rPr>
                <a:t>u</a:t>
              </a:r>
              <a:r>
                <a:rPr lang="en-US" altLang="zh-CN" sz="3200" b="0" baseline="-25000" dirty="0">
                  <a:latin typeface="Times New Roman" panose="02020603050405020304" pitchFamily="18" charset="0"/>
                  <a:ea typeface="宋体" panose="02010600030101010101" pitchFamily="2" charset="-122"/>
                </a:rPr>
                <a:t>2</a:t>
              </a:r>
              <a:endParaRPr lang="en-US" altLang="zh-CN" sz="3200" b="0" baseline="-25000" dirty="0">
                <a:latin typeface="Times New Roman" panose="02020603050405020304" pitchFamily="18" charset="0"/>
                <a:ea typeface="宋体" panose="02010600030101010101" pitchFamily="2" charset="-122"/>
              </a:endParaRPr>
            </a:p>
          </p:txBody>
        </p:sp>
      </p:grpSp>
      <p:sp>
        <p:nvSpPr>
          <p:cNvPr id="35868" name="Text Box 28"/>
          <p:cNvSpPr txBox="1"/>
          <p:nvPr/>
        </p:nvSpPr>
        <p:spPr>
          <a:xfrm>
            <a:off x="971550" y="2997200"/>
            <a:ext cx="7559675" cy="1117600"/>
          </a:xfrm>
          <a:prstGeom prst="rect">
            <a:avLst/>
          </a:prstGeom>
          <a:noFill/>
          <a:ln w="9525">
            <a:noFill/>
          </a:ln>
        </p:spPr>
        <p:txBody>
          <a:bodyPr>
            <a:spAutoFit/>
          </a:bodyPr>
          <a:p>
            <a:pPr>
              <a:lnSpc>
                <a:spcPct val="120000"/>
              </a:lnSpc>
            </a:pPr>
            <a:r>
              <a:rPr lang="en-US" altLang="zh-CN" dirty="0">
                <a:solidFill>
                  <a:srgbClr val="FFFF00"/>
                </a:solidFill>
                <a:latin typeface="Times New Roman" panose="02020603050405020304" pitchFamily="18" charset="0"/>
              </a:rPr>
              <a:t>        </a:t>
            </a:r>
            <a:r>
              <a:rPr lang="zh-CN" altLang="en-US" dirty="0">
                <a:solidFill>
                  <a:srgbClr val="FFFF00"/>
                </a:solidFill>
                <a:latin typeface="Times New Roman" panose="02020603050405020304" pitchFamily="18" charset="0"/>
              </a:rPr>
              <a:t>端口电压电流有六种不同的方程来表示，即可用六套参数描述二端口网络。</a:t>
            </a:r>
            <a:endParaRPr lang="zh-CN" altLang="en-US" b="0" dirty="0">
              <a:solidFill>
                <a:srgbClr val="FFFF00"/>
              </a:solidFill>
              <a:latin typeface="Times New Roman" panose="02020603050405020304" pitchFamily="18" charset="0"/>
            </a:endParaRPr>
          </a:p>
        </p:txBody>
      </p:sp>
      <p:sp>
        <p:nvSpPr>
          <p:cNvPr id="35901" name="Line 61"/>
          <p:cNvSpPr/>
          <p:nvPr/>
        </p:nvSpPr>
        <p:spPr>
          <a:xfrm>
            <a:off x="4716463" y="2708275"/>
            <a:ext cx="647700" cy="0"/>
          </a:xfrm>
          <a:prstGeom prst="line">
            <a:avLst/>
          </a:prstGeom>
          <a:ln w="76200" cap="flat" cmpd="sng">
            <a:solidFill>
              <a:srgbClr val="3399FF"/>
            </a:solidFill>
            <a:prstDash val="solid"/>
            <a:headEnd type="none" w="med" len="med"/>
            <a:tailEnd type="triangle" w="med" len="med"/>
          </a:ln>
        </p:spPr>
      </p:sp>
      <p:grpSp>
        <p:nvGrpSpPr>
          <p:cNvPr id="2057" name="Group 69"/>
          <p:cNvGrpSpPr/>
          <p:nvPr/>
        </p:nvGrpSpPr>
        <p:grpSpPr>
          <a:xfrm>
            <a:off x="8316913" y="6446838"/>
            <a:ext cx="792162" cy="366712"/>
            <a:chOff x="5193" y="4020"/>
            <a:chExt cx="499" cy="231"/>
          </a:xfrm>
        </p:grpSpPr>
        <p:pic>
          <p:nvPicPr>
            <p:cNvPr id="2096" name="Picture 70"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2097" name="Text Box 7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058" name="Group 72"/>
          <p:cNvGrpSpPr/>
          <p:nvPr/>
        </p:nvGrpSpPr>
        <p:grpSpPr>
          <a:xfrm>
            <a:off x="7453313" y="6446838"/>
            <a:ext cx="792162" cy="366712"/>
            <a:chOff x="4649" y="4020"/>
            <a:chExt cx="499" cy="231"/>
          </a:xfrm>
        </p:grpSpPr>
        <p:pic>
          <p:nvPicPr>
            <p:cNvPr id="2094" name="Picture 7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095" name="Text Box 7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 name="Group 101"/>
          <p:cNvGrpSpPr/>
          <p:nvPr/>
        </p:nvGrpSpPr>
        <p:grpSpPr>
          <a:xfrm>
            <a:off x="395288" y="2276475"/>
            <a:ext cx="1644650" cy="850900"/>
            <a:chOff x="385" y="3022"/>
            <a:chExt cx="1036" cy="536"/>
          </a:xfrm>
        </p:grpSpPr>
        <p:pic>
          <p:nvPicPr>
            <p:cNvPr id="2092" name="Picture 102"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2093" name="Text Box 103"/>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2060" name="Group 107"/>
          <p:cNvGrpSpPr/>
          <p:nvPr/>
        </p:nvGrpSpPr>
        <p:grpSpPr>
          <a:xfrm>
            <a:off x="6588125" y="6446838"/>
            <a:ext cx="792163" cy="366712"/>
            <a:chOff x="4649" y="4020"/>
            <a:chExt cx="499" cy="231"/>
          </a:xfrm>
        </p:grpSpPr>
        <p:pic>
          <p:nvPicPr>
            <p:cNvPr id="2090" name="Picture 10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2091" name="Text Box 10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2061" name="Group 110"/>
          <p:cNvGrpSpPr/>
          <p:nvPr/>
        </p:nvGrpSpPr>
        <p:grpSpPr>
          <a:xfrm>
            <a:off x="1331913" y="476250"/>
            <a:ext cx="6286500" cy="1728788"/>
            <a:chOff x="839" y="2432"/>
            <a:chExt cx="3960" cy="1089"/>
          </a:xfrm>
        </p:grpSpPr>
        <p:sp>
          <p:nvSpPr>
            <p:cNvPr id="2068" name="Line 111"/>
            <p:cNvSpPr/>
            <p:nvPr/>
          </p:nvSpPr>
          <p:spPr>
            <a:xfrm>
              <a:off x="1153" y="2798"/>
              <a:ext cx="3184" cy="0"/>
            </a:xfrm>
            <a:prstGeom prst="line">
              <a:avLst/>
            </a:prstGeom>
            <a:ln w="28575" cap="flat" cmpd="sng">
              <a:solidFill>
                <a:srgbClr val="FFCC00"/>
              </a:solidFill>
              <a:prstDash val="solid"/>
              <a:headEnd type="none" w="med" len="med"/>
              <a:tailEnd type="none" w="med" len="med"/>
            </a:ln>
          </p:spPr>
        </p:sp>
        <p:sp>
          <p:nvSpPr>
            <p:cNvPr id="2069" name="Line 112"/>
            <p:cNvSpPr/>
            <p:nvPr/>
          </p:nvSpPr>
          <p:spPr>
            <a:xfrm>
              <a:off x="1193" y="3222"/>
              <a:ext cx="3184" cy="0"/>
            </a:xfrm>
            <a:prstGeom prst="line">
              <a:avLst/>
            </a:prstGeom>
            <a:ln w="28575" cap="flat" cmpd="sng">
              <a:solidFill>
                <a:srgbClr val="FFCC00"/>
              </a:solidFill>
              <a:prstDash val="solid"/>
              <a:headEnd type="none" w="med" len="med"/>
              <a:tailEnd type="none" w="med" len="med"/>
            </a:ln>
          </p:spPr>
        </p:sp>
        <p:sp>
          <p:nvSpPr>
            <p:cNvPr id="2070" name="Rectangle 113"/>
            <p:cNvSpPr/>
            <p:nvPr/>
          </p:nvSpPr>
          <p:spPr>
            <a:xfrm>
              <a:off x="1927" y="2523"/>
              <a:ext cx="1633" cy="998"/>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C</a:t>
              </a:r>
              <a:r>
                <a:rPr lang="zh-CN" altLang="en-US" b="0" i="1" dirty="0">
                  <a:latin typeface="Times New Roman" panose="02020603050405020304" pitchFamily="18" charset="0"/>
                </a:rPr>
                <a:t>、</a:t>
              </a: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2071" name="Oval 114"/>
            <p:cNvSpPr/>
            <p:nvPr/>
          </p:nvSpPr>
          <p:spPr>
            <a:xfrm>
              <a:off x="1122" y="318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72" name="Oval 115"/>
            <p:cNvSpPr/>
            <p:nvPr/>
          </p:nvSpPr>
          <p:spPr>
            <a:xfrm>
              <a:off x="1081" y="275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73" name="Text Box 116"/>
            <p:cNvSpPr txBox="1"/>
            <p:nvPr/>
          </p:nvSpPr>
          <p:spPr>
            <a:xfrm>
              <a:off x="1351" y="2456"/>
              <a:ext cx="25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074" name="Text Box 117"/>
            <p:cNvSpPr txBox="1"/>
            <p:nvPr/>
          </p:nvSpPr>
          <p:spPr>
            <a:xfrm>
              <a:off x="3862" y="3188"/>
              <a:ext cx="45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2075" name="Text Box 118"/>
            <p:cNvSpPr txBox="1"/>
            <p:nvPr/>
          </p:nvSpPr>
          <p:spPr>
            <a:xfrm>
              <a:off x="3799" y="2432"/>
              <a:ext cx="25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2076" name="Text Box 119"/>
            <p:cNvSpPr txBox="1"/>
            <p:nvPr/>
          </p:nvSpPr>
          <p:spPr>
            <a:xfrm>
              <a:off x="1367" y="3188"/>
              <a:ext cx="421"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077" name="Text Box 120"/>
            <p:cNvSpPr txBox="1"/>
            <p:nvPr/>
          </p:nvSpPr>
          <p:spPr>
            <a:xfrm>
              <a:off x="839" y="2816"/>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078" name="Text Box 121"/>
            <p:cNvSpPr txBox="1"/>
            <p:nvPr/>
          </p:nvSpPr>
          <p:spPr>
            <a:xfrm>
              <a:off x="855" y="2602"/>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79" name="Text Box 122"/>
            <p:cNvSpPr txBox="1"/>
            <p:nvPr/>
          </p:nvSpPr>
          <p:spPr>
            <a:xfrm>
              <a:off x="871" y="303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nvGrpSpPr>
            <p:cNvPr id="2080" name="Group 123"/>
            <p:cNvGrpSpPr/>
            <p:nvPr/>
          </p:nvGrpSpPr>
          <p:grpSpPr>
            <a:xfrm>
              <a:off x="4345" y="2610"/>
              <a:ext cx="454" cy="757"/>
              <a:chOff x="4184" y="2732"/>
              <a:chExt cx="454" cy="757"/>
            </a:xfrm>
          </p:grpSpPr>
          <p:sp>
            <p:nvSpPr>
              <p:cNvPr id="2085" name="Oval 124"/>
              <p:cNvSpPr/>
              <p:nvPr/>
            </p:nvSpPr>
            <p:spPr>
              <a:xfrm>
                <a:off x="4200" y="330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86" name="Oval 125"/>
              <p:cNvSpPr/>
              <p:nvPr/>
            </p:nvSpPr>
            <p:spPr>
              <a:xfrm>
                <a:off x="4184" y="288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87" name="Text Box 126"/>
              <p:cNvSpPr txBox="1"/>
              <p:nvPr/>
            </p:nvSpPr>
            <p:spPr>
              <a:xfrm>
                <a:off x="4334" y="2946"/>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2088" name="Text Box 127"/>
              <p:cNvSpPr txBox="1"/>
              <p:nvPr/>
            </p:nvSpPr>
            <p:spPr>
              <a:xfrm>
                <a:off x="4286" y="2732"/>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89" name="Text Box 128"/>
              <p:cNvSpPr txBox="1"/>
              <p:nvPr/>
            </p:nvSpPr>
            <p:spPr>
              <a:xfrm>
                <a:off x="4326" y="316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sp>
          <p:nvSpPr>
            <p:cNvPr id="2081" name="Line 129"/>
            <p:cNvSpPr/>
            <p:nvPr/>
          </p:nvSpPr>
          <p:spPr>
            <a:xfrm>
              <a:off x="3833" y="3221"/>
              <a:ext cx="318" cy="1"/>
            </a:xfrm>
            <a:prstGeom prst="line">
              <a:avLst/>
            </a:prstGeom>
            <a:ln w="28575" cap="flat" cmpd="sng">
              <a:solidFill>
                <a:srgbClr val="00FFFF"/>
              </a:solidFill>
              <a:prstDash val="solid"/>
              <a:headEnd type="none" w="med" len="med"/>
              <a:tailEnd type="triangle" w="med" len="med"/>
            </a:ln>
          </p:spPr>
        </p:sp>
        <p:sp>
          <p:nvSpPr>
            <p:cNvPr id="2082" name="Line 130"/>
            <p:cNvSpPr/>
            <p:nvPr/>
          </p:nvSpPr>
          <p:spPr>
            <a:xfrm flipH="1">
              <a:off x="3833" y="2795"/>
              <a:ext cx="272" cy="1"/>
            </a:xfrm>
            <a:prstGeom prst="line">
              <a:avLst/>
            </a:prstGeom>
            <a:ln w="28575" cap="flat" cmpd="sng">
              <a:solidFill>
                <a:srgbClr val="00FFFF"/>
              </a:solidFill>
              <a:prstDash val="solid"/>
              <a:headEnd type="none" w="med" len="med"/>
              <a:tailEnd type="triangle" w="med" len="med"/>
            </a:ln>
          </p:spPr>
        </p:sp>
        <p:sp>
          <p:nvSpPr>
            <p:cNvPr id="2083" name="Line 131"/>
            <p:cNvSpPr/>
            <p:nvPr/>
          </p:nvSpPr>
          <p:spPr>
            <a:xfrm>
              <a:off x="1338" y="2804"/>
              <a:ext cx="273" cy="0"/>
            </a:xfrm>
            <a:prstGeom prst="line">
              <a:avLst/>
            </a:prstGeom>
            <a:ln w="28575" cap="flat" cmpd="sng">
              <a:solidFill>
                <a:srgbClr val="00FFFF"/>
              </a:solidFill>
              <a:prstDash val="solid"/>
              <a:headEnd type="none" w="med" len="med"/>
              <a:tailEnd type="triangle" w="med" len="med"/>
            </a:ln>
          </p:spPr>
        </p:sp>
        <p:sp>
          <p:nvSpPr>
            <p:cNvPr id="2084" name="Line 132"/>
            <p:cNvSpPr/>
            <p:nvPr/>
          </p:nvSpPr>
          <p:spPr>
            <a:xfrm flipH="1">
              <a:off x="1338" y="3221"/>
              <a:ext cx="273" cy="0"/>
            </a:xfrm>
            <a:prstGeom prst="line">
              <a:avLst/>
            </a:prstGeom>
            <a:ln w="28575" cap="flat" cmpd="sng">
              <a:solidFill>
                <a:srgbClr val="00FFFF"/>
              </a:solidFill>
              <a:prstDash val="solid"/>
              <a:headEnd type="none" w="med" len="med"/>
              <a:tailEnd type="triangle" w="med" len="med"/>
            </a:ln>
          </p:spPr>
        </p:sp>
      </p:grpSp>
      <p:grpSp>
        <p:nvGrpSpPr>
          <p:cNvPr id="9" name="Group 136"/>
          <p:cNvGrpSpPr/>
          <p:nvPr/>
        </p:nvGrpSpPr>
        <p:grpSpPr>
          <a:xfrm>
            <a:off x="1116013" y="4241800"/>
            <a:ext cx="1622425" cy="1328738"/>
            <a:chOff x="703" y="2672"/>
            <a:chExt cx="1022" cy="837"/>
          </a:xfrm>
        </p:grpSpPr>
        <p:graphicFrame>
          <p:nvGraphicFramePr>
            <p:cNvPr id="2052" name="Object 29"/>
            <p:cNvGraphicFramePr/>
            <p:nvPr/>
          </p:nvGraphicFramePr>
          <p:xfrm>
            <a:off x="703" y="2672"/>
            <a:ext cx="1022" cy="837"/>
          </p:xfrm>
          <a:graphic>
            <a:graphicData uri="http://schemas.openxmlformats.org/presentationml/2006/ole">
              <mc:AlternateContent xmlns:mc="http://schemas.openxmlformats.org/markup-compatibility/2006">
                <mc:Choice xmlns:v="urn:schemas-microsoft-com:vml" Requires="v">
                  <p:oleObj spid="_x0000_s3079" name="" r:id="rId3" imgW="558800" imgH="457200" progId="Equation.DSMT4">
                    <p:embed/>
                  </p:oleObj>
                </mc:Choice>
                <mc:Fallback>
                  <p:oleObj name="" r:id="rId3" imgW="558800" imgH="457200" progId="Equation.DSMT4">
                    <p:embed/>
                    <p:pic>
                      <p:nvPicPr>
                        <p:cNvPr id="0" name="图片 3078"/>
                        <p:cNvPicPr/>
                        <p:nvPr/>
                      </p:nvPicPr>
                      <p:blipFill>
                        <a:blip r:embed="rId4">
                          <a:clrChange>
                            <a:clrFrom>
                              <a:srgbClr val="000000"/>
                            </a:clrFrom>
                            <a:clrTo>
                              <a:srgbClr val="FFFFFF"/>
                            </a:clrTo>
                          </a:clrChange>
                        </a:blip>
                        <a:stretch>
                          <a:fillRect/>
                        </a:stretch>
                      </p:blipFill>
                      <p:spPr>
                        <a:xfrm>
                          <a:off x="703" y="2672"/>
                          <a:ext cx="1022" cy="837"/>
                        </a:xfrm>
                        <a:prstGeom prst="rect">
                          <a:avLst/>
                        </a:prstGeom>
                        <a:noFill/>
                        <a:ln w="38100">
                          <a:noFill/>
                          <a:miter/>
                        </a:ln>
                      </p:spPr>
                    </p:pic>
                  </p:oleObj>
                </mc:Fallback>
              </mc:AlternateContent>
            </a:graphicData>
          </a:graphic>
        </p:graphicFrame>
        <p:sp>
          <p:nvSpPr>
            <p:cNvPr id="2067" name="AutoShape 133"/>
            <p:cNvSpPr/>
            <p:nvPr/>
          </p:nvSpPr>
          <p:spPr>
            <a:xfrm>
              <a:off x="975" y="3022"/>
              <a:ext cx="408" cy="136"/>
            </a:xfrm>
            <a:prstGeom prst="leftRightArrow">
              <a:avLst>
                <a:gd name="adj1" fmla="val 50000"/>
                <a:gd name="adj2" fmla="val 60000"/>
              </a:avLst>
            </a:prstGeom>
            <a:solidFill>
              <a:srgbClr val="3399FF"/>
            </a:solidFill>
            <a:ln w="9525">
              <a:noFill/>
            </a:ln>
          </p:spPr>
          <p:txBody>
            <a:bodyPr wrap="none" anchor="ctr" anchorCtr="0"/>
            <a:p>
              <a:endParaRPr lang="zh-CN" altLang="en-US" dirty="0">
                <a:latin typeface="Arial" panose="020B0604020202020204" pitchFamily="34" charset="0"/>
              </a:endParaRPr>
            </a:p>
          </p:txBody>
        </p:sp>
      </p:grpSp>
      <p:grpSp>
        <p:nvGrpSpPr>
          <p:cNvPr id="10" name="Group 138"/>
          <p:cNvGrpSpPr/>
          <p:nvPr/>
        </p:nvGrpSpPr>
        <p:grpSpPr>
          <a:xfrm>
            <a:off x="5978525" y="4318000"/>
            <a:ext cx="1738313" cy="1390650"/>
            <a:chOff x="3766" y="2720"/>
            <a:chExt cx="1095" cy="876"/>
          </a:xfrm>
        </p:grpSpPr>
        <p:graphicFrame>
          <p:nvGraphicFramePr>
            <p:cNvPr id="2051" name="Object 64"/>
            <p:cNvGraphicFramePr/>
            <p:nvPr/>
          </p:nvGraphicFramePr>
          <p:xfrm>
            <a:off x="3766" y="2720"/>
            <a:ext cx="1095" cy="876"/>
          </p:xfrm>
          <a:graphic>
            <a:graphicData uri="http://schemas.openxmlformats.org/presentationml/2006/ole">
              <mc:AlternateContent xmlns:mc="http://schemas.openxmlformats.org/markup-compatibility/2006">
                <mc:Choice xmlns:v="urn:schemas-microsoft-com:vml" Requires="v">
                  <p:oleObj spid="_x0000_s3077" name="" r:id="rId5" imgW="571500" imgH="457200" progId="Equation.DSMT4">
                    <p:embed/>
                  </p:oleObj>
                </mc:Choice>
                <mc:Fallback>
                  <p:oleObj name="" r:id="rId5" imgW="571500" imgH="457200" progId="Equation.DSMT4">
                    <p:embed/>
                    <p:pic>
                      <p:nvPicPr>
                        <p:cNvPr id="0" name="图片 3076"/>
                        <p:cNvPicPr/>
                        <p:nvPr/>
                      </p:nvPicPr>
                      <p:blipFill>
                        <a:blip r:embed="rId6">
                          <a:clrChange>
                            <a:clrFrom>
                              <a:srgbClr val="000000"/>
                            </a:clrFrom>
                            <a:clrTo>
                              <a:srgbClr val="FFFFFF"/>
                            </a:clrTo>
                          </a:clrChange>
                        </a:blip>
                        <a:stretch>
                          <a:fillRect/>
                        </a:stretch>
                      </p:blipFill>
                      <p:spPr>
                        <a:xfrm>
                          <a:off x="3766" y="2720"/>
                          <a:ext cx="1095" cy="876"/>
                        </a:xfrm>
                        <a:prstGeom prst="rect">
                          <a:avLst/>
                        </a:prstGeom>
                        <a:noFill/>
                        <a:ln w="38100">
                          <a:noFill/>
                          <a:miter/>
                        </a:ln>
                      </p:spPr>
                    </p:pic>
                  </p:oleObj>
                </mc:Fallback>
              </mc:AlternateContent>
            </a:graphicData>
          </a:graphic>
        </p:graphicFrame>
        <p:sp>
          <p:nvSpPr>
            <p:cNvPr id="2066" name="AutoShape 134"/>
            <p:cNvSpPr/>
            <p:nvPr/>
          </p:nvSpPr>
          <p:spPr>
            <a:xfrm>
              <a:off x="4105" y="3113"/>
              <a:ext cx="408" cy="136"/>
            </a:xfrm>
            <a:prstGeom prst="leftRightArrow">
              <a:avLst>
                <a:gd name="adj1" fmla="val 50000"/>
                <a:gd name="adj2" fmla="val 60000"/>
              </a:avLst>
            </a:prstGeom>
            <a:solidFill>
              <a:srgbClr val="3399FF"/>
            </a:solidFill>
            <a:ln w="9525">
              <a:noFill/>
            </a:ln>
          </p:spPr>
          <p:txBody>
            <a:bodyPr wrap="none" anchor="ctr" anchorCtr="0"/>
            <a:p>
              <a:endParaRPr lang="zh-CN" altLang="en-US" dirty="0">
                <a:latin typeface="Arial" panose="020B0604020202020204" pitchFamily="34" charset="0"/>
              </a:endParaRPr>
            </a:p>
          </p:txBody>
        </p:sp>
      </p:grpSp>
      <p:grpSp>
        <p:nvGrpSpPr>
          <p:cNvPr id="11" name="Group 137"/>
          <p:cNvGrpSpPr/>
          <p:nvPr/>
        </p:nvGrpSpPr>
        <p:grpSpPr>
          <a:xfrm>
            <a:off x="3455988" y="4313238"/>
            <a:ext cx="1655762" cy="1325562"/>
            <a:chOff x="2177" y="2717"/>
            <a:chExt cx="1043" cy="835"/>
          </a:xfrm>
        </p:grpSpPr>
        <p:graphicFrame>
          <p:nvGraphicFramePr>
            <p:cNvPr id="2050" name="Object 63"/>
            <p:cNvGraphicFramePr/>
            <p:nvPr/>
          </p:nvGraphicFramePr>
          <p:xfrm>
            <a:off x="2177" y="2717"/>
            <a:ext cx="1043" cy="835"/>
          </p:xfrm>
          <a:graphic>
            <a:graphicData uri="http://schemas.openxmlformats.org/presentationml/2006/ole">
              <mc:AlternateContent xmlns:mc="http://schemas.openxmlformats.org/markup-compatibility/2006">
                <mc:Choice xmlns:v="urn:schemas-microsoft-com:vml" Requires="v">
                  <p:oleObj spid="_x0000_s3078" name="" r:id="rId7" imgW="571500" imgH="457200" progId="Equation.DSMT4">
                    <p:embed/>
                  </p:oleObj>
                </mc:Choice>
                <mc:Fallback>
                  <p:oleObj name="" r:id="rId7" imgW="571500" imgH="457200" progId="Equation.DSMT4">
                    <p:embed/>
                    <p:pic>
                      <p:nvPicPr>
                        <p:cNvPr id="0" name="图片 3077"/>
                        <p:cNvPicPr/>
                        <p:nvPr/>
                      </p:nvPicPr>
                      <p:blipFill>
                        <a:blip r:embed="rId8">
                          <a:clrChange>
                            <a:clrFrom>
                              <a:srgbClr val="000000"/>
                            </a:clrFrom>
                            <a:clrTo>
                              <a:srgbClr val="FFFFFF"/>
                            </a:clrTo>
                          </a:clrChange>
                        </a:blip>
                        <a:stretch>
                          <a:fillRect/>
                        </a:stretch>
                      </p:blipFill>
                      <p:spPr>
                        <a:xfrm>
                          <a:off x="2177" y="2717"/>
                          <a:ext cx="1043" cy="835"/>
                        </a:xfrm>
                        <a:prstGeom prst="rect">
                          <a:avLst/>
                        </a:prstGeom>
                        <a:noFill/>
                        <a:ln w="38100">
                          <a:noFill/>
                          <a:miter/>
                        </a:ln>
                      </p:spPr>
                    </p:pic>
                  </p:oleObj>
                </mc:Fallback>
              </mc:AlternateContent>
            </a:graphicData>
          </a:graphic>
        </p:graphicFrame>
        <p:sp>
          <p:nvSpPr>
            <p:cNvPr id="2065" name="AutoShape 135"/>
            <p:cNvSpPr/>
            <p:nvPr/>
          </p:nvSpPr>
          <p:spPr>
            <a:xfrm>
              <a:off x="2472" y="3113"/>
              <a:ext cx="408" cy="136"/>
            </a:xfrm>
            <a:prstGeom prst="leftRightArrow">
              <a:avLst>
                <a:gd name="adj1" fmla="val 50000"/>
                <a:gd name="adj2" fmla="val 60000"/>
              </a:avLst>
            </a:prstGeom>
            <a:solidFill>
              <a:srgbClr val="3399FF"/>
            </a:solidFill>
            <a:ln w="9525">
              <a:noFill/>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63"/>
                                        </p:tgtEl>
                                        <p:attrNameLst>
                                          <p:attrName>style.visibility</p:attrName>
                                        </p:attrNameLst>
                                      </p:cBhvr>
                                      <p:to>
                                        <p:strVal val="visible"/>
                                      </p:to>
                                    </p:set>
                                    <p:animEffect transition="in" filter="wipe(left)">
                                      <p:cBhvr>
                                        <p:cTn id="12" dur="1000"/>
                                        <p:tgtEl>
                                          <p:spTgt spid="3586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35901"/>
                                        </p:tgtEl>
                                        <p:attrNameLst>
                                          <p:attrName>style.visibility</p:attrName>
                                        </p:attrNameLst>
                                      </p:cBhvr>
                                      <p:to>
                                        <p:strVal val="visible"/>
                                      </p:to>
                                    </p:set>
                                    <p:animEffect transition="in" filter="slide(fromLeft)">
                                      <p:cBhvr>
                                        <p:cTn id="17" dur="500"/>
                                        <p:tgtEl>
                                          <p:spTgt spid="35901"/>
                                        </p:tgtEl>
                                      </p:cBhvr>
                                    </p:animEffect>
                                  </p:childTnLst>
                                </p:cTn>
                              </p:par>
                            </p:childTnLst>
                          </p:cTn>
                        </p:par>
                        <p:par>
                          <p:cTn id="18" fill="hold">
                            <p:stCondLst>
                              <p:cond delay="500"/>
                            </p:stCondLst>
                            <p:childTnLst>
                              <p:par>
                                <p:cTn id="19" presetID="12" presetClass="entr" presetSubtype="2"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slide(fromRigh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5868">
                                            <p:txEl>
                                              <p:charRg st="0" end="42"/>
                                            </p:txEl>
                                          </p:spTgt>
                                        </p:tgtEl>
                                        <p:attrNameLst>
                                          <p:attrName>style.visibility</p:attrName>
                                        </p:attrNameLst>
                                      </p:cBhvr>
                                      <p:to>
                                        <p:strVal val="visible"/>
                                      </p:to>
                                    </p:set>
                                    <p:animEffect transition="in" filter="blinds(horizontal)">
                                      <p:cBhvr>
                                        <p:cTn id="26" dur="500"/>
                                        <p:tgtEl>
                                          <p:spTgt spid="35868">
                                            <p:txEl>
                                              <p:charRg st="0" end="4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linds(horizontal)">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linds(horizontal)">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3" grpId="0"/>
      <p:bldP spid="3586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34" name="Text Box 10"/>
          <p:cNvSpPr txBox="1"/>
          <p:nvPr/>
        </p:nvSpPr>
        <p:spPr>
          <a:xfrm>
            <a:off x="611188" y="549275"/>
            <a:ext cx="3744912" cy="579438"/>
          </a:xfrm>
          <a:prstGeom prst="rect">
            <a:avLst/>
          </a:prstGeom>
          <a:noFill/>
          <a:ln w="9525">
            <a:noFill/>
          </a:ln>
        </p:spPr>
        <p:txBody>
          <a:bodyPr>
            <a:spAutoFit/>
          </a:bodyPr>
          <a:p>
            <a:pPr>
              <a:spcBef>
                <a:spcPct val="50000"/>
              </a:spcBef>
            </a:pPr>
            <a:r>
              <a:rPr lang="en-US" altLang="zh-CN" sz="3200" dirty="0">
                <a:latin typeface="楷体_GB2312" pitchFamily="49" charset="-122"/>
              </a:rPr>
              <a:t>1. </a:t>
            </a:r>
            <a:r>
              <a:rPr lang="en-US" altLang="zh-CN" sz="3200" b="0" i="1" dirty="0">
                <a:latin typeface="Times New Roman" panose="02020603050405020304" pitchFamily="18" charset="0"/>
              </a:rPr>
              <a:t>Y</a:t>
            </a:r>
            <a:r>
              <a:rPr lang="en-US" altLang="zh-CN" sz="3200" i="1" dirty="0">
                <a:latin typeface="楷体_GB2312" pitchFamily="49" charset="-122"/>
              </a:rPr>
              <a:t> </a:t>
            </a:r>
            <a:r>
              <a:rPr lang="zh-CN" altLang="en-US" sz="3200" dirty="0">
                <a:latin typeface="楷体_GB2312" pitchFamily="49" charset="-122"/>
              </a:rPr>
              <a:t>参数和方程</a:t>
            </a:r>
            <a:endParaRPr lang="zh-CN" altLang="en-US" sz="3200" dirty="0">
              <a:latin typeface="楷体_GB2312" pitchFamily="49" charset="-122"/>
            </a:endParaRPr>
          </a:p>
        </p:txBody>
      </p:sp>
      <p:sp>
        <p:nvSpPr>
          <p:cNvPr id="26635" name="Text Box 11"/>
          <p:cNvSpPr txBox="1"/>
          <p:nvPr/>
        </p:nvSpPr>
        <p:spPr>
          <a:xfrm>
            <a:off x="395288" y="2852738"/>
            <a:ext cx="8208962" cy="1630362"/>
          </a:xfrm>
          <a:prstGeom prst="rect">
            <a:avLst/>
          </a:prstGeom>
          <a:noFill/>
          <a:ln w="9525">
            <a:noFill/>
          </a:ln>
        </p:spPr>
        <p:txBody>
          <a:bodyPr>
            <a:spAutoFit/>
          </a:bodyPr>
          <a:p>
            <a:pPr indent="571500" algn="just">
              <a:lnSpc>
                <a:spcPct val="120000"/>
              </a:lnSpc>
              <a:spcBef>
                <a:spcPct val="50000"/>
              </a:spcBef>
            </a:pPr>
            <a:r>
              <a:rPr lang="zh-CN" altLang="en-US" dirty="0">
                <a:solidFill>
                  <a:srgbClr val="FFFF00"/>
                </a:solidFill>
                <a:latin typeface="楷体_GB2312" pitchFamily="49" charset="-122"/>
              </a:rPr>
              <a:t>采用相量形式</a:t>
            </a:r>
            <a:r>
              <a:rPr lang="en-US" altLang="zh-CN" dirty="0">
                <a:solidFill>
                  <a:srgbClr val="FFFF00"/>
                </a:solidFill>
                <a:latin typeface="楷体_GB2312" pitchFamily="49" charset="-122"/>
              </a:rPr>
              <a:t>(</a:t>
            </a:r>
            <a:r>
              <a:rPr lang="zh-CN" altLang="en-US" dirty="0">
                <a:solidFill>
                  <a:srgbClr val="FFFF00"/>
                </a:solidFill>
                <a:latin typeface="楷体_GB2312" pitchFamily="49" charset="-122"/>
              </a:rPr>
              <a:t>正弦稳态</a:t>
            </a:r>
            <a:r>
              <a:rPr lang="en-US" altLang="zh-CN" dirty="0">
                <a:solidFill>
                  <a:srgbClr val="FFFF00"/>
                </a:solidFill>
                <a:latin typeface="楷体_GB2312" pitchFamily="49" charset="-122"/>
              </a:rPr>
              <a:t>)</a:t>
            </a:r>
            <a:r>
              <a:rPr lang="zh-CN" altLang="en-US" dirty="0">
                <a:solidFill>
                  <a:srgbClr val="FFFF00"/>
                </a:solidFill>
                <a:latin typeface="楷体_GB2312" pitchFamily="49" charset="-122"/>
              </a:rPr>
              <a:t>。将两个端口各施加一电压源，则端口电流可视为电压源单独作用时产生的电流之和。</a:t>
            </a:r>
            <a:endParaRPr lang="zh-CN" altLang="en-US" dirty="0">
              <a:solidFill>
                <a:srgbClr val="FFFF00"/>
              </a:solidFill>
              <a:latin typeface="楷体_GB2312" pitchFamily="49" charset="-122"/>
            </a:endParaRPr>
          </a:p>
        </p:txBody>
      </p:sp>
      <p:sp>
        <p:nvSpPr>
          <p:cNvPr id="26659" name="Text Box 35"/>
          <p:cNvSpPr txBox="1"/>
          <p:nvPr/>
        </p:nvSpPr>
        <p:spPr>
          <a:xfrm>
            <a:off x="755650" y="5013325"/>
            <a:ext cx="106680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即</a:t>
            </a:r>
            <a:endParaRPr lang="zh-CN" altLang="en-US" dirty="0">
              <a:solidFill>
                <a:srgbClr val="FFFF00"/>
              </a:solidFill>
              <a:latin typeface="楷体_GB2312" pitchFamily="49" charset="-122"/>
            </a:endParaRPr>
          </a:p>
        </p:txBody>
      </p:sp>
      <p:graphicFrame>
        <p:nvGraphicFramePr>
          <p:cNvPr id="26660" name="Object 36"/>
          <p:cNvGraphicFramePr/>
          <p:nvPr/>
        </p:nvGraphicFramePr>
        <p:xfrm>
          <a:off x="1979613" y="4508500"/>
          <a:ext cx="4160837" cy="1576388"/>
        </p:xfrm>
        <a:graphic>
          <a:graphicData uri="http://schemas.openxmlformats.org/presentationml/2006/ole">
            <mc:AlternateContent xmlns:mc="http://schemas.openxmlformats.org/markup-compatibility/2006">
              <mc:Choice xmlns:v="urn:schemas-microsoft-com:vml" Requires="v">
                <p:oleObj spid="_x0000_s3086" name="" r:id="rId1" imgW="1320165" imgH="571500" progId="Equation.3">
                  <p:embed/>
                </p:oleObj>
              </mc:Choice>
              <mc:Fallback>
                <p:oleObj name="" r:id="rId1" imgW="1320165" imgH="571500" progId="Equation.3">
                  <p:embed/>
                  <p:pic>
                    <p:nvPicPr>
                      <p:cNvPr id="0" name="图片 3085"/>
                      <p:cNvPicPr/>
                      <p:nvPr/>
                    </p:nvPicPr>
                    <p:blipFill>
                      <a:blip r:embed="rId2">
                        <a:clrChange>
                          <a:clrFrom>
                            <a:srgbClr val="000000"/>
                          </a:clrFrom>
                          <a:clrTo>
                            <a:srgbClr val="FFFFFF"/>
                          </a:clrTo>
                        </a:clrChange>
                      </a:blip>
                      <a:stretch>
                        <a:fillRect/>
                      </a:stretch>
                    </p:blipFill>
                    <p:spPr>
                      <a:xfrm>
                        <a:off x="1979613" y="4508500"/>
                        <a:ext cx="4160837" cy="1576388"/>
                      </a:xfrm>
                      <a:prstGeom prst="rect">
                        <a:avLst/>
                      </a:prstGeom>
                      <a:noFill/>
                      <a:ln w="38100">
                        <a:noFill/>
                        <a:miter/>
                      </a:ln>
                    </p:spPr>
                  </p:pic>
                </p:oleObj>
              </mc:Fallback>
            </mc:AlternateContent>
          </a:graphicData>
        </a:graphic>
      </p:graphicFrame>
      <p:sp>
        <p:nvSpPr>
          <p:cNvPr id="26661" name="AutoShape 37" descr="羊皮纸"/>
          <p:cNvSpPr/>
          <p:nvPr/>
        </p:nvSpPr>
        <p:spPr>
          <a:xfrm>
            <a:off x="6516688" y="5084763"/>
            <a:ext cx="2160587" cy="503237"/>
          </a:xfrm>
          <a:prstGeom prst="wedgeRoundRectCallout">
            <a:avLst>
              <a:gd name="adj1" fmla="val -95333"/>
              <a:gd name="adj2" fmla="val -44639"/>
              <a:gd name="adj3" fmla="val 16667"/>
            </a:avLst>
          </a:prstGeom>
          <a:blipFill rotWithShape="1">
            <a:blip r:embed="rId3"/>
          </a:blipFill>
          <a:ln w="9525">
            <a:noFill/>
          </a:ln>
        </p:spPr>
        <p:txBody>
          <a:bodyPr/>
          <a:p>
            <a:pPr algn="ctr"/>
            <a:r>
              <a:rPr lang="en-US" altLang="zh-TW" b="0" i="1" dirty="0">
                <a:solidFill>
                  <a:schemeClr val="tx1"/>
                </a:solidFill>
                <a:latin typeface="Times New Roman" panose="02020603050405020304" pitchFamily="18" charset="0"/>
              </a:rPr>
              <a:t>Y</a:t>
            </a:r>
            <a:r>
              <a:rPr lang="en-US" altLang="zh-TW" b="0" dirty="0">
                <a:solidFill>
                  <a:schemeClr val="tx1"/>
                </a:solidFill>
                <a:latin typeface="Times New Roman" panose="02020603050405020304" pitchFamily="18" charset="0"/>
              </a:rPr>
              <a:t> </a:t>
            </a:r>
            <a:r>
              <a:rPr lang="zh-CN" altLang="en-US" dirty="0">
                <a:solidFill>
                  <a:schemeClr val="tx1"/>
                </a:solidFill>
                <a:latin typeface="楷体_GB2312" pitchFamily="49" charset="-122"/>
              </a:rPr>
              <a:t>参数方程</a:t>
            </a:r>
            <a:endParaRPr lang="zh-CN" altLang="en-US" dirty="0">
              <a:solidFill>
                <a:schemeClr val="tx1"/>
              </a:solidFill>
              <a:latin typeface="楷体_GB2312" pitchFamily="49" charset="-122"/>
            </a:endParaRPr>
          </a:p>
        </p:txBody>
      </p:sp>
      <p:sp>
        <p:nvSpPr>
          <p:cNvPr id="26662" name="Text Box 38"/>
          <p:cNvSpPr txBox="1"/>
          <p:nvPr/>
        </p:nvSpPr>
        <p:spPr>
          <a:xfrm>
            <a:off x="755650" y="1196975"/>
            <a:ext cx="2808288" cy="519113"/>
          </a:xfrm>
          <a:prstGeom prst="rect">
            <a:avLst/>
          </a:prstGeom>
          <a:noFill/>
          <a:ln w="28575">
            <a:noFill/>
          </a:ln>
        </p:spPr>
        <p:txBody>
          <a:bodyPr>
            <a:spAutoFit/>
          </a:bodyPr>
          <a:p>
            <a:pPr marL="342900" indent="-342900">
              <a:spcBef>
                <a:spcPct val="50000"/>
              </a:spcBef>
              <a:buAutoNum type="circleNumDbPlain"/>
            </a:pPr>
            <a:r>
              <a:rPr lang="en-US" altLang="zh-CN" dirty="0">
                <a:solidFill>
                  <a:srgbClr val="FF9900"/>
                </a:solidFill>
                <a:latin typeface="Times New Roman" panose="02020603050405020304" pitchFamily="18" charset="0"/>
              </a:rPr>
              <a:t> </a:t>
            </a:r>
            <a:r>
              <a:rPr lang="en-US" altLang="zh-CN" b="0" i="1" dirty="0">
                <a:solidFill>
                  <a:srgbClr val="FF9900"/>
                </a:solidFill>
                <a:latin typeface="Times New Roman" panose="02020603050405020304" pitchFamily="18" charset="0"/>
              </a:rPr>
              <a:t>Y</a:t>
            </a:r>
            <a:r>
              <a:rPr lang="zh-CN" altLang="en-US" dirty="0">
                <a:solidFill>
                  <a:srgbClr val="FF9900"/>
                </a:solidFill>
                <a:latin typeface="楷体_GB2312" pitchFamily="49" charset="-122"/>
              </a:rPr>
              <a:t>参数方程</a:t>
            </a:r>
            <a:endParaRPr lang="zh-CN" altLang="en-US" dirty="0">
              <a:solidFill>
                <a:srgbClr val="FF9900"/>
              </a:solidFill>
              <a:latin typeface="楷体_GB2312" pitchFamily="49" charset="-122"/>
            </a:endParaRPr>
          </a:p>
        </p:txBody>
      </p:sp>
      <p:grpSp>
        <p:nvGrpSpPr>
          <p:cNvPr id="3084" name="Group 43"/>
          <p:cNvGrpSpPr/>
          <p:nvPr/>
        </p:nvGrpSpPr>
        <p:grpSpPr>
          <a:xfrm>
            <a:off x="8316913" y="6446838"/>
            <a:ext cx="792162" cy="366712"/>
            <a:chOff x="5193" y="4020"/>
            <a:chExt cx="499" cy="231"/>
          </a:xfrm>
        </p:grpSpPr>
        <p:pic>
          <p:nvPicPr>
            <p:cNvPr id="3108" name="Picture 44"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3109" name="Text Box 4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085" name="Group 46"/>
          <p:cNvGrpSpPr/>
          <p:nvPr/>
        </p:nvGrpSpPr>
        <p:grpSpPr>
          <a:xfrm>
            <a:off x="7453313" y="6446838"/>
            <a:ext cx="792162" cy="366712"/>
            <a:chOff x="4649" y="4020"/>
            <a:chExt cx="499" cy="231"/>
          </a:xfrm>
        </p:grpSpPr>
        <p:pic>
          <p:nvPicPr>
            <p:cNvPr id="3106" name="Picture 47" descr="78900"/>
            <p:cNvPicPr>
              <a:picLocks noChangeAspect="1"/>
            </p:cNvPicPr>
            <p:nvPr/>
          </p:nvPicPr>
          <p:blipFill>
            <a:blip r:embed="rId4"/>
            <a:stretch>
              <a:fillRect/>
            </a:stretch>
          </p:blipFill>
          <p:spPr>
            <a:xfrm>
              <a:off x="4649" y="4066"/>
              <a:ext cx="499" cy="181"/>
            </a:xfrm>
            <a:prstGeom prst="rect">
              <a:avLst/>
            </a:prstGeom>
            <a:noFill/>
            <a:ln w="9525">
              <a:noFill/>
            </a:ln>
          </p:spPr>
        </p:pic>
        <p:sp>
          <p:nvSpPr>
            <p:cNvPr id="3107" name="Text Box 4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79"/>
          <p:cNvGrpSpPr/>
          <p:nvPr/>
        </p:nvGrpSpPr>
        <p:grpSpPr>
          <a:xfrm>
            <a:off x="3851275" y="765175"/>
            <a:ext cx="4711700" cy="1871663"/>
            <a:chOff x="2426" y="482"/>
            <a:chExt cx="2968" cy="1179"/>
          </a:xfrm>
        </p:grpSpPr>
        <p:sp>
          <p:nvSpPr>
            <p:cNvPr id="3090" name="Oval 53"/>
            <p:cNvSpPr/>
            <p:nvPr/>
          </p:nvSpPr>
          <p:spPr>
            <a:xfrm>
              <a:off x="4728" y="102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3091" name="Line 54"/>
            <p:cNvSpPr/>
            <p:nvPr/>
          </p:nvSpPr>
          <p:spPr>
            <a:xfrm>
              <a:off x="4182" y="846"/>
              <a:ext cx="742" cy="1"/>
            </a:xfrm>
            <a:prstGeom prst="line">
              <a:avLst/>
            </a:prstGeom>
            <a:ln w="28575" cap="flat" cmpd="sng">
              <a:solidFill>
                <a:srgbClr val="FFCC00"/>
              </a:solidFill>
              <a:prstDash val="solid"/>
              <a:headEnd type="none" w="med" len="med"/>
              <a:tailEnd type="none" w="med" len="med"/>
            </a:ln>
          </p:spPr>
        </p:sp>
        <p:sp>
          <p:nvSpPr>
            <p:cNvPr id="3092" name="Line 55"/>
            <p:cNvSpPr/>
            <p:nvPr/>
          </p:nvSpPr>
          <p:spPr>
            <a:xfrm>
              <a:off x="4182" y="1542"/>
              <a:ext cx="742" cy="1"/>
            </a:xfrm>
            <a:prstGeom prst="line">
              <a:avLst/>
            </a:prstGeom>
            <a:ln w="28575" cap="flat" cmpd="sng">
              <a:solidFill>
                <a:srgbClr val="FFCC00"/>
              </a:solidFill>
              <a:prstDash val="solid"/>
              <a:headEnd type="none" w="med" len="med"/>
              <a:tailEnd type="none" w="med" len="med"/>
            </a:ln>
          </p:spPr>
        </p:sp>
        <p:sp>
          <p:nvSpPr>
            <p:cNvPr id="3093" name="Line 56"/>
            <p:cNvSpPr/>
            <p:nvPr/>
          </p:nvSpPr>
          <p:spPr>
            <a:xfrm flipH="1">
              <a:off x="4513" y="845"/>
              <a:ext cx="294" cy="0"/>
            </a:xfrm>
            <a:prstGeom prst="line">
              <a:avLst/>
            </a:prstGeom>
            <a:ln w="28575" cap="flat" cmpd="sng">
              <a:solidFill>
                <a:srgbClr val="00FFFF"/>
              </a:solidFill>
              <a:prstDash val="solid"/>
              <a:headEnd type="none" w="med" len="med"/>
              <a:tailEnd type="triangle" w="med" len="med"/>
            </a:ln>
          </p:spPr>
        </p:sp>
        <p:sp>
          <p:nvSpPr>
            <p:cNvPr id="3094" name="Text Box 57"/>
            <p:cNvSpPr txBox="1"/>
            <p:nvPr/>
          </p:nvSpPr>
          <p:spPr>
            <a:xfrm>
              <a:off x="4914" y="79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095" name="Text Box 58"/>
            <p:cNvSpPr txBox="1"/>
            <p:nvPr/>
          </p:nvSpPr>
          <p:spPr>
            <a:xfrm>
              <a:off x="4907" y="127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096" name="Line 59"/>
            <p:cNvSpPr/>
            <p:nvPr/>
          </p:nvSpPr>
          <p:spPr>
            <a:xfrm>
              <a:off x="4921" y="844"/>
              <a:ext cx="0" cy="696"/>
            </a:xfrm>
            <a:prstGeom prst="line">
              <a:avLst/>
            </a:prstGeom>
            <a:ln w="28575" cap="flat" cmpd="sng">
              <a:solidFill>
                <a:srgbClr val="FFCC00"/>
              </a:solidFill>
              <a:prstDash val="solid"/>
              <a:headEnd type="none" w="med" len="med"/>
              <a:tailEnd type="none" w="med" len="med"/>
            </a:ln>
          </p:spPr>
        </p:sp>
        <p:graphicFrame>
          <p:nvGraphicFramePr>
            <p:cNvPr id="3075" name="Object 60"/>
            <p:cNvGraphicFramePr/>
            <p:nvPr/>
          </p:nvGraphicFramePr>
          <p:xfrm>
            <a:off x="4558" y="482"/>
            <a:ext cx="240" cy="370"/>
          </p:xfrm>
          <a:graphic>
            <a:graphicData uri="http://schemas.openxmlformats.org/presentationml/2006/ole">
              <mc:AlternateContent xmlns:mc="http://schemas.openxmlformats.org/markup-compatibility/2006">
                <mc:Choice xmlns:v="urn:schemas-microsoft-com:vml" Requires="v">
                  <p:oleObj spid="_x0000_s5" name="" r:id="rId5" imgW="190500" imgH="292100" progId="Equation.3">
                    <p:embed/>
                  </p:oleObj>
                </mc:Choice>
                <mc:Fallback>
                  <p:oleObj name="" r:id="rId5" imgW="190500" imgH="292100" progId="Equation.3">
                    <p:embed/>
                    <p:pic>
                      <p:nvPicPr>
                        <p:cNvPr id="0" name="图片 4"/>
                        <p:cNvPicPr/>
                        <p:nvPr/>
                      </p:nvPicPr>
                      <p:blipFill>
                        <a:blip r:embed="rId6">
                          <a:clrChange>
                            <a:clrFrom>
                              <a:srgbClr val="000000"/>
                            </a:clrFrom>
                            <a:clrTo>
                              <a:srgbClr val="FFFFFF"/>
                            </a:clrTo>
                          </a:clrChange>
                        </a:blip>
                        <a:stretch>
                          <a:fillRect/>
                        </a:stretch>
                      </p:blipFill>
                      <p:spPr>
                        <a:xfrm>
                          <a:off x="4558" y="482"/>
                          <a:ext cx="240" cy="370"/>
                        </a:xfrm>
                        <a:prstGeom prst="rect">
                          <a:avLst/>
                        </a:prstGeom>
                        <a:noFill/>
                        <a:ln w="38100">
                          <a:noFill/>
                          <a:miter/>
                        </a:ln>
                      </p:spPr>
                    </p:pic>
                  </p:oleObj>
                </mc:Fallback>
              </mc:AlternateContent>
            </a:graphicData>
          </a:graphic>
        </p:graphicFrame>
        <p:graphicFrame>
          <p:nvGraphicFramePr>
            <p:cNvPr id="3076" name="Object 61"/>
            <p:cNvGraphicFramePr/>
            <p:nvPr/>
          </p:nvGraphicFramePr>
          <p:xfrm>
            <a:off x="5090" y="981"/>
            <a:ext cx="304" cy="370"/>
          </p:xfrm>
          <a:graphic>
            <a:graphicData uri="http://schemas.openxmlformats.org/presentationml/2006/ole">
              <mc:AlternateContent xmlns:mc="http://schemas.openxmlformats.org/markup-compatibility/2006">
                <mc:Choice xmlns:v="urn:schemas-microsoft-com:vml" Requires="v">
                  <p:oleObj spid="_x0000_s2" name="" r:id="rId7" imgW="241300" imgH="292100" progId="Equation.3">
                    <p:embed/>
                  </p:oleObj>
                </mc:Choice>
                <mc:Fallback>
                  <p:oleObj name="" r:id="rId7" imgW="241300" imgH="292100" progId="Equation.3">
                    <p:embed/>
                    <p:pic>
                      <p:nvPicPr>
                        <p:cNvPr id="0" name="图片 1"/>
                        <p:cNvPicPr/>
                        <p:nvPr/>
                      </p:nvPicPr>
                      <p:blipFill>
                        <a:blip r:embed="rId8">
                          <a:clrChange>
                            <a:clrFrom>
                              <a:srgbClr val="000000"/>
                            </a:clrFrom>
                            <a:clrTo>
                              <a:srgbClr val="FFFFFF"/>
                            </a:clrTo>
                          </a:clrChange>
                        </a:blip>
                        <a:stretch>
                          <a:fillRect/>
                        </a:stretch>
                      </p:blipFill>
                      <p:spPr>
                        <a:xfrm>
                          <a:off x="5090" y="981"/>
                          <a:ext cx="304" cy="370"/>
                        </a:xfrm>
                        <a:prstGeom prst="rect">
                          <a:avLst/>
                        </a:prstGeom>
                        <a:noFill/>
                        <a:ln w="38100">
                          <a:noFill/>
                          <a:miter/>
                        </a:ln>
                      </p:spPr>
                    </p:pic>
                  </p:oleObj>
                </mc:Fallback>
              </mc:AlternateContent>
            </a:graphicData>
          </a:graphic>
        </p:graphicFrame>
        <p:sp>
          <p:nvSpPr>
            <p:cNvPr id="3097" name="Oval 62"/>
            <p:cNvSpPr/>
            <p:nvPr/>
          </p:nvSpPr>
          <p:spPr>
            <a:xfrm>
              <a:off x="2698" y="102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3098" name="Line 63"/>
            <p:cNvSpPr/>
            <p:nvPr/>
          </p:nvSpPr>
          <p:spPr>
            <a:xfrm>
              <a:off x="2850" y="851"/>
              <a:ext cx="742" cy="1"/>
            </a:xfrm>
            <a:prstGeom prst="line">
              <a:avLst/>
            </a:prstGeom>
            <a:ln w="28575" cap="flat" cmpd="sng">
              <a:solidFill>
                <a:srgbClr val="FFCC00"/>
              </a:solidFill>
              <a:prstDash val="solid"/>
              <a:headEnd type="none" w="med" len="med"/>
              <a:tailEnd type="none" w="med" len="med"/>
            </a:ln>
          </p:spPr>
        </p:sp>
        <p:sp>
          <p:nvSpPr>
            <p:cNvPr id="3099" name="Line 64"/>
            <p:cNvSpPr/>
            <p:nvPr/>
          </p:nvSpPr>
          <p:spPr>
            <a:xfrm>
              <a:off x="2866" y="1526"/>
              <a:ext cx="726" cy="5"/>
            </a:xfrm>
            <a:prstGeom prst="line">
              <a:avLst/>
            </a:prstGeom>
            <a:ln w="28575" cap="flat" cmpd="sng">
              <a:solidFill>
                <a:srgbClr val="FFCC00"/>
              </a:solidFill>
              <a:prstDash val="solid"/>
              <a:headEnd type="none" w="med" len="med"/>
              <a:tailEnd type="none" w="med" len="med"/>
            </a:ln>
          </p:spPr>
        </p:sp>
        <p:sp>
          <p:nvSpPr>
            <p:cNvPr id="3100" name="Line 65"/>
            <p:cNvSpPr/>
            <p:nvPr/>
          </p:nvSpPr>
          <p:spPr>
            <a:xfrm>
              <a:off x="2971" y="854"/>
              <a:ext cx="294" cy="0"/>
            </a:xfrm>
            <a:prstGeom prst="line">
              <a:avLst/>
            </a:prstGeom>
            <a:ln w="28575" cap="flat" cmpd="sng">
              <a:solidFill>
                <a:srgbClr val="00FFFF"/>
              </a:solidFill>
              <a:prstDash val="solid"/>
              <a:headEnd type="none" w="med" len="med"/>
              <a:tailEnd type="triangle" w="med" len="med"/>
            </a:ln>
          </p:spPr>
        </p:sp>
        <p:sp>
          <p:nvSpPr>
            <p:cNvPr id="3101" name="Text Box 66"/>
            <p:cNvSpPr txBox="1"/>
            <p:nvPr/>
          </p:nvSpPr>
          <p:spPr>
            <a:xfrm>
              <a:off x="2667" y="79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102" name="Text Box 67"/>
            <p:cNvSpPr txBox="1"/>
            <p:nvPr/>
          </p:nvSpPr>
          <p:spPr>
            <a:xfrm>
              <a:off x="2653" y="125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103" name="Line 68"/>
            <p:cNvSpPr/>
            <p:nvPr/>
          </p:nvSpPr>
          <p:spPr>
            <a:xfrm>
              <a:off x="2854" y="844"/>
              <a:ext cx="0" cy="696"/>
            </a:xfrm>
            <a:prstGeom prst="line">
              <a:avLst/>
            </a:prstGeom>
            <a:ln w="28575" cap="flat" cmpd="sng">
              <a:solidFill>
                <a:srgbClr val="FFCC00"/>
              </a:solidFill>
              <a:prstDash val="solid"/>
              <a:headEnd type="none" w="med" len="med"/>
              <a:tailEnd type="none" w="med" len="med"/>
            </a:ln>
          </p:spPr>
        </p:sp>
        <p:graphicFrame>
          <p:nvGraphicFramePr>
            <p:cNvPr id="3077" name="Object 69"/>
            <p:cNvGraphicFramePr/>
            <p:nvPr/>
          </p:nvGraphicFramePr>
          <p:xfrm>
            <a:off x="2426" y="928"/>
            <a:ext cx="272" cy="370"/>
          </p:xfrm>
          <a:graphic>
            <a:graphicData uri="http://schemas.openxmlformats.org/presentationml/2006/ole">
              <mc:AlternateContent xmlns:mc="http://schemas.openxmlformats.org/markup-compatibility/2006">
                <mc:Choice xmlns:v="urn:schemas-microsoft-com:vml" Requires="v">
                  <p:oleObj spid="_x0000_s3" name="" r:id="rId9" imgW="215900" imgH="291465" progId="Equation.3">
                    <p:embed/>
                  </p:oleObj>
                </mc:Choice>
                <mc:Fallback>
                  <p:oleObj name="" r:id="rId9" imgW="215900" imgH="291465" progId="Equation.3">
                    <p:embed/>
                    <p:pic>
                      <p:nvPicPr>
                        <p:cNvPr id="0" name="图片 2"/>
                        <p:cNvPicPr/>
                        <p:nvPr/>
                      </p:nvPicPr>
                      <p:blipFill>
                        <a:blip r:embed="rId10">
                          <a:clrChange>
                            <a:clrFrom>
                              <a:srgbClr val="000000"/>
                            </a:clrFrom>
                            <a:clrTo>
                              <a:srgbClr val="FFFFFF"/>
                            </a:clrTo>
                          </a:clrChange>
                        </a:blip>
                        <a:stretch>
                          <a:fillRect/>
                        </a:stretch>
                      </p:blipFill>
                      <p:spPr>
                        <a:xfrm>
                          <a:off x="2426" y="928"/>
                          <a:ext cx="272" cy="370"/>
                        </a:xfrm>
                        <a:prstGeom prst="rect">
                          <a:avLst/>
                        </a:prstGeom>
                        <a:noFill/>
                        <a:ln w="38100">
                          <a:noFill/>
                          <a:miter/>
                        </a:ln>
                      </p:spPr>
                    </p:pic>
                  </p:oleObj>
                </mc:Fallback>
              </mc:AlternateContent>
            </a:graphicData>
          </a:graphic>
        </p:graphicFrame>
        <p:graphicFrame>
          <p:nvGraphicFramePr>
            <p:cNvPr id="3078" name="Object 70"/>
            <p:cNvGraphicFramePr/>
            <p:nvPr/>
          </p:nvGraphicFramePr>
          <p:xfrm>
            <a:off x="3016" y="482"/>
            <a:ext cx="208" cy="370"/>
          </p:xfrm>
          <a:graphic>
            <a:graphicData uri="http://schemas.openxmlformats.org/presentationml/2006/ole">
              <mc:AlternateContent xmlns:mc="http://schemas.openxmlformats.org/markup-compatibility/2006">
                <mc:Choice xmlns:v="urn:schemas-microsoft-com:vml" Requires="v">
                  <p:oleObj spid="_x0000_s6" name="" r:id="rId11" imgW="165100" imgH="291465" progId="Equation.3">
                    <p:embed/>
                  </p:oleObj>
                </mc:Choice>
                <mc:Fallback>
                  <p:oleObj name="" r:id="rId11" imgW="165100" imgH="291465" progId="Equation.3">
                    <p:embed/>
                    <p:pic>
                      <p:nvPicPr>
                        <p:cNvPr id="0" name="图片 5"/>
                        <p:cNvPicPr/>
                        <p:nvPr/>
                      </p:nvPicPr>
                      <p:blipFill>
                        <a:blip r:embed="rId12">
                          <a:clrChange>
                            <a:clrFrom>
                              <a:srgbClr val="000000"/>
                            </a:clrFrom>
                            <a:clrTo>
                              <a:srgbClr val="FFFFFF"/>
                            </a:clrTo>
                          </a:clrChange>
                        </a:blip>
                        <a:stretch>
                          <a:fillRect/>
                        </a:stretch>
                      </p:blipFill>
                      <p:spPr>
                        <a:xfrm>
                          <a:off x="3016" y="482"/>
                          <a:ext cx="208" cy="370"/>
                        </a:xfrm>
                        <a:prstGeom prst="rect">
                          <a:avLst/>
                        </a:prstGeom>
                        <a:noFill/>
                        <a:ln w="38100">
                          <a:noFill/>
                          <a:miter/>
                        </a:ln>
                      </p:spPr>
                    </p:pic>
                  </p:oleObj>
                </mc:Fallback>
              </mc:AlternateContent>
            </a:graphicData>
          </a:graphic>
        </p:graphicFrame>
        <p:sp>
          <p:nvSpPr>
            <p:cNvPr id="3104" name="Rectangle 71"/>
            <p:cNvSpPr/>
            <p:nvPr/>
          </p:nvSpPr>
          <p:spPr>
            <a:xfrm>
              <a:off x="3397" y="697"/>
              <a:ext cx="96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3105" name="Rectangle 72"/>
            <p:cNvSpPr/>
            <p:nvPr/>
          </p:nvSpPr>
          <p:spPr>
            <a:xfrm>
              <a:off x="3763" y="978"/>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grpSp>
      <p:grpSp>
        <p:nvGrpSpPr>
          <p:cNvPr id="3087" name="Group 76"/>
          <p:cNvGrpSpPr/>
          <p:nvPr/>
        </p:nvGrpSpPr>
        <p:grpSpPr>
          <a:xfrm>
            <a:off x="6588125" y="6446838"/>
            <a:ext cx="792163" cy="366712"/>
            <a:chOff x="4649" y="4020"/>
            <a:chExt cx="499" cy="231"/>
          </a:xfrm>
        </p:grpSpPr>
        <p:pic>
          <p:nvPicPr>
            <p:cNvPr id="3088" name="Picture 77" descr="78900"/>
            <p:cNvPicPr>
              <a:picLocks noChangeAspect="1"/>
            </p:cNvPicPr>
            <p:nvPr/>
          </p:nvPicPr>
          <p:blipFill>
            <a:blip r:embed="rId4"/>
            <a:stretch>
              <a:fillRect/>
            </a:stretch>
          </p:blipFill>
          <p:spPr>
            <a:xfrm>
              <a:off x="4649" y="4066"/>
              <a:ext cx="499" cy="181"/>
            </a:xfrm>
            <a:prstGeom prst="rect">
              <a:avLst/>
            </a:prstGeom>
            <a:noFill/>
            <a:ln w="9525">
              <a:noFill/>
            </a:ln>
          </p:spPr>
        </p:pic>
        <p:sp>
          <p:nvSpPr>
            <p:cNvPr id="3089" name="Text Box 7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6634"/>
                                        </p:tgtEl>
                                        <p:attrNameLst>
                                          <p:attrName>style.visibility</p:attrName>
                                        </p:attrNameLst>
                                      </p:cBhvr>
                                      <p:to>
                                        <p:strVal val="visible"/>
                                      </p:to>
                                    </p:set>
                                    <p:anim calcmode="lin" valueType="num">
                                      <p:cBhvr additive="base">
                                        <p:cTn id="7" dur="500" fill="hold"/>
                                        <p:tgtEl>
                                          <p:spTgt spid="26634"/>
                                        </p:tgtEl>
                                        <p:attrNameLst>
                                          <p:attrName>ppt_x</p:attrName>
                                        </p:attrNameLst>
                                      </p:cBhvr>
                                      <p:tavLst>
                                        <p:tav tm="0">
                                          <p:val>
                                            <p:strVal val="0-#ppt_w/2"/>
                                          </p:val>
                                        </p:tav>
                                        <p:tav tm="100000">
                                          <p:val>
                                            <p:strVal val="#ppt_x"/>
                                          </p:val>
                                        </p:tav>
                                      </p:tavLst>
                                    </p:anim>
                                    <p:anim calcmode="lin" valueType="num">
                                      <p:cBhvr additive="base">
                                        <p:cTn id="8" dur="500" fill="hold"/>
                                        <p:tgtEl>
                                          <p:spTgt spid="2663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662"/>
                                        </p:tgtEl>
                                        <p:attrNameLst>
                                          <p:attrName>style.visibility</p:attrName>
                                        </p:attrNameLst>
                                      </p:cBhvr>
                                      <p:to>
                                        <p:strVal val="visible"/>
                                      </p:to>
                                    </p:set>
                                    <p:anim calcmode="lin" valueType="num">
                                      <p:cBhvr additive="base">
                                        <p:cTn id="13" dur="500" fill="hold"/>
                                        <p:tgtEl>
                                          <p:spTgt spid="26662"/>
                                        </p:tgtEl>
                                        <p:attrNameLst>
                                          <p:attrName>ppt_x</p:attrName>
                                        </p:attrNameLst>
                                      </p:cBhvr>
                                      <p:tavLst>
                                        <p:tav tm="0">
                                          <p:val>
                                            <p:strVal val="0-#ppt_w/2"/>
                                          </p:val>
                                        </p:tav>
                                        <p:tav tm="100000">
                                          <p:val>
                                            <p:strVal val="#ppt_x"/>
                                          </p:val>
                                        </p:tav>
                                      </p:tavLst>
                                    </p:anim>
                                    <p:anim calcmode="lin" valueType="num">
                                      <p:cBhvr additive="base">
                                        <p:cTn id="14" dur="500" fill="hold"/>
                                        <p:tgtEl>
                                          <p:spTgt spid="2666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horizont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26635"/>
                                        </p:tgtEl>
                                        <p:attrNameLst>
                                          <p:attrName>style.visibility</p:attrName>
                                        </p:attrNameLst>
                                      </p:cBhvr>
                                      <p:to>
                                        <p:strVal val="visible"/>
                                      </p:to>
                                    </p:set>
                                    <p:animEffect transition="in" filter="slide(fromBottom)">
                                      <p:cBhvr>
                                        <p:cTn id="24" dur="2000"/>
                                        <p:tgtEl>
                                          <p:spTgt spid="26635"/>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26659">
                                            <p:txEl>
                                              <p:charRg st="0" end="2"/>
                                            </p:txEl>
                                          </p:spTgt>
                                        </p:tgtEl>
                                        <p:attrNameLst>
                                          <p:attrName>style.visibility</p:attrName>
                                        </p:attrNameLst>
                                      </p:cBhvr>
                                      <p:to>
                                        <p:strVal val="visible"/>
                                      </p:to>
                                    </p:set>
                                    <p:animEffect transition="in" filter="slide(fromLeft)">
                                      <p:cBhvr>
                                        <p:cTn id="29" dur="500"/>
                                        <p:tgtEl>
                                          <p:spTgt spid="26659">
                                            <p:txEl>
                                              <p:charRg st="0" end="2"/>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6660"/>
                                        </p:tgtEl>
                                        <p:attrNameLst>
                                          <p:attrName>style.visibility</p:attrName>
                                        </p:attrNameLst>
                                      </p:cBhvr>
                                      <p:to>
                                        <p:strVal val="visible"/>
                                      </p:to>
                                    </p:set>
                                    <p:animEffect transition="in" filter="wipe(left)">
                                      <p:cBhvr>
                                        <p:cTn id="33" dur="2000"/>
                                        <p:tgtEl>
                                          <p:spTgt spid="26660"/>
                                        </p:tgtEl>
                                      </p:cBhvr>
                                    </p:animEffect>
                                  </p:childTnLst>
                                </p:cTn>
                              </p:par>
                            </p:childTnLst>
                          </p:cTn>
                        </p:par>
                        <p:par>
                          <p:cTn id="34" fill="hold">
                            <p:stCondLst>
                              <p:cond delay="2500"/>
                            </p:stCondLst>
                            <p:childTnLst>
                              <p:par>
                                <p:cTn id="35" presetID="20" presetClass="entr" presetSubtype="0" fill="hold" grpId="0" nodeType="afterEffect">
                                  <p:stCondLst>
                                    <p:cond delay="0"/>
                                  </p:stCondLst>
                                  <p:childTnLst>
                                    <p:set>
                                      <p:cBhvr>
                                        <p:cTn id="36" dur="1" fill="hold">
                                          <p:stCondLst>
                                            <p:cond delay="0"/>
                                          </p:stCondLst>
                                        </p:cTn>
                                        <p:tgtEl>
                                          <p:spTgt spid="26661"/>
                                        </p:tgtEl>
                                        <p:attrNameLst>
                                          <p:attrName>style.visibility</p:attrName>
                                        </p:attrNameLst>
                                      </p:cBhvr>
                                      <p:to>
                                        <p:strVal val="visible"/>
                                      </p:to>
                                    </p:set>
                                    <p:animEffect transition="in" filter="wedge">
                                      <p:cBhvr>
                                        <p:cTn id="37" dur="2000"/>
                                        <p:tgtEl>
                                          <p:spTgt spid="26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4" grpId="0"/>
      <p:bldP spid="26635" grpId="0"/>
      <p:bldP spid="26659" grpId="0" build="p"/>
      <p:bldP spid="26661" grpId="0" animBg="1"/>
      <p:bldP spid="2666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8" name="Text Box 8"/>
          <p:cNvSpPr txBox="1"/>
          <p:nvPr/>
        </p:nvSpPr>
        <p:spPr>
          <a:xfrm>
            <a:off x="539750" y="549275"/>
            <a:ext cx="3311525"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写成矩阵形式为</a:t>
            </a:r>
            <a:endParaRPr lang="zh-CN" altLang="en-US" dirty="0">
              <a:solidFill>
                <a:srgbClr val="FFFF00"/>
              </a:solidFill>
              <a:latin typeface="Times New Roman" panose="02020603050405020304" pitchFamily="18" charset="0"/>
            </a:endParaRPr>
          </a:p>
        </p:txBody>
      </p:sp>
      <p:graphicFrame>
        <p:nvGraphicFramePr>
          <p:cNvPr id="25609" name="Object 9"/>
          <p:cNvGraphicFramePr/>
          <p:nvPr/>
        </p:nvGraphicFramePr>
        <p:xfrm>
          <a:off x="684213" y="1125538"/>
          <a:ext cx="4233862" cy="1539875"/>
        </p:xfrm>
        <a:graphic>
          <a:graphicData uri="http://schemas.openxmlformats.org/presentationml/2006/ole">
            <mc:AlternateContent xmlns:mc="http://schemas.openxmlformats.org/markup-compatibility/2006">
              <mc:Choice xmlns:v="urn:schemas-microsoft-com:vml" Requires="v">
                <p:oleObj spid="_x0000_s3093" name="" r:id="rId1" imgW="1574165" imgH="571500" progId="Equation.3">
                  <p:embed/>
                </p:oleObj>
              </mc:Choice>
              <mc:Fallback>
                <p:oleObj name="" r:id="rId1" imgW="1574165" imgH="571500" progId="Equation.3">
                  <p:embed/>
                  <p:pic>
                    <p:nvPicPr>
                      <p:cNvPr id="0" name="图片 3092"/>
                      <p:cNvPicPr/>
                      <p:nvPr/>
                    </p:nvPicPr>
                    <p:blipFill>
                      <a:blip r:embed="rId2">
                        <a:clrChange>
                          <a:clrFrom>
                            <a:srgbClr val="000000"/>
                          </a:clrFrom>
                          <a:clrTo>
                            <a:srgbClr val="FFFFFF"/>
                          </a:clrTo>
                        </a:clrChange>
                      </a:blip>
                      <a:stretch>
                        <a:fillRect/>
                      </a:stretch>
                    </p:blipFill>
                    <p:spPr>
                      <a:xfrm>
                        <a:off x="684213" y="1125538"/>
                        <a:ext cx="4233862" cy="1539875"/>
                      </a:xfrm>
                      <a:prstGeom prst="rect">
                        <a:avLst/>
                      </a:prstGeom>
                      <a:noFill/>
                      <a:ln w="38100">
                        <a:noFill/>
                        <a:miter/>
                      </a:ln>
                    </p:spPr>
                  </p:pic>
                </p:oleObj>
              </mc:Fallback>
            </mc:AlternateContent>
          </a:graphicData>
        </a:graphic>
      </p:graphicFrame>
      <p:graphicFrame>
        <p:nvGraphicFramePr>
          <p:cNvPr id="25610" name="Object 10"/>
          <p:cNvGraphicFramePr/>
          <p:nvPr/>
        </p:nvGraphicFramePr>
        <p:xfrm>
          <a:off x="5470525" y="1312863"/>
          <a:ext cx="2630488" cy="1292225"/>
        </p:xfrm>
        <a:graphic>
          <a:graphicData uri="http://schemas.openxmlformats.org/presentationml/2006/ole">
            <mc:AlternateContent xmlns:mc="http://schemas.openxmlformats.org/markup-compatibility/2006">
              <mc:Choice xmlns:v="urn:schemas-microsoft-com:vml" Requires="v">
                <p:oleObj spid="_x0000_s3091" name="" r:id="rId3" imgW="927100" imgH="457200" progId="Equation.DSMT4">
                  <p:embed/>
                </p:oleObj>
              </mc:Choice>
              <mc:Fallback>
                <p:oleObj name="" r:id="rId3" imgW="927100" imgH="457200" progId="Equation.DSMT4">
                  <p:embed/>
                  <p:pic>
                    <p:nvPicPr>
                      <p:cNvPr id="0" name="图片 3090"/>
                      <p:cNvPicPr/>
                      <p:nvPr/>
                    </p:nvPicPr>
                    <p:blipFill>
                      <a:blip r:embed="rId4">
                        <a:clrChange>
                          <a:clrFrom>
                            <a:srgbClr val="000000"/>
                          </a:clrFrom>
                          <a:clrTo>
                            <a:srgbClr val="FFFFFF"/>
                          </a:clrTo>
                        </a:clrChange>
                      </a:blip>
                      <a:stretch>
                        <a:fillRect/>
                      </a:stretch>
                    </p:blipFill>
                    <p:spPr>
                      <a:xfrm>
                        <a:off x="5470525" y="1312863"/>
                        <a:ext cx="2630488" cy="1292225"/>
                      </a:xfrm>
                      <a:prstGeom prst="rect">
                        <a:avLst/>
                      </a:prstGeom>
                      <a:noFill/>
                      <a:ln w="38100">
                        <a:noFill/>
                        <a:miter/>
                      </a:ln>
                    </p:spPr>
                  </p:pic>
                </p:oleObj>
              </mc:Fallback>
            </mc:AlternateContent>
          </a:graphicData>
        </a:graphic>
      </p:graphicFrame>
      <p:sp>
        <p:nvSpPr>
          <p:cNvPr id="25612" name="Text Box 12"/>
          <p:cNvSpPr txBox="1"/>
          <p:nvPr/>
        </p:nvSpPr>
        <p:spPr>
          <a:xfrm>
            <a:off x="2124075" y="2781300"/>
            <a:ext cx="7019925" cy="519113"/>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Y</a:t>
            </a:r>
            <a:r>
              <a:rPr lang="zh-CN" altLang="en-US" dirty="0">
                <a:solidFill>
                  <a:srgbClr val="FFFF00"/>
                </a:solidFill>
                <a:latin typeface="楷体_GB2312" pitchFamily="49" charset="-122"/>
              </a:rPr>
              <a:t>参数值由内部元件参数及连接关系决定。</a:t>
            </a:r>
            <a:endParaRPr lang="zh-CN" altLang="en-US" dirty="0">
              <a:solidFill>
                <a:srgbClr val="FFFF00"/>
              </a:solidFill>
              <a:latin typeface="楷体_GB2312" pitchFamily="49" charset="-122"/>
            </a:endParaRPr>
          </a:p>
        </p:txBody>
      </p:sp>
      <p:sp>
        <p:nvSpPr>
          <p:cNvPr id="25634" name="AutoShape 34" descr="羊皮纸"/>
          <p:cNvSpPr/>
          <p:nvPr/>
        </p:nvSpPr>
        <p:spPr>
          <a:xfrm>
            <a:off x="5867400" y="476250"/>
            <a:ext cx="2233613" cy="647700"/>
          </a:xfrm>
          <a:prstGeom prst="wedgeRoundRectCallout">
            <a:avLst>
              <a:gd name="adj1" fmla="val -66065"/>
              <a:gd name="adj2" fmla="val 147551"/>
              <a:gd name="adj3" fmla="val 16667"/>
            </a:avLst>
          </a:prstGeom>
          <a:blipFill rotWithShape="1">
            <a:blip r:embed="rId5"/>
          </a:blipFill>
          <a:ln w="9525">
            <a:noFill/>
          </a:ln>
        </p:spPr>
        <p:txBody>
          <a:bodyPr/>
          <a:p>
            <a:r>
              <a:rPr lang="en-US" altLang="zh-TW" i="1" dirty="0">
                <a:solidFill>
                  <a:schemeClr val="tx1"/>
                </a:solidFill>
                <a:latin typeface="Times New Roman" panose="02020603050405020304" pitchFamily="18" charset="0"/>
              </a:rPr>
              <a:t>Y</a:t>
            </a:r>
            <a:r>
              <a:rPr lang="en-US" altLang="zh-TW" dirty="0">
                <a:solidFill>
                  <a:schemeClr val="tx1"/>
                </a:solidFill>
                <a:latin typeface="Times New Roman" panose="02020603050405020304" pitchFamily="18" charset="0"/>
              </a:rPr>
              <a:t> </a:t>
            </a:r>
            <a:r>
              <a:rPr lang="zh-CN" altLang="en-US" dirty="0">
                <a:solidFill>
                  <a:schemeClr val="tx1"/>
                </a:solidFill>
                <a:latin typeface="楷体_GB2312" pitchFamily="49" charset="-122"/>
              </a:rPr>
              <a:t>参数矩阵</a:t>
            </a:r>
            <a:endParaRPr lang="zh-CN" altLang="en-US" dirty="0">
              <a:solidFill>
                <a:schemeClr val="tx1"/>
              </a:solidFill>
              <a:latin typeface="楷体_GB2312" pitchFamily="49" charset="-122"/>
            </a:endParaRPr>
          </a:p>
        </p:txBody>
      </p:sp>
      <p:sp>
        <p:nvSpPr>
          <p:cNvPr id="25635" name="Text Box 35"/>
          <p:cNvSpPr txBox="1"/>
          <p:nvPr/>
        </p:nvSpPr>
        <p:spPr>
          <a:xfrm>
            <a:off x="684213" y="3429000"/>
            <a:ext cx="5903912" cy="519113"/>
          </a:xfrm>
          <a:prstGeom prst="rect">
            <a:avLst/>
          </a:prstGeom>
          <a:noFill/>
          <a:ln w="28575">
            <a:noFill/>
          </a:ln>
        </p:spPr>
        <p:txBody>
          <a:bodyPr>
            <a:spAutoFit/>
          </a:bodyPr>
          <a:p>
            <a:pPr marL="342900" indent="-342900">
              <a:spcBef>
                <a:spcPct val="50000"/>
              </a:spcBef>
              <a:buAutoNum type="circleNumDbPlain" startAt="2"/>
            </a:pPr>
            <a:r>
              <a:rPr lang="en-US" altLang="zh-CN" dirty="0">
                <a:solidFill>
                  <a:srgbClr val="FF9900"/>
                </a:solidFill>
                <a:latin typeface="Times New Roman" panose="02020603050405020304" pitchFamily="18" charset="0"/>
              </a:rPr>
              <a:t> </a:t>
            </a:r>
            <a:r>
              <a:rPr lang="en-US" altLang="zh-CN" b="0" i="1" dirty="0">
                <a:solidFill>
                  <a:srgbClr val="FF9900"/>
                </a:solidFill>
                <a:latin typeface="Times New Roman" panose="02020603050405020304" pitchFamily="18" charset="0"/>
              </a:rPr>
              <a:t>Y</a:t>
            </a:r>
            <a:r>
              <a:rPr lang="zh-CN" altLang="en-US" dirty="0">
                <a:solidFill>
                  <a:srgbClr val="FF9900"/>
                </a:solidFill>
                <a:latin typeface="楷体_GB2312" pitchFamily="49" charset="-122"/>
              </a:rPr>
              <a:t>参数的物理意义及计算和测定</a:t>
            </a:r>
            <a:endParaRPr lang="zh-CN" altLang="en-US" dirty="0">
              <a:solidFill>
                <a:srgbClr val="FF9900"/>
              </a:solidFill>
              <a:latin typeface="楷体_GB2312" pitchFamily="49" charset="-122"/>
            </a:endParaRPr>
          </a:p>
        </p:txBody>
      </p:sp>
      <p:graphicFrame>
        <p:nvGraphicFramePr>
          <p:cNvPr id="25636" name="Object 36"/>
          <p:cNvGraphicFramePr/>
          <p:nvPr/>
        </p:nvGraphicFramePr>
        <p:xfrm>
          <a:off x="755650" y="4149725"/>
          <a:ext cx="2338388" cy="2211388"/>
        </p:xfrm>
        <a:graphic>
          <a:graphicData uri="http://schemas.openxmlformats.org/presentationml/2006/ole">
            <mc:AlternateContent xmlns:mc="http://schemas.openxmlformats.org/markup-compatibility/2006">
              <mc:Choice xmlns:v="urn:schemas-microsoft-com:vml" Requires="v">
                <p:oleObj spid="_x0000_s3092" name="" r:id="rId6" imgW="876300" imgH="1054100" progId="Equation.3">
                  <p:embed/>
                </p:oleObj>
              </mc:Choice>
              <mc:Fallback>
                <p:oleObj name="" r:id="rId6" imgW="876300" imgH="1054100" progId="Equation.3">
                  <p:embed/>
                  <p:pic>
                    <p:nvPicPr>
                      <p:cNvPr id="0" name="图片 3091"/>
                      <p:cNvPicPr/>
                      <p:nvPr/>
                    </p:nvPicPr>
                    <p:blipFill>
                      <a:blip r:embed="rId7">
                        <a:clrChange>
                          <a:clrFrom>
                            <a:srgbClr val="000000"/>
                          </a:clrFrom>
                          <a:clrTo>
                            <a:srgbClr val="FFFFFF"/>
                          </a:clrTo>
                        </a:clrChange>
                      </a:blip>
                      <a:stretch>
                        <a:fillRect/>
                      </a:stretch>
                    </p:blipFill>
                    <p:spPr>
                      <a:xfrm>
                        <a:off x="755650" y="4149725"/>
                        <a:ext cx="2338388" cy="2211388"/>
                      </a:xfrm>
                      <a:prstGeom prst="rect">
                        <a:avLst/>
                      </a:prstGeom>
                      <a:noFill/>
                      <a:ln w="38100">
                        <a:noFill/>
                        <a:miter/>
                      </a:ln>
                    </p:spPr>
                  </p:pic>
                </p:oleObj>
              </mc:Fallback>
            </mc:AlternateContent>
          </a:graphicData>
        </a:graphic>
      </p:graphicFrame>
      <p:sp>
        <p:nvSpPr>
          <p:cNvPr id="25641" name="Text Box 41"/>
          <p:cNvSpPr txBox="1"/>
          <p:nvPr/>
        </p:nvSpPr>
        <p:spPr>
          <a:xfrm>
            <a:off x="3132138" y="4508500"/>
            <a:ext cx="2016125" cy="519113"/>
          </a:xfrm>
          <a:prstGeom prst="rect">
            <a:avLst/>
          </a:prstGeom>
          <a:noFill/>
          <a:ln w="9525">
            <a:noFill/>
          </a:ln>
        </p:spPr>
        <p:txBody>
          <a:bodyPr>
            <a:spAutoFit/>
          </a:bodyPr>
          <a:p>
            <a:r>
              <a:rPr lang="zh-CN" altLang="en-US" dirty="0">
                <a:solidFill>
                  <a:srgbClr val="FFFF00"/>
                </a:solidFill>
                <a:latin typeface="Times New Roman" panose="02020603050405020304" pitchFamily="18" charset="0"/>
              </a:rPr>
              <a:t>输入导纳</a:t>
            </a:r>
            <a:endParaRPr lang="zh-CN" altLang="en-US" dirty="0">
              <a:solidFill>
                <a:srgbClr val="FFFF00"/>
              </a:solidFill>
              <a:latin typeface="Times New Roman" panose="02020603050405020304" pitchFamily="18" charset="0"/>
            </a:endParaRPr>
          </a:p>
        </p:txBody>
      </p:sp>
      <p:sp>
        <p:nvSpPr>
          <p:cNvPr id="25642" name="Text Box 42"/>
          <p:cNvSpPr txBox="1"/>
          <p:nvPr/>
        </p:nvSpPr>
        <p:spPr>
          <a:xfrm>
            <a:off x="3203575" y="5589588"/>
            <a:ext cx="2087563" cy="519112"/>
          </a:xfrm>
          <a:prstGeom prst="rect">
            <a:avLst/>
          </a:prstGeom>
          <a:noFill/>
          <a:ln w="9525">
            <a:noFill/>
          </a:ln>
        </p:spPr>
        <p:txBody>
          <a:bodyPr>
            <a:spAutoFit/>
          </a:bodyPr>
          <a:p>
            <a:r>
              <a:rPr lang="zh-CN" altLang="en-US" dirty="0">
                <a:solidFill>
                  <a:srgbClr val="FFFF00"/>
                </a:solidFill>
                <a:latin typeface="Times New Roman" panose="02020603050405020304" pitchFamily="18" charset="0"/>
              </a:rPr>
              <a:t>转移导纳</a:t>
            </a:r>
            <a:endParaRPr lang="zh-CN" altLang="en-US" dirty="0">
              <a:solidFill>
                <a:srgbClr val="FFFF00"/>
              </a:solidFill>
              <a:latin typeface="Times New Roman" panose="02020603050405020304" pitchFamily="18" charset="0"/>
            </a:endParaRPr>
          </a:p>
        </p:txBody>
      </p:sp>
      <p:grpSp>
        <p:nvGrpSpPr>
          <p:cNvPr id="4114" name="Group 67"/>
          <p:cNvGrpSpPr/>
          <p:nvPr/>
        </p:nvGrpSpPr>
        <p:grpSpPr>
          <a:xfrm>
            <a:off x="8316913" y="6446838"/>
            <a:ext cx="792162" cy="366712"/>
            <a:chOff x="5193" y="4020"/>
            <a:chExt cx="499" cy="231"/>
          </a:xfrm>
        </p:grpSpPr>
        <p:pic>
          <p:nvPicPr>
            <p:cNvPr id="4156" name="Picture 68" descr="78900"/>
            <p:cNvPicPr>
              <a:picLocks noChangeAspect="1"/>
            </p:cNvPicPr>
            <p:nvPr/>
          </p:nvPicPr>
          <p:blipFill>
            <a:blip r:embed="rId8"/>
            <a:stretch>
              <a:fillRect/>
            </a:stretch>
          </p:blipFill>
          <p:spPr>
            <a:xfrm>
              <a:off x="5193" y="4066"/>
              <a:ext cx="499" cy="181"/>
            </a:xfrm>
            <a:prstGeom prst="rect">
              <a:avLst/>
            </a:prstGeom>
            <a:noFill/>
            <a:ln w="9525">
              <a:noFill/>
            </a:ln>
          </p:spPr>
        </p:pic>
        <p:sp>
          <p:nvSpPr>
            <p:cNvPr id="4157" name="Text Box 6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115" name="Group 70"/>
          <p:cNvGrpSpPr/>
          <p:nvPr/>
        </p:nvGrpSpPr>
        <p:grpSpPr>
          <a:xfrm>
            <a:off x="7453313" y="6446838"/>
            <a:ext cx="792162" cy="366712"/>
            <a:chOff x="4649" y="4020"/>
            <a:chExt cx="499" cy="231"/>
          </a:xfrm>
        </p:grpSpPr>
        <p:pic>
          <p:nvPicPr>
            <p:cNvPr id="4154" name="Picture 71" descr="78900"/>
            <p:cNvPicPr>
              <a:picLocks noChangeAspect="1"/>
            </p:cNvPicPr>
            <p:nvPr/>
          </p:nvPicPr>
          <p:blipFill>
            <a:blip r:embed="rId8"/>
            <a:stretch>
              <a:fillRect/>
            </a:stretch>
          </p:blipFill>
          <p:spPr>
            <a:xfrm>
              <a:off x="4649" y="4066"/>
              <a:ext cx="499" cy="181"/>
            </a:xfrm>
            <a:prstGeom prst="rect">
              <a:avLst/>
            </a:prstGeom>
            <a:noFill/>
            <a:ln w="9525">
              <a:noFill/>
            </a:ln>
          </p:spPr>
        </p:pic>
        <p:sp>
          <p:nvSpPr>
            <p:cNvPr id="4155" name="Text Box 7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76"/>
          <p:cNvGrpSpPr/>
          <p:nvPr/>
        </p:nvGrpSpPr>
        <p:grpSpPr>
          <a:xfrm>
            <a:off x="539750" y="2565400"/>
            <a:ext cx="1644650" cy="850900"/>
            <a:chOff x="385" y="3022"/>
            <a:chExt cx="1036" cy="536"/>
          </a:xfrm>
        </p:grpSpPr>
        <p:pic>
          <p:nvPicPr>
            <p:cNvPr id="4152" name="Picture 77" descr="123"/>
            <p:cNvPicPr>
              <a:picLocks noChangeAspect="1"/>
            </p:cNvPicPr>
            <p:nvPr/>
          </p:nvPicPr>
          <p:blipFill>
            <a:blip r:embed="rId9"/>
            <a:stretch>
              <a:fillRect/>
            </a:stretch>
          </p:blipFill>
          <p:spPr>
            <a:xfrm>
              <a:off x="385" y="3022"/>
              <a:ext cx="590" cy="536"/>
            </a:xfrm>
            <a:prstGeom prst="rect">
              <a:avLst/>
            </a:prstGeom>
            <a:noFill/>
            <a:ln w="9525">
              <a:noFill/>
            </a:ln>
          </p:spPr>
        </p:pic>
        <p:sp>
          <p:nvSpPr>
            <p:cNvPr id="4153" name="Text Box 78"/>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5" name="Group 143"/>
          <p:cNvGrpSpPr/>
          <p:nvPr/>
        </p:nvGrpSpPr>
        <p:grpSpPr>
          <a:xfrm>
            <a:off x="4953000" y="4292600"/>
            <a:ext cx="4064000" cy="1871663"/>
            <a:chOff x="3120" y="2704"/>
            <a:chExt cx="2560" cy="1179"/>
          </a:xfrm>
        </p:grpSpPr>
        <p:sp>
          <p:nvSpPr>
            <p:cNvPr id="4136" name="Oval 80"/>
            <p:cNvSpPr/>
            <p:nvPr/>
          </p:nvSpPr>
          <p:spPr>
            <a:xfrm>
              <a:off x="5014" y="324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4137" name="Line 81"/>
            <p:cNvSpPr/>
            <p:nvPr/>
          </p:nvSpPr>
          <p:spPr>
            <a:xfrm>
              <a:off x="4468" y="3068"/>
              <a:ext cx="742" cy="1"/>
            </a:xfrm>
            <a:prstGeom prst="line">
              <a:avLst/>
            </a:prstGeom>
            <a:ln w="28575" cap="flat" cmpd="sng">
              <a:solidFill>
                <a:srgbClr val="FFCC00"/>
              </a:solidFill>
              <a:prstDash val="solid"/>
              <a:headEnd type="none" w="med" len="med"/>
              <a:tailEnd type="none" w="med" len="med"/>
            </a:ln>
          </p:spPr>
        </p:sp>
        <p:sp>
          <p:nvSpPr>
            <p:cNvPr id="4138" name="Line 82"/>
            <p:cNvSpPr/>
            <p:nvPr/>
          </p:nvSpPr>
          <p:spPr>
            <a:xfrm>
              <a:off x="4468" y="3764"/>
              <a:ext cx="742" cy="1"/>
            </a:xfrm>
            <a:prstGeom prst="line">
              <a:avLst/>
            </a:prstGeom>
            <a:ln w="28575" cap="flat" cmpd="sng">
              <a:solidFill>
                <a:srgbClr val="FFCC00"/>
              </a:solidFill>
              <a:prstDash val="solid"/>
              <a:headEnd type="none" w="med" len="med"/>
              <a:tailEnd type="none" w="med" len="med"/>
            </a:ln>
          </p:spPr>
        </p:sp>
        <p:sp>
          <p:nvSpPr>
            <p:cNvPr id="4139" name="Line 83"/>
            <p:cNvSpPr/>
            <p:nvPr/>
          </p:nvSpPr>
          <p:spPr>
            <a:xfrm flipH="1">
              <a:off x="4785" y="3067"/>
              <a:ext cx="294" cy="0"/>
            </a:xfrm>
            <a:prstGeom prst="line">
              <a:avLst/>
            </a:prstGeom>
            <a:ln w="28575" cap="flat" cmpd="sng">
              <a:solidFill>
                <a:srgbClr val="00FFFF"/>
              </a:solidFill>
              <a:prstDash val="solid"/>
              <a:headEnd type="none" w="med" len="med"/>
              <a:tailEnd type="triangle" w="med" len="med"/>
            </a:ln>
          </p:spPr>
        </p:sp>
        <p:sp>
          <p:nvSpPr>
            <p:cNvPr id="4140" name="Text Box 84"/>
            <p:cNvSpPr txBox="1"/>
            <p:nvPr/>
          </p:nvSpPr>
          <p:spPr>
            <a:xfrm>
              <a:off x="5200" y="30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4141" name="Text Box 85"/>
            <p:cNvSpPr txBox="1"/>
            <p:nvPr/>
          </p:nvSpPr>
          <p:spPr>
            <a:xfrm>
              <a:off x="5193" y="349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142" name="Line 86"/>
            <p:cNvSpPr/>
            <p:nvPr/>
          </p:nvSpPr>
          <p:spPr>
            <a:xfrm>
              <a:off x="5207" y="3066"/>
              <a:ext cx="0" cy="696"/>
            </a:xfrm>
            <a:prstGeom prst="line">
              <a:avLst/>
            </a:prstGeom>
            <a:ln w="28575" cap="flat" cmpd="sng">
              <a:solidFill>
                <a:srgbClr val="FFCC00"/>
              </a:solidFill>
              <a:prstDash val="solid"/>
              <a:headEnd type="none" w="med" len="med"/>
              <a:tailEnd type="none" w="med" len="med"/>
            </a:ln>
          </p:spPr>
        </p:sp>
        <p:graphicFrame>
          <p:nvGraphicFramePr>
            <p:cNvPr id="4104" name="Object 87"/>
            <p:cNvGraphicFramePr/>
            <p:nvPr/>
          </p:nvGraphicFramePr>
          <p:xfrm>
            <a:off x="4830" y="2704"/>
            <a:ext cx="240" cy="370"/>
          </p:xfrm>
          <a:graphic>
            <a:graphicData uri="http://schemas.openxmlformats.org/presentationml/2006/ole">
              <mc:AlternateContent xmlns:mc="http://schemas.openxmlformats.org/markup-compatibility/2006">
                <mc:Choice xmlns:v="urn:schemas-microsoft-com:vml" Requires="v">
                  <p:oleObj spid="_x0000_s3077" name="" r:id="rId10" imgW="190500" imgH="292100" progId="Equation.3">
                    <p:embed/>
                  </p:oleObj>
                </mc:Choice>
                <mc:Fallback>
                  <p:oleObj name="" r:id="rId10" imgW="190500" imgH="292100" progId="Equation.3">
                    <p:embed/>
                    <p:pic>
                      <p:nvPicPr>
                        <p:cNvPr id="0" name="图片 3076"/>
                        <p:cNvPicPr/>
                        <p:nvPr/>
                      </p:nvPicPr>
                      <p:blipFill>
                        <a:blip r:embed="rId11">
                          <a:clrChange>
                            <a:clrFrom>
                              <a:srgbClr val="000000"/>
                            </a:clrFrom>
                            <a:clrTo>
                              <a:srgbClr val="FFFFFF"/>
                            </a:clrTo>
                          </a:clrChange>
                        </a:blip>
                        <a:stretch>
                          <a:fillRect/>
                        </a:stretch>
                      </p:blipFill>
                      <p:spPr>
                        <a:xfrm>
                          <a:off x="4830" y="2704"/>
                          <a:ext cx="240" cy="370"/>
                        </a:xfrm>
                        <a:prstGeom prst="rect">
                          <a:avLst/>
                        </a:prstGeom>
                        <a:noFill/>
                        <a:ln w="38100">
                          <a:noFill/>
                          <a:miter/>
                        </a:ln>
                      </p:spPr>
                    </p:pic>
                  </p:oleObj>
                </mc:Fallback>
              </mc:AlternateContent>
            </a:graphicData>
          </a:graphic>
        </p:graphicFrame>
        <p:graphicFrame>
          <p:nvGraphicFramePr>
            <p:cNvPr id="4105" name="Object 88"/>
            <p:cNvGraphicFramePr/>
            <p:nvPr/>
          </p:nvGraphicFramePr>
          <p:xfrm>
            <a:off x="5376" y="3203"/>
            <a:ext cx="304" cy="370"/>
          </p:xfrm>
          <a:graphic>
            <a:graphicData uri="http://schemas.openxmlformats.org/presentationml/2006/ole">
              <mc:AlternateContent xmlns:mc="http://schemas.openxmlformats.org/markup-compatibility/2006">
                <mc:Choice xmlns:v="urn:schemas-microsoft-com:vml" Requires="v">
                  <p:oleObj spid="_x0000_s3079" name="" r:id="rId12" imgW="241300" imgH="292100" progId="Equation.3">
                    <p:embed/>
                  </p:oleObj>
                </mc:Choice>
                <mc:Fallback>
                  <p:oleObj name="" r:id="rId12" imgW="241300" imgH="292100" progId="Equation.3">
                    <p:embed/>
                    <p:pic>
                      <p:nvPicPr>
                        <p:cNvPr id="0" name="图片 3078"/>
                        <p:cNvPicPr/>
                        <p:nvPr/>
                      </p:nvPicPr>
                      <p:blipFill>
                        <a:blip r:embed="rId13">
                          <a:clrChange>
                            <a:clrFrom>
                              <a:srgbClr val="000000"/>
                            </a:clrFrom>
                            <a:clrTo>
                              <a:srgbClr val="FFFFFF"/>
                            </a:clrTo>
                          </a:clrChange>
                        </a:blip>
                        <a:stretch>
                          <a:fillRect/>
                        </a:stretch>
                      </p:blipFill>
                      <p:spPr>
                        <a:xfrm>
                          <a:off x="5376" y="3203"/>
                          <a:ext cx="304" cy="370"/>
                        </a:xfrm>
                        <a:prstGeom prst="rect">
                          <a:avLst/>
                        </a:prstGeom>
                        <a:noFill/>
                        <a:ln w="38100">
                          <a:noFill/>
                          <a:miter/>
                        </a:ln>
                      </p:spPr>
                    </p:pic>
                  </p:oleObj>
                </mc:Fallback>
              </mc:AlternateContent>
            </a:graphicData>
          </a:graphic>
        </p:graphicFrame>
        <p:sp>
          <p:nvSpPr>
            <p:cNvPr id="4143" name="Oval 89"/>
            <p:cNvSpPr/>
            <p:nvPr/>
          </p:nvSpPr>
          <p:spPr>
            <a:xfrm>
              <a:off x="3392" y="324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4144" name="Line 90"/>
            <p:cNvSpPr/>
            <p:nvPr/>
          </p:nvSpPr>
          <p:spPr>
            <a:xfrm>
              <a:off x="3544" y="3073"/>
              <a:ext cx="742" cy="1"/>
            </a:xfrm>
            <a:prstGeom prst="line">
              <a:avLst/>
            </a:prstGeom>
            <a:ln w="28575" cap="flat" cmpd="sng">
              <a:solidFill>
                <a:srgbClr val="FFCC00"/>
              </a:solidFill>
              <a:prstDash val="solid"/>
              <a:headEnd type="none" w="med" len="med"/>
              <a:tailEnd type="none" w="med" len="med"/>
            </a:ln>
          </p:spPr>
        </p:sp>
        <p:sp>
          <p:nvSpPr>
            <p:cNvPr id="4145" name="Line 91"/>
            <p:cNvSpPr/>
            <p:nvPr/>
          </p:nvSpPr>
          <p:spPr>
            <a:xfrm>
              <a:off x="3560" y="3748"/>
              <a:ext cx="726" cy="5"/>
            </a:xfrm>
            <a:prstGeom prst="line">
              <a:avLst/>
            </a:prstGeom>
            <a:ln w="28575" cap="flat" cmpd="sng">
              <a:solidFill>
                <a:srgbClr val="FFCC00"/>
              </a:solidFill>
              <a:prstDash val="solid"/>
              <a:headEnd type="none" w="med" len="med"/>
              <a:tailEnd type="none" w="med" len="med"/>
            </a:ln>
          </p:spPr>
        </p:sp>
        <p:sp>
          <p:nvSpPr>
            <p:cNvPr id="4146" name="Line 92"/>
            <p:cNvSpPr/>
            <p:nvPr/>
          </p:nvSpPr>
          <p:spPr>
            <a:xfrm>
              <a:off x="3651" y="3076"/>
              <a:ext cx="294" cy="0"/>
            </a:xfrm>
            <a:prstGeom prst="line">
              <a:avLst/>
            </a:prstGeom>
            <a:ln w="28575" cap="flat" cmpd="sng">
              <a:solidFill>
                <a:srgbClr val="00FFFF"/>
              </a:solidFill>
              <a:prstDash val="solid"/>
              <a:headEnd type="none" w="med" len="med"/>
              <a:tailEnd type="triangle" w="med" len="med"/>
            </a:ln>
          </p:spPr>
        </p:sp>
        <p:sp>
          <p:nvSpPr>
            <p:cNvPr id="4147" name="Text Box 93"/>
            <p:cNvSpPr txBox="1"/>
            <p:nvPr/>
          </p:nvSpPr>
          <p:spPr>
            <a:xfrm>
              <a:off x="3361" y="30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4148" name="Text Box 94"/>
            <p:cNvSpPr txBox="1"/>
            <p:nvPr/>
          </p:nvSpPr>
          <p:spPr>
            <a:xfrm>
              <a:off x="3347" y="347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149" name="Line 95"/>
            <p:cNvSpPr/>
            <p:nvPr/>
          </p:nvSpPr>
          <p:spPr>
            <a:xfrm>
              <a:off x="3548" y="3066"/>
              <a:ext cx="0" cy="696"/>
            </a:xfrm>
            <a:prstGeom prst="line">
              <a:avLst/>
            </a:prstGeom>
            <a:ln w="28575" cap="flat" cmpd="sng">
              <a:solidFill>
                <a:srgbClr val="FFCC00"/>
              </a:solidFill>
              <a:prstDash val="solid"/>
              <a:headEnd type="none" w="med" len="med"/>
              <a:tailEnd type="none" w="med" len="med"/>
            </a:ln>
          </p:spPr>
        </p:sp>
        <p:graphicFrame>
          <p:nvGraphicFramePr>
            <p:cNvPr id="4106" name="Object 96"/>
            <p:cNvGraphicFramePr/>
            <p:nvPr/>
          </p:nvGraphicFramePr>
          <p:xfrm>
            <a:off x="3120" y="3150"/>
            <a:ext cx="272" cy="370"/>
          </p:xfrm>
          <a:graphic>
            <a:graphicData uri="http://schemas.openxmlformats.org/presentationml/2006/ole">
              <mc:AlternateContent xmlns:mc="http://schemas.openxmlformats.org/markup-compatibility/2006">
                <mc:Choice xmlns:v="urn:schemas-microsoft-com:vml" Requires="v">
                  <p:oleObj spid="_x0000_s3080" name="" r:id="rId14" imgW="215900" imgH="291465" progId="Equation.3">
                    <p:embed/>
                  </p:oleObj>
                </mc:Choice>
                <mc:Fallback>
                  <p:oleObj name="" r:id="rId14" imgW="215900" imgH="291465" progId="Equation.3">
                    <p:embed/>
                    <p:pic>
                      <p:nvPicPr>
                        <p:cNvPr id="0" name="图片 3079"/>
                        <p:cNvPicPr/>
                        <p:nvPr/>
                      </p:nvPicPr>
                      <p:blipFill>
                        <a:blip r:embed="rId15">
                          <a:clrChange>
                            <a:clrFrom>
                              <a:srgbClr val="000000"/>
                            </a:clrFrom>
                            <a:clrTo>
                              <a:srgbClr val="FFFFFF"/>
                            </a:clrTo>
                          </a:clrChange>
                        </a:blip>
                        <a:stretch>
                          <a:fillRect/>
                        </a:stretch>
                      </p:blipFill>
                      <p:spPr>
                        <a:xfrm>
                          <a:off x="3120" y="3150"/>
                          <a:ext cx="272" cy="370"/>
                        </a:xfrm>
                        <a:prstGeom prst="rect">
                          <a:avLst/>
                        </a:prstGeom>
                        <a:noFill/>
                        <a:ln w="38100">
                          <a:noFill/>
                          <a:miter/>
                        </a:ln>
                      </p:spPr>
                    </p:pic>
                  </p:oleObj>
                </mc:Fallback>
              </mc:AlternateContent>
            </a:graphicData>
          </a:graphic>
        </p:graphicFrame>
        <p:graphicFrame>
          <p:nvGraphicFramePr>
            <p:cNvPr id="4107" name="Object 97"/>
            <p:cNvGraphicFramePr/>
            <p:nvPr/>
          </p:nvGraphicFramePr>
          <p:xfrm>
            <a:off x="3696" y="2704"/>
            <a:ext cx="208" cy="370"/>
          </p:xfrm>
          <a:graphic>
            <a:graphicData uri="http://schemas.openxmlformats.org/presentationml/2006/ole">
              <mc:AlternateContent xmlns:mc="http://schemas.openxmlformats.org/markup-compatibility/2006">
                <mc:Choice xmlns:v="urn:schemas-microsoft-com:vml" Requires="v">
                  <p:oleObj spid="_x0000_s3081" name="" r:id="rId16" imgW="165100" imgH="291465" progId="Equation.3">
                    <p:embed/>
                  </p:oleObj>
                </mc:Choice>
                <mc:Fallback>
                  <p:oleObj name="" r:id="rId16" imgW="165100" imgH="291465" progId="Equation.3">
                    <p:embed/>
                    <p:pic>
                      <p:nvPicPr>
                        <p:cNvPr id="0" name="图片 3080"/>
                        <p:cNvPicPr/>
                        <p:nvPr/>
                      </p:nvPicPr>
                      <p:blipFill>
                        <a:blip r:embed="rId17">
                          <a:clrChange>
                            <a:clrFrom>
                              <a:srgbClr val="000000"/>
                            </a:clrFrom>
                            <a:clrTo>
                              <a:srgbClr val="FFFFFF"/>
                            </a:clrTo>
                          </a:clrChange>
                        </a:blip>
                        <a:stretch>
                          <a:fillRect/>
                        </a:stretch>
                      </p:blipFill>
                      <p:spPr>
                        <a:xfrm>
                          <a:off x="3696" y="2704"/>
                          <a:ext cx="208" cy="370"/>
                        </a:xfrm>
                        <a:prstGeom prst="rect">
                          <a:avLst/>
                        </a:prstGeom>
                        <a:noFill/>
                        <a:ln w="38100">
                          <a:noFill/>
                          <a:miter/>
                        </a:ln>
                      </p:spPr>
                    </p:pic>
                  </p:oleObj>
                </mc:Fallback>
              </mc:AlternateContent>
            </a:graphicData>
          </a:graphic>
        </p:graphicFrame>
        <p:sp>
          <p:nvSpPr>
            <p:cNvPr id="4150" name="Rectangle 98"/>
            <p:cNvSpPr/>
            <p:nvPr/>
          </p:nvSpPr>
          <p:spPr>
            <a:xfrm>
              <a:off x="4059" y="2919"/>
              <a:ext cx="63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4151" name="Rectangle 99"/>
            <p:cNvSpPr/>
            <p:nvPr/>
          </p:nvSpPr>
          <p:spPr>
            <a:xfrm>
              <a:off x="4308" y="3200"/>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grpSp>
      <p:grpSp>
        <p:nvGrpSpPr>
          <p:cNvPr id="4118" name="Group 140"/>
          <p:cNvGrpSpPr/>
          <p:nvPr/>
        </p:nvGrpSpPr>
        <p:grpSpPr>
          <a:xfrm>
            <a:off x="6588125" y="6446838"/>
            <a:ext cx="792163" cy="366712"/>
            <a:chOff x="4649" y="4020"/>
            <a:chExt cx="499" cy="231"/>
          </a:xfrm>
        </p:grpSpPr>
        <p:pic>
          <p:nvPicPr>
            <p:cNvPr id="4134" name="Picture 141" descr="78900"/>
            <p:cNvPicPr>
              <a:picLocks noChangeAspect="1"/>
            </p:cNvPicPr>
            <p:nvPr/>
          </p:nvPicPr>
          <p:blipFill>
            <a:blip r:embed="rId8"/>
            <a:stretch>
              <a:fillRect/>
            </a:stretch>
          </p:blipFill>
          <p:spPr>
            <a:xfrm>
              <a:off x="4649" y="4066"/>
              <a:ext cx="499" cy="181"/>
            </a:xfrm>
            <a:prstGeom prst="rect">
              <a:avLst/>
            </a:prstGeom>
            <a:noFill/>
            <a:ln w="9525">
              <a:noFill/>
            </a:ln>
          </p:spPr>
        </p:pic>
        <p:sp>
          <p:nvSpPr>
            <p:cNvPr id="4135" name="Text Box 14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7" name="Group 144"/>
          <p:cNvGrpSpPr/>
          <p:nvPr/>
        </p:nvGrpSpPr>
        <p:grpSpPr>
          <a:xfrm>
            <a:off x="5003800" y="4221163"/>
            <a:ext cx="3960813" cy="2160587"/>
            <a:chOff x="3152" y="2613"/>
            <a:chExt cx="2495" cy="1361"/>
          </a:xfrm>
        </p:grpSpPr>
        <p:sp>
          <p:nvSpPr>
            <p:cNvPr id="4120" name="Rectangle 145"/>
            <p:cNvSpPr/>
            <p:nvPr/>
          </p:nvSpPr>
          <p:spPr>
            <a:xfrm>
              <a:off x="3152" y="2613"/>
              <a:ext cx="2495" cy="1361"/>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4121" name="Line 146"/>
            <p:cNvSpPr/>
            <p:nvPr/>
          </p:nvSpPr>
          <p:spPr>
            <a:xfrm>
              <a:off x="4546" y="3068"/>
              <a:ext cx="742" cy="1"/>
            </a:xfrm>
            <a:prstGeom prst="line">
              <a:avLst/>
            </a:prstGeom>
            <a:ln w="28575" cap="flat" cmpd="sng">
              <a:solidFill>
                <a:srgbClr val="FFCC00"/>
              </a:solidFill>
              <a:prstDash val="solid"/>
              <a:headEnd type="none" w="med" len="med"/>
              <a:tailEnd type="none" w="med" len="med"/>
            </a:ln>
          </p:spPr>
        </p:sp>
        <p:sp>
          <p:nvSpPr>
            <p:cNvPr id="4122" name="Line 147"/>
            <p:cNvSpPr/>
            <p:nvPr/>
          </p:nvSpPr>
          <p:spPr>
            <a:xfrm>
              <a:off x="4546" y="3764"/>
              <a:ext cx="742" cy="1"/>
            </a:xfrm>
            <a:prstGeom prst="line">
              <a:avLst/>
            </a:prstGeom>
            <a:ln w="28575" cap="flat" cmpd="sng">
              <a:solidFill>
                <a:srgbClr val="FFCC00"/>
              </a:solidFill>
              <a:prstDash val="solid"/>
              <a:headEnd type="none" w="med" len="med"/>
              <a:tailEnd type="none" w="med" len="med"/>
            </a:ln>
          </p:spPr>
        </p:sp>
        <p:sp>
          <p:nvSpPr>
            <p:cNvPr id="4123" name="Line 148"/>
            <p:cNvSpPr/>
            <p:nvPr/>
          </p:nvSpPr>
          <p:spPr>
            <a:xfrm flipH="1">
              <a:off x="4876" y="3067"/>
              <a:ext cx="294" cy="0"/>
            </a:xfrm>
            <a:prstGeom prst="line">
              <a:avLst/>
            </a:prstGeom>
            <a:ln w="28575" cap="flat" cmpd="sng">
              <a:solidFill>
                <a:srgbClr val="00FFFF"/>
              </a:solidFill>
              <a:prstDash val="solid"/>
              <a:headEnd type="none" w="med" len="med"/>
              <a:tailEnd type="triangle" w="med" len="med"/>
            </a:ln>
          </p:spPr>
        </p:sp>
        <p:sp>
          <p:nvSpPr>
            <p:cNvPr id="4124" name="Line 149"/>
            <p:cNvSpPr/>
            <p:nvPr/>
          </p:nvSpPr>
          <p:spPr>
            <a:xfrm>
              <a:off x="5285" y="3066"/>
              <a:ext cx="0" cy="696"/>
            </a:xfrm>
            <a:prstGeom prst="line">
              <a:avLst/>
            </a:prstGeom>
            <a:ln w="28575" cap="flat" cmpd="sng">
              <a:solidFill>
                <a:srgbClr val="FFCC00"/>
              </a:solidFill>
              <a:prstDash val="solid"/>
              <a:headEnd type="none" w="med" len="med"/>
              <a:tailEnd type="none" w="med" len="med"/>
            </a:ln>
          </p:spPr>
        </p:sp>
        <p:graphicFrame>
          <p:nvGraphicFramePr>
            <p:cNvPr id="4101" name="Object 150"/>
            <p:cNvGraphicFramePr/>
            <p:nvPr/>
          </p:nvGraphicFramePr>
          <p:xfrm>
            <a:off x="4967" y="2704"/>
            <a:ext cx="240" cy="370"/>
          </p:xfrm>
          <a:graphic>
            <a:graphicData uri="http://schemas.openxmlformats.org/presentationml/2006/ole">
              <mc:AlternateContent xmlns:mc="http://schemas.openxmlformats.org/markup-compatibility/2006">
                <mc:Choice xmlns:v="urn:schemas-microsoft-com:vml" Requires="v">
                  <p:oleObj spid="_x0000_s3076" name="" r:id="rId18" imgW="190500" imgH="292100" progId="Equation.3">
                    <p:embed/>
                  </p:oleObj>
                </mc:Choice>
                <mc:Fallback>
                  <p:oleObj name="" r:id="rId18" imgW="190500" imgH="292100" progId="Equation.3">
                    <p:embed/>
                    <p:pic>
                      <p:nvPicPr>
                        <p:cNvPr id="0" name="图片 3075"/>
                        <p:cNvPicPr/>
                        <p:nvPr/>
                      </p:nvPicPr>
                      <p:blipFill>
                        <a:blip r:embed="rId11">
                          <a:clrChange>
                            <a:clrFrom>
                              <a:srgbClr val="000000"/>
                            </a:clrFrom>
                            <a:clrTo>
                              <a:srgbClr val="FFFFFF"/>
                            </a:clrTo>
                          </a:clrChange>
                        </a:blip>
                        <a:stretch>
                          <a:fillRect/>
                        </a:stretch>
                      </p:blipFill>
                      <p:spPr>
                        <a:xfrm>
                          <a:off x="4967" y="2704"/>
                          <a:ext cx="240" cy="370"/>
                        </a:xfrm>
                        <a:prstGeom prst="rect">
                          <a:avLst/>
                        </a:prstGeom>
                        <a:noFill/>
                        <a:ln w="38100">
                          <a:noFill/>
                          <a:miter/>
                        </a:ln>
                      </p:spPr>
                    </p:pic>
                  </p:oleObj>
                </mc:Fallback>
              </mc:AlternateContent>
            </a:graphicData>
          </a:graphic>
        </p:graphicFrame>
        <p:sp>
          <p:nvSpPr>
            <p:cNvPr id="4125" name="Oval 151"/>
            <p:cNvSpPr/>
            <p:nvPr/>
          </p:nvSpPr>
          <p:spPr>
            <a:xfrm>
              <a:off x="3470" y="324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4126" name="Line 152"/>
            <p:cNvSpPr/>
            <p:nvPr/>
          </p:nvSpPr>
          <p:spPr>
            <a:xfrm>
              <a:off x="3622" y="3073"/>
              <a:ext cx="742" cy="1"/>
            </a:xfrm>
            <a:prstGeom prst="line">
              <a:avLst/>
            </a:prstGeom>
            <a:ln w="28575" cap="flat" cmpd="sng">
              <a:solidFill>
                <a:srgbClr val="FFCC00"/>
              </a:solidFill>
              <a:prstDash val="solid"/>
              <a:headEnd type="none" w="med" len="med"/>
              <a:tailEnd type="none" w="med" len="med"/>
            </a:ln>
          </p:spPr>
        </p:sp>
        <p:sp>
          <p:nvSpPr>
            <p:cNvPr id="4127" name="Line 153"/>
            <p:cNvSpPr/>
            <p:nvPr/>
          </p:nvSpPr>
          <p:spPr>
            <a:xfrm>
              <a:off x="3638" y="3748"/>
              <a:ext cx="726" cy="5"/>
            </a:xfrm>
            <a:prstGeom prst="line">
              <a:avLst/>
            </a:prstGeom>
            <a:ln w="28575" cap="flat" cmpd="sng">
              <a:solidFill>
                <a:srgbClr val="FFCC00"/>
              </a:solidFill>
              <a:prstDash val="solid"/>
              <a:headEnd type="none" w="med" len="med"/>
              <a:tailEnd type="none" w="med" len="med"/>
            </a:ln>
          </p:spPr>
        </p:sp>
        <p:sp>
          <p:nvSpPr>
            <p:cNvPr id="4128" name="Line 154"/>
            <p:cNvSpPr/>
            <p:nvPr/>
          </p:nvSpPr>
          <p:spPr>
            <a:xfrm>
              <a:off x="3742" y="3067"/>
              <a:ext cx="294" cy="0"/>
            </a:xfrm>
            <a:prstGeom prst="line">
              <a:avLst/>
            </a:prstGeom>
            <a:ln w="28575" cap="flat" cmpd="sng">
              <a:solidFill>
                <a:srgbClr val="00FFFF"/>
              </a:solidFill>
              <a:prstDash val="solid"/>
              <a:headEnd type="none" w="med" len="med"/>
              <a:tailEnd type="triangle" w="med" len="med"/>
            </a:ln>
          </p:spPr>
        </p:sp>
        <p:sp>
          <p:nvSpPr>
            <p:cNvPr id="4129" name="Text Box 155"/>
            <p:cNvSpPr txBox="1"/>
            <p:nvPr/>
          </p:nvSpPr>
          <p:spPr>
            <a:xfrm>
              <a:off x="3439" y="30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4130" name="Text Box 156"/>
            <p:cNvSpPr txBox="1"/>
            <p:nvPr/>
          </p:nvSpPr>
          <p:spPr>
            <a:xfrm>
              <a:off x="3425" y="347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131" name="Line 157"/>
            <p:cNvSpPr/>
            <p:nvPr/>
          </p:nvSpPr>
          <p:spPr>
            <a:xfrm>
              <a:off x="3626" y="3066"/>
              <a:ext cx="0" cy="696"/>
            </a:xfrm>
            <a:prstGeom prst="line">
              <a:avLst/>
            </a:prstGeom>
            <a:ln w="28575" cap="flat" cmpd="sng">
              <a:solidFill>
                <a:srgbClr val="FFCC00"/>
              </a:solidFill>
              <a:prstDash val="solid"/>
              <a:headEnd type="none" w="med" len="med"/>
              <a:tailEnd type="none" w="med" len="med"/>
            </a:ln>
          </p:spPr>
        </p:sp>
        <p:graphicFrame>
          <p:nvGraphicFramePr>
            <p:cNvPr id="4102" name="Object 158"/>
            <p:cNvGraphicFramePr/>
            <p:nvPr/>
          </p:nvGraphicFramePr>
          <p:xfrm>
            <a:off x="3198" y="3150"/>
            <a:ext cx="272" cy="370"/>
          </p:xfrm>
          <a:graphic>
            <a:graphicData uri="http://schemas.openxmlformats.org/presentationml/2006/ole">
              <mc:AlternateContent xmlns:mc="http://schemas.openxmlformats.org/markup-compatibility/2006">
                <mc:Choice xmlns:v="urn:schemas-microsoft-com:vml" Requires="v">
                  <p:oleObj spid="_x0000_s3078" name="" r:id="rId19" imgW="215900" imgH="291465" progId="Equation.3">
                    <p:embed/>
                  </p:oleObj>
                </mc:Choice>
                <mc:Fallback>
                  <p:oleObj name="" r:id="rId19" imgW="215900" imgH="291465" progId="Equation.3">
                    <p:embed/>
                    <p:pic>
                      <p:nvPicPr>
                        <p:cNvPr id="0" name="图片 3077"/>
                        <p:cNvPicPr/>
                        <p:nvPr/>
                      </p:nvPicPr>
                      <p:blipFill>
                        <a:blip r:embed="rId15">
                          <a:clrChange>
                            <a:clrFrom>
                              <a:srgbClr val="000000"/>
                            </a:clrFrom>
                            <a:clrTo>
                              <a:srgbClr val="FFFFFF"/>
                            </a:clrTo>
                          </a:clrChange>
                        </a:blip>
                        <a:stretch>
                          <a:fillRect/>
                        </a:stretch>
                      </p:blipFill>
                      <p:spPr>
                        <a:xfrm>
                          <a:off x="3198" y="3150"/>
                          <a:ext cx="272" cy="370"/>
                        </a:xfrm>
                        <a:prstGeom prst="rect">
                          <a:avLst/>
                        </a:prstGeom>
                        <a:noFill/>
                        <a:ln w="38100">
                          <a:noFill/>
                          <a:miter/>
                        </a:ln>
                      </p:spPr>
                    </p:pic>
                  </p:oleObj>
                </mc:Fallback>
              </mc:AlternateContent>
            </a:graphicData>
          </a:graphic>
        </p:graphicFrame>
        <p:graphicFrame>
          <p:nvGraphicFramePr>
            <p:cNvPr id="4103" name="Object 159"/>
            <p:cNvGraphicFramePr/>
            <p:nvPr/>
          </p:nvGraphicFramePr>
          <p:xfrm>
            <a:off x="3742" y="2704"/>
            <a:ext cx="208" cy="370"/>
          </p:xfrm>
          <a:graphic>
            <a:graphicData uri="http://schemas.openxmlformats.org/presentationml/2006/ole">
              <mc:AlternateContent xmlns:mc="http://schemas.openxmlformats.org/markup-compatibility/2006">
                <mc:Choice xmlns:v="urn:schemas-microsoft-com:vml" Requires="v">
                  <p:oleObj spid="_x0000_s3082" name="" r:id="rId20" imgW="165100" imgH="291465" progId="Equation.3">
                    <p:embed/>
                  </p:oleObj>
                </mc:Choice>
                <mc:Fallback>
                  <p:oleObj name="" r:id="rId20" imgW="165100" imgH="291465" progId="Equation.3">
                    <p:embed/>
                    <p:pic>
                      <p:nvPicPr>
                        <p:cNvPr id="0" name="图片 3081"/>
                        <p:cNvPicPr/>
                        <p:nvPr/>
                      </p:nvPicPr>
                      <p:blipFill>
                        <a:blip r:embed="rId17">
                          <a:clrChange>
                            <a:clrFrom>
                              <a:srgbClr val="000000"/>
                            </a:clrFrom>
                            <a:clrTo>
                              <a:srgbClr val="FFFFFF"/>
                            </a:clrTo>
                          </a:clrChange>
                        </a:blip>
                        <a:stretch>
                          <a:fillRect/>
                        </a:stretch>
                      </p:blipFill>
                      <p:spPr>
                        <a:xfrm>
                          <a:off x="3742" y="2704"/>
                          <a:ext cx="208" cy="370"/>
                        </a:xfrm>
                        <a:prstGeom prst="rect">
                          <a:avLst/>
                        </a:prstGeom>
                        <a:noFill/>
                        <a:ln w="38100">
                          <a:noFill/>
                          <a:miter/>
                        </a:ln>
                      </p:spPr>
                    </p:pic>
                  </p:oleObj>
                </mc:Fallback>
              </mc:AlternateContent>
            </a:graphicData>
          </a:graphic>
        </p:graphicFrame>
        <p:sp>
          <p:nvSpPr>
            <p:cNvPr id="4132" name="Rectangle 160"/>
            <p:cNvSpPr/>
            <p:nvPr/>
          </p:nvSpPr>
          <p:spPr>
            <a:xfrm>
              <a:off x="4137" y="2919"/>
              <a:ext cx="63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4133" name="Rectangle 161"/>
            <p:cNvSpPr/>
            <p:nvPr/>
          </p:nvSpPr>
          <p:spPr>
            <a:xfrm>
              <a:off x="4386" y="3200"/>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608">
                                            <p:txEl>
                                              <p:charRg st="0" end="8"/>
                                            </p:txEl>
                                          </p:spTgt>
                                        </p:tgtEl>
                                        <p:attrNameLst>
                                          <p:attrName>style.visibility</p:attrName>
                                        </p:attrNameLst>
                                      </p:cBhvr>
                                      <p:to>
                                        <p:strVal val="visible"/>
                                      </p:to>
                                    </p:set>
                                    <p:animEffect transition="in" filter="wipe(left)">
                                      <p:cBhvr>
                                        <p:cTn id="7" dur="2000"/>
                                        <p:tgtEl>
                                          <p:spTgt spid="25608">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5609"/>
                                        </p:tgtEl>
                                        <p:attrNameLst>
                                          <p:attrName>style.visibility</p:attrName>
                                        </p:attrNameLst>
                                      </p:cBhvr>
                                      <p:to>
                                        <p:strVal val="visible"/>
                                      </p:to>
                                    </p:set>
                                    <p:animEffect transition="in" filter="strips(downRight)">
                                      <p:cBhvr>
                                        <p:cTn id="12" dur="2000"/>
                                        <p:tgtEl>
                                          <p:spTgt spid="2560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5610"/>
                                        </p:tgtEl>
                                        <p:attrNameLst>
                                          <p:attrName>style.visibility</p:attrName>
                                        </p:attrNameLst>
                                      </p:cBhvr>
                                      <p:to>
                                        <p:strVal val="visible"/>
                                      </p:to>
                                    </p:set>
                                    <p:anim calcmode="lin" valueType="num">
                                      <p:cBhvr additive="base">
                                        <p:cTn id="17" dur="500" fill="hold"/>
                                        <p:tgtEl>
                                          <p:spTgt spid="25610"/>
                                        </p:tgtEl>
                                        <p:attrNameLst>
                                          <p:attrName>ppt_x</p:attrName>
                                        </p:attrNameLst>
                                      </p:cBhvr>
                                      <p:tavLst>
                                        <p:tav tm="0">
                                          <p:val>
                                            <p:strVal val="1+#ppt_w/2"/>
                                          </p:val>
                                        </p:tav>
                                        <p:tav tm="100000">
                                          <p:val>
                                            <p:strVal val="#ppt_x"/>
                                          </p:val>
                                        </p:tav>
                                      </p:tavLst>
                                    </p:anim>
                                    <p:anim calcmode="lin" valueType="num">
                                      <p:cBhvr additive="base">
                                        <p:cTn id="18" dur="500" fill="hold"/>
                                        <p:tgtEl>
                                          <p:spTgt spid="25610"/>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0" presetClass="entr" presetSubtype="0" fill="hold" grpId="0" nodeType="afterEffect">
                                  <p:stCondLst>
                                    <p:cond delay="0"/>
                                  </p:stCondLst>
                                  <p:childTnLst>
                                    <p:set>
                                      <p:cBhvr>
                                        <p:cTn id="21" dur="1" fill="hold">
                                          <p:stCondLst>
                                            <p:cond delay="0"/>
                                          </p:stCondLst>
                                        </p:cTn>
                                        <p:tgtEl>
                                          <p:spTgt spid="25634"/>
                                        </p:tgtEl>
                                        <p:attrNameLst>
                                          <p:attrName>style.visibility</p:attrName>
                                        </p:attrNameLst>
                                      </p:cBhvr>
                                      <p:to>
                                        <p:strVal val="visible"/>
                                      </p:to>
                                    </p:set>
                                    <p:animEffect transition="in" filter="wedge">
                                      <p:cBhvr>
                                        <p:cTn id="22" dur="2000"/>
                                        <p:tgtEl>
                                          <p:spTgt spid="2563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grpId="0" nodeType="clickEffect">
                                  <p:stCondLst>
                                    <p:cond delay="0"/>
                                  </p:stCondLst>
                                  <p:childTnLst>
                                    <p:set>
                                      <p:cBhvr>
                                        <p:cTn id="31" dur="1" fill="hold">
                                          <p:stCondLst>
                                            <p:cond delay="0"/>
                                          </p:stCondLst>
                                        </p:cTn>
                                        <p:tgtEl>
                                          <p:spTgt spid="25612">
                                            <p:txEl>
                                              <p:charRg st="0" end="20"/>
                                            </p:txEl>
                                          </p:spTgt>
                                        </p:tgtEl>
                                        <p:attrNameLst>
                                          <p:attrName>style.visibility</p:attrName>
                                        </p:attrNameLst>
                                      </p:cBhvr>
                                      <p:to>
                                        <p:strVal val="visible"/>
                                      </p:to>
                                    </p:set>
                                    <p:animEffect transition="in" filter="barn(outVertical)">
                                      <p:cBhvr>
                                        <p:cTn id="32" dur="500"/>
                                        <p:tgtEl>
                                          <p:spTgt spid="25612">
                                            <p:txEl>
                                              <p:charRg st="0" end="2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635"/>
                                        </p:tgtEl>
                                        <p:attrNameLst>
                                          <p:attrName>style.visibility</p:attrName>
                                        </p:attrNameLst>
                                      </p:cBhvr>
                                      <p:to>
                                        <p:strVal val="visible"/>
                                      </p:to>
                                    </p:set>
                                    <p:anim calcmode="lin" valueType="num">
                                      <p:cBhvr additive="base">
                                        <p:cTn id="37" dur="500" fill="hold"/>
                                        <p:tgtEl>
                                          <p:spTgt spid="25635"/>
                                        </p:tgtEl>
                                        <p:attrNameLst>
                                          <p:attrName>ppt_x</p:attrName>
                                        </p:attrNameLst>
                                      </p:cBhvr>
                                      <p:tavLst>
                                        <p:tav tm="0">
                                          <p:val>
                                            <p:strVal val="0-#ppt_w/2"/>
                                          </p:val>
                                        </p:tav>
                                        <p:tav tm="100000">
                                          <p:val>
                                            <p:strVal val="#ppt_x"/>
                                          </p:val>
                                        </p:tav>
                                      </p:tavLst>
                                    </p:anim>
                                    <p:anim calcmode="lin" valueType="num">
                                      <p:cBhvr additive="base">
                                        <p:cTn id="38" dur="500" fill="hold"/>
                                        <p:tgtEl>
                                          <p:spTgt spid="2563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linds(horizontal)">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25636"/>
                                        </p:tgtEl>
                                        <p:attrNameLst>
                                          <p:attrName>style.visibility</p:attrName>
                                        </p:attrNameLst>
                                      </p:cBhvr>
                                      <p:to>
                                        <p:strVal val="visible"/>
                                      </p:to>
                                    </p:set>
                                    <p:animEffect transition="in" filter="wipe(up)">
                                      <p:cBhvr>
                                        <p:cTn id="53" dur="2000"/>
                                        <p:tgtEl>
                                          <p:spTgt spid="2563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5641">
                                            <p:txEl>
                                              <p:charRg st="0" end="5"/>
                                            </p:txEl>
                                          </p:spTgt>
                                        </p:tgtEl>
                                        <p:attrNameLst>
                                          <p:attrName>style.visibility</p:attrName>
                                        </p:attrNameLst>
                                      </p:cBhvr>
                                      <p:to>
                                        <p:strVal val="visible"/>
                                      </p:to>
                                    </p:set>
                                    <p:animEffect transition="in" filter="wipe(left)">
                                      <p:cBhvr>
                                        <p:cTn id="58" dur="500"/>
                                        <p:tgtEl>
                                          <p:spTgt spid="25641">
                                            <p:txEl>
                                              <p:charRg st="0"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5642">
                                            <p:txEl>
                                              <p:charRg st="0" end="5"/>
                                            </p:txEl>
                                          </p:spTgt>
                                        </p:tgtEl>
                                        <p:attrNameLst>
                                          <p:attrName>style.visibility</p:attrName>
                                        </p:attrNameLst>
                                      </p:cBhvr>
                                      <p:to>
                                        <p:strVal val="visible"/>
                                      </p:to>
                                    </p:set>
                                    <p:animEffect transition="in" filter="wipe(left)">
                                      <p:cBhvr>
                                        <p:cTn id="63" dur="500"/>
                                        <p:tgtEl>
                                          <p:spTgt spid="25642">
                                            <p:txEl>
                                              <p:charRg st="0"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8" grpId="0" build="p"/>
      <p:bldP spid="25612" grpId="0" build="p"/>
      <p:bldP spid="25634" grpId="0" animBg="1"/>
      <p:bldP spid="25635" grpId="0"/>
      <p:bldP spid="25641" grpId="0" build="p"/>
      <p:bldP spid="2564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4628" name="Object 52"/>
          <p:cNvGraphicFramePr/>
          <p:nvPr/>
        </p:nvGraphicFramePr>
        <p:xfrm>
          <a:off x="2771775" y="2982913"/>
          <a:ext cx="2159000" cy="2357437"/>
        </p:xfrm>
        <a:graphic>
          <a:graphicData uri="http://schemas.openxmlformats.org/presentationml/2006/ole">
            <mc:AlternateContent xmlns:mc="http://schemas.openxmlformats.org/markup-compatibility/2006">
              <mc:Choice xmlns:v="urn:schemas-microsoft-com:vml" Requires="v">
                <p:oleObj spid="_x0000_s3083" name="" r:id="rId1" imgW="889000" imgH="1054100" progId="Equation.3">
                  <p:embed/>
                </p:oleObj>
              </mc:Choice>
              <mc:Fallback>
                <p:oleObj name="" r:id="rId1" imgW="889000" imgH="1054100" progId="Equation.3">
                  <p:embed/>
                  <p:pic>
                    <p:nvPicPr>
                      <p:cNvPr id="0" name="图片 3082"/>
                      <p:cNvPicPr/>
                      <p:nvPr/>
                    </p:nvPicPr>
                    <p:blipFill>
                      <a:blip r:embed="rId2">
                        <a:clrChange>
                          <a:clrFrom>
                            <a:srgbClr val="000000"/>
                          </a:clrFrom>
                          <a:clrTo>
                            <a:srgbClr val="FFFFFF"/>
                          </a:clrTo>
                        </a:clrChange>
                      </a:blip>
                      <a:stretch>
                        <a:fillRect/>
                      </a:stretch>
                    </p:blipFill>
                    <p:spPr>
                      <a:xfrm>
                        <a:off x="2771775" y="2982913"/>
                        <a:ext cx="2159000" cy="2357437"/>
                      </a:xfrm>
                      <a:prstGeom prst="rect">
                        <a:avLst/>
                      </a:prstGeom>
                      <a:noFill/>
                      <a:ln w="38100">
                        <a:noFill/>
                        <a:miter/>
                      </a:ln>
                    </p:spPr>
                  </p:pic>
                </p:oleObj>
              </mc:Fallback>
            </mc:AlternateContent>
          </a:graphicData>
        </a:graphic>
      </p:graphicFrame>
      <p:sp>
        <p:nvSpPr>
          <p:cNvPr id="24629" name="Text Box 53"/>
          <p:cNvSpPr txBox="1"/>
          <p:nvPr/>
        </p:nvSpPr>
        <p:spPr>
          <a:xfrm>
            <a:off x="5148263" y="3486150"/>
            <a:ext cx="1612900" cy="519113"/>
          </a:xfrm>
          <a:prstGeom prst="rect">
            <a:avLst/>
          </a:prstGeom>
          <a:noFill/>
          <a:ln w="9525">
            <a:noFill/>
          </a:ln>
        </p:spPr>
        <p:txBody>
          <a:bodyPr wrap="none">
            <a:spAutoFit/>
          </a:bodyPr>
          <a:p>
            <a:r>
              <a:rPr lang="zh-CN" altLang="en-US" dirty="0">
                <a:solidFill>
                  <a:srgbClr val="FFFF00"/>
                </a:solidFill>
                <a:latin typeface="Times New Roman" panose="02020603050405020304" pitchFamily="18" charset="0"/>
              </a:rPr>
              <a:t>转移导纳</a:t>
            </a:r>
            <a:endParaRPr lang="zh-CN" altLang="en-US" dirty="0">
              <a:solidFill>
                <a:srgbClr val="FFFF00"/>
              </a:solidFill>
              <a:latin typeface="Times New Roman" panose="02020603050405020304" pitchFamily="18" charset="0"/>
            </a:endParaRPr>
          </a:p>
        </p:txBody>
      </p:sp>
      <p:sp>
        <p:nvSpPr>
          <p:cNvPr id="24630" name="Text Box 54"/>
          <p:cNvSpPr txBox="1"/>
          <p:nvPr/>
        </p:nvSpPr>
        <p:spPr>
          <a:xfrm>
            <a:off x="5148263" y="4567238"/>
            <a:ext cx="1612900" cy="519112"/>
          </a:xfrm>
          <a:prstGeom prst="rect">
            <a:avLst/>
          </a:prstGeom>
          <a:noFill/>
          <a:ln w="9525">
            <a:noFill/>
          </a:ln>
        </p:spPr>
        <p:txBody>
          <a:bodyPr wrap="none">
            <a:spAutoFit/>
          </a:bodyPr>
          <a:p>
            <a:r>
              <a:rPr lang="zh-CN" altLang="en-US" dirty="0">
                <a:solidFill>
                  <a:srgbClr val="FFFF00"/>
                </a:solidFill>
                <a:latin typeface="Times New Roman" panose="02020603050405020304" pitchFamily="18" charset="0"/>
              </a:rPr>
              <a:t>输入导纳</a:t>
            </a:r>
            <a:endParaRPr lang="zh-CN" altLang="en-US" dirty="0">
              <a:solidFill>
                <a:srgbClr val="FFFF00"/>
              </a:solidFill>
              <a:latin typeface="Times New Roman" panose="02020603050405020304" pitchFamily="18" charset="0"/>
            </a:endParaRPr>
          </a:p>
        </p:txBody>
      </p:sp>
      <p:sp>
        <p:nvSpPr>
          <p:cNvPr id="24648" name="Text Box 72"/>
          <p:cNvSpPr txBox="1">
            <a:spLocks noChangeArrowheads="1"/>
          </p:cNvSpPr>
          <p:nvPr/>
        </p:nvSpPr>
        <p:spPr bwMode="auto">
          <a:xfrm>
            <a:off x="2700338" y="5373688"/>
            <a:ext cx="4608513" cy="701675"/>
          </a:xfrm>
          <a:prstGeom prst="rect">
            <a:avLst/>
          </a:prstGeom>
          <a:solidFill>
            <a:srgbClr val="3399FF"/>
          </a:solidFill>
          <a:ln w="9525">
            <a:noFill/>
            <a:miter lim="800000"/>
          </a:ln>
          <a:effectLst>
            <a:outerShdw dist="107763" dir="18900000" algn="ctr" rotWithShape="0">
              <a:srgbClr val="808080">
                <a:alpha val="50000"/>
              </a:srgbClr>
            </a:outerShdw>
          </a:effectLst>
        </p:spPr>
        <p:txBody>
          <a:bodyPr>
            <a:spAutoFit/>
          </a:bodyPr>
          <a:p>
            <a:pPr>
              <a:buNone/>
            </a:pPr>
            <a:r>
              <a:rPr lang="en-US" altLang="zh-CN" sz="4000" b="0" i="1" dirty="0">
                <a:latin typeface="Times New Roman" panose="02020603050405020304" pitchFamily="18" charset="0"/>
              </a:rPr>
              <a:t>Y</a:t>
            </a:r>
            <a:r>
              <a:rPr lang="en-US" altLang="zh-CN" sz="4000" dirty="0">
                <a:latin typeface="楷体_GB2312" pitchFamily="49" charset="-122"/>
              </a:rPr>
              <a:t> </a:t>
            </a:r>
            <a:r>
              <a:rPr lang="en-US" altLang="zh-CN" sz="4000" dirty="0">
                <a:latin typeface="楷体_GB2312" pitchFamily="49" charset="-122"/>
                <a:cs typeface="Times New Roman" panose="02020603050405020304" pitchFamily="18" charset="0"/>
              </a:rPr>
              <a:t>→</a:t>
            </a:r>
            <a:r>
              <a:rPr lang="en-US" altLang="zh-CN" sz="3200" dirty="0">
                <a:latin typeface="楷体_GB2312" pitchFamily="49" charset="-122"/>
              </a:rPr>
              <a:t> </a:t>
            </a:r>
            <a:r>
              <a:rPr lang="zh-CN" altLang="en-US" sz="3200" dirty="0">
                <a:latin typeface="楷体_GB2312" pitchFamily="49" charset="-122"/>
              </a:rPr>
              <a:t>短路导纳参数</a:t>
            </a:r>
            <a:endParaRPr lang="zh-CN" altLang="en-US" sz="3200" dirty="0">
              <a:latin typeface="楷体_GB2312" pitchFamily="49" charset="-122"/>
            </a:endParaRPr>
          </a:p>
        </p:txBody>
      </p:sp>
      <p:grpSp>
        <p:nvGrpSpPr>
          <p:cNvPr id="5133" name="Group 78"/>
          <p:cNvGrpSpPr/>
          <p:nvPr/>
        </p:nvGrpSpPr>
        <p:grpSpPr>
          <a:xfrm>
            <a:off x="8316913" y="6446838"/>
            <a:ext cx="792162" cy="366712"/>
            <a:chOff x="5193" y="4020"/>
            <a:chExt cx="499" cy="231"/>
          </a:xfrm>
        </p:grpSpPr>
        <p:pic>
          <p:nvPicPr>
            <p:cNvPr id="5172" name="Picture 79"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173" name="Text Box 8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134" name="Group 81"/>
          <p:cNvGrpSpPr/>
          <p:nvPr/>
        </p:nvGrpSpPr>
        <p:grpSpPr>
          <a:xfrm>
            <a:off x="7453313" y="6446838"/>
            <a:ext cx="792162" cy="366712"/>
            <a:chOff x="4649" y="4020"/>
            <a:chExt cx="499" cy="231"/>
          </a:xfrm>
        </p:grpSpPr>
        <p:pic>
          <p:nvPicPr>
            <p:cNvPr id="5170" name="Picture 82"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171" name="Text Box 8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135" name="Group 149"/>
          <p:cNvGrpSpPr/>
          <p:nvPr/>
        </p:nvGrpSpPr>
        <p:grpSpPr>
          <a:xfrm>
            <a:off x="6588125" y="6446838"/>
            <a:ext cx="792163" cy="366712"/>
            <a:chOff x="4649" y="4020"/>
            <a:chExt cx="499" cy="231"/>
          </a:xfrm>
        </p:grpSpPr>
        <p:pic>
          <p:nvPicPr>
            <p:cNvPr id="5168" name="Picture 150"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5169" name="Text Box 15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136" name="Group 152"/>
          <p:cNvGrpSpPr/>
          <p:nvPr/>
        </p:nvGrpSpPr>
        <p:grpSpPr>
          <a:xfrm>
            <a:off x="2268538" y="620713"/>
            <a:ext cx="4064000" cy="1871662"/>
            <a:chOff x="3120" y="2704"/>
            <a:chExt cx="2560" cy="1179"/>
          </a:xfrm>
        </p:grpSpPr>
        <p:sp>
          <p:nvSpPr>
            <p:cNvPr id="5152" name="Oval 153"/>
            <p:cNvSpPr/>
            <p:nvPr/>
          </p:nvSpPr>
          <p:spPr>
            <a:xfrm>
              <a:off x="5014" y="324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5153" name="Line 154"/>
            <p:cNvSpPr/>
            <p:nvPr/>
          </p:nvSpPr>
          <p:spPr>
            <a:xfrm>
              <a:off x="4468" y="3068"/>
              <a:ext cx="742" cy="1"/>
            </a:xfrm>
            <a:prstGeom prst="line">
              <a:avLst/>
            </a:prstGeom>
            <a:ln w="28575" cap="flat" cmpd="sng">
              <a:solidFill>
                <a:srgbClr val="FFCC00"/>
              </a:solidFill>
              <a:prstDash val="solid"/>
              <a:headEnd type="none" w="med" len="med"/>
              <a:tailEnd type="none" w="med" len="med"/>
            </a:ln>
          </p:spPr>
        </p:sp>
        <p:sp>
          <p:nvSpPr>
            <p:cNvPr id="5154" name="Line 155"/>
            <p:cNvSpPr/>
            <p:nvPr/>
          </p:nvSpPr>
          <p:spPr>
            <a:xfrm>
              <a:off x="4468" y="3764"/>
              <a:ext cx="742" cy="1"/>
            </a:xfrm>
            <a:prstGeom prst="line">
              <a:avLst/>
            </a:prstGeom>
            <a:ln w="28575" cap="flat" cmpd="sng">
              <a:solidFill>
                <a:srgbClr val="FFCC00"/>
              </a:solidFill>
              <a:prstDash val="solid"/>
              <a:headEnd type="none" w="med" len="med"/>
              <a:tailEnd type="none" w="med" len="med"/>
            </a:ln>
          </p:spPr>
        </p:sp>
        <p:sp>
          <p:nvSpPr>
            <p:cNvPr id="5155" name="Line 156"/>
            <p:cNvSpPr/>
            <p:nvPr/>
          </p:nvSpPr>
          <p:spPr>
            <a:xfrm flipH="1">
              <a:off x="4785" y="3067"/>
              <a:ext cx="294" cy="0"/>
            </a:xfrm>
            <a:prstGeom prst="line">
              <a:avLst/>
            </a:prstGeom>
            <a:ln w="28575" cap="flat" cmpd="sng">
              <a:solidFill>
                <a:srgbClr val="00FFFF"/>
              </a:solidFill>
              <a:prstDash val="solid"/>
              <a:headEnd type="none" w="med" len="med"/>
              <a:tailEnd type="triangle" w="med" len="med"/>
            </a:ln>
          </p:spPr>
        </p:sp>
        <p:sp>
          <p:nvSpPr>
            <p:cNvPr id="5156" name="Text Box 157"/>
            <p:cNvSpPr txBox="1"/>
            <p:nvPr/>
          </p:nvSpPr>
          <p:spPr>
            <a:xfrm>
              <a:off x="5200" y="30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157" name="Text Box 158"/>
            <p:cNvSpPr txBox="1"/>
            <p:nvPr/>
          </p:nvSpPr>
          <p:spPr>
            <a:xfrm>
              <a:off x="5193" y="349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5158" name="Line 159"/>
            <p:cNvSpPr/>
            <p:nvPr/>
          </p:nvSpPr>
          <p:spPr>
            <a:xfrm>
              <a:off x="5207" y="3066"/>
              <a:ext cx="0" cy="696"/>
            </a:xfrm>
            <a:prstGeom prst="line">
              <a:avLst/>
            </a:prstGeom>
            <a:ln w="28575" cap="flat" cmpd="sng">
              <a:solidFill>
                <a:srgbClr val="FFCC00"/>
              </a:solidFill>
              <a:prstDash val="solid"/>
              <a:headEnd type="none" w="med" len="med"/>
              <a:tailEnd type="none" w="med" len="med"/>
            </a:ln>
          </p:spPr>
        </p:sp>
        <p:graphicFrame>
          <p:nvGraphicFramePr>
            <p:cNvPr id="5126" name="Object 160"/>
            <p:cNvGraphicFramePr/>
            <p:nvPr/>
          </p:nvGraphicFramePr>
          <p:xfrm>
            <a:off x="4830" y="2704"/>
            <a:ext cx="240" cy="370"/>
          </p:xfrm>
          <a:graphic>
            <a:graphicData uri="http://schemas.openxmlformats.org/presentationml/2006/ole">
              <mc:AlternateContent xmlns:mc="http://schemas.openxmlformats.org/markup-compatibility/2006">
                <mc:Choice xmlns:v="urn:schemas-microsoft-com:vml" Requires="v">
                  <p:oleObj spid="_x0000_s3085" name="" r:id="rId4" imgW="190500" imgH="292100" progId="Equation.3">
                    <p:embed/>
                  </p:oleObj>
                </mc:Choice>
                <mc:Fallback>
                  <p:oleObj name="" r:id="rId4" imgW="190500" imgH="292100" progId="Equation.3">
                    <p:embed/>
                    <p:pic>
                      <p:nvPicPr>
                        <p:cNvPr id="0" name="图片 3084"/>
                        <p:cNvPicPr/>
                        <p:nvPr/>
                      </p:nvPicPr>
                      <p:blipFill>
                        <a:blip r:embed="rId5">
                          <a:clrChange>
                            <a:clrFrom>
                              <a:srgbClr val="000000"/>
                            </a:clrFrom>
                            <a:clrTo>
                              <a:srgbClr val="FFFFFF"/>
                            </a:clrTo>
                          </a:clrChange>
                        </a:blip>
                        <a:stretch>
                          <a:fillRect/>
                        </a:stretch>
                      </p:blipFill>
                      <p:spPr>
                        <a:xfrm>
                          <a:off x="4830" y="2704"/>
                          <a:ext cx="240" cy="370"/>
                        </a:xfrm>
                        <a:prstGeom prst="rect">
                          <a:avLst/>
                        </a:prstGeom>
                        <a:noFill/>
                        <a:ln w="38100">
                          <a:noFill/>
                          <a:miter/>
                        </a:ln>
                      </p:spPr>
                    </p:pic>
                  </p:oleObj>
                </mc:Fallback>
              </mc:AlternateContent>
            </a:graphicData>
          </a:graphic>
        </p:graphicFrame>
        <p:graphicFrame>
          <p:nvGraphicFramePr>
            <p:cNvPr id="5127" name="Object 161"/>
            <p:cNvGraphicFramePr/>
            <p:nvPr/>
          </p:nvGraphicFramePr>
          <p:xfrm>
            <a:off x="5376" y="3203"/>
            <a:ext cx="304" cy="370"/>
          </p:xfrm>
          <a:graphic>
            <a:graphicData uri="http://schemas.openxmlformats.org/presentationml/2006/ole">
              <mc:AlternateContent xmlns:mc="http://schemas.openxmlformats.org/markup-compatibility/2006">
                <mc:Choice xmlns:v="urn:schemas-microsoft-com:vml" Requires="v">
                  <p:oleObj spid="_x0000_s3084" name="" r:id="rId6" imgW="241300" imgH="292100" progId="Equation.3">
                    <p:embed/>
                  </p:oleObj>
                </mc:Choice>
                <mc:Fallback>
                  <p:oleObj name="" r:id="rId6" imgW="241300" imgH="292100" progId="Equation.3">
                    <p:embed/>
                    <p:pic>
                      <p:nvPicPr>
                        <p:cNvPr id="0" name="图片 3083"/>
                        <p:cNvPicPr/>
                        <p:nvPr/>
                      </p:nvPicPr>
                      <p:blipFill>
                        <a:blip r:embed="rId7">
                          <a:clrChange>
                            <a:clrFrom>
                              <a:srgbClr val="000000"/>
                            </a:clrFrom>
                            <a:clrTo>
                              <a:srgbClr val="FFFFFF"/>
                            </a:clrTo>
                          </a:clrChange>
                        </a:blip>
                        <a:stretch>
                          <a:fillRect/>
                        </a:stretch>
                      </p:blipFill>
                      <p:spPr>
                        <a:xfrm>
                          <a:off x="5376" y="3203"/>
                          <a:ext cx="304" cy="370"/>
                        </a:xfrm>
                        <a:prstGeom prst="rect">
                          <a:avLst/>
                        </a:prstGeom>
                        <a:noFill/>
                        <a:ln w="38100">
                          <a:noFill/>
                          <a:miter/>
                        </a:ln>
                      </p:spPr>
                    </p:pic>
                  </p:oleObj>
                </mc:Fallback>
              </mc:AlternateContent>
            </a:graphicData>
          </a:graphic>
        </p:graphicFrame>
        <p:sp>
          <p:nvSpPr>
            <p:cNvPr id="5159" name="Oval 162"/>
            <p:cNvSpPr/>
            <p:nvPr/>
          </p:nvSpPr>
          <p:spPr>
            <a:xfrm>
              <a:off x="3392" y="324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5160" name="Line 163"/>
            <p:cNvSpPr/>
            <p:nvPr/>
          </p:nvSpPr>
          <p:spPr>
            <a:xfrm>
              <a:off x="3544" y="3073"/>
              <a:ext cx="742" cy="1"/>
            </a:xfrm>
            <a:prstGeom prst="line">
              <a:avLst/>
            </a:prstGeom>
            <a:ln w="28575" cap="flat" cmpd="sng">
              <a:solidFill>
                <a:srgbClr val="FFCC00"/>
              </a:solidFill>
              <a:prstDash val="solid"/>
              <a:headEnd type="none" w="med" len="med"/>
              <a:tailEnd type="none" w="med" len="med"/>
            </a:ln>
          </p:spPr>
        </p:sp>
        <p:sp>
          <p:nvSpPr>
            <p:cNvPr id="5161" name="Line 164"/>
            <p:cNvSpPr/>
            <p:nvPr/>
          </p:nvSpPr>
          <p:spPr>
            <a:xfrm>
              <a:off x="3560" y="3748"/>
              <a:ext cx="726" cy="5"/>
            </a:xfrm>
            <a:prstGeom prst="line">
              <a:avLst/>
            </a:prstGeom>
            <a:ln w="28575" cap="flat" cmpd="sng">
              <a:solidFill>
                <a:srgbClr val="FFCC00"/>
              </a:solidFill>
              <a:prstDash val="solid"/>
              <a:headEnd type="none" w="med" len="med"/>
              <a:tailEnd type="none" w="med" len="med"/>
            </a:ln>
          </p:spPr>
        </p:sp>
        <p:sp>
          <p:nvSpPr>
            <p:cNvPr id="5162" name="Line 165"/>
            <p:cNvSpPr/>
            <p:nvPr/>
          </p:nvSpPr>
          <p:spPr>
            <a:xfrm>
              <a:off x="3651" y="3076"/>
              <a:ext cx="294" cy="0"/>
            </a:xfrm>
            <a:prstGeom prst="line">
              <a:avLst/>
            </a:prstGeom>
            <a:ln w="28575" cap="flat" cmpd="sng">
              <a:solidFill>
                <a:srgbClr val="00FFFF"/>
              </a:solidFill>
              <a:prstDash val="solid"/>
              <a:headEnd type="none" w="med" len="med"/>
              <a:tailEnd type="triangle" w="med" len="med"/>
            </a:ln>
          </p:spPr>
        </p:sp>
        <p:sp>
          <p:nvSpPr>
            <p:cNvPr id="5163" name="Text Box 166"/>
            <p:cNvSpPr txBox="1"/>
            <p:nvPr/>
          </p:nvSpPr>
          <p:spPr>
            <a:xfrm>
              <a:off x="3361" y="30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164" name="Text Box 167"/>
            <p:cNvSpPr txBox="1"/>
            <p:nvPr/>
          </p:nvSpPr>
          <p:spPr>
            <a:xfrm>
              <a:off x="3347" y="347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5165" name="Line 168"/>
            <p:cNvSpPr/>
            <p:nvPr/>
          </p:nvSpPr>
          <p:spPr>
            <a:xfrm>
              <a:off x="3548" y="3066"/>
              <a:ext cx="0" cy="696"/>
            </a:xfrm>
            <a:prstGeom prst="line">
              <a:avLst/>
            </a:prstGeom>
            <a:ln w="28575" cap="flat" cmpd="sng">
              <a:solidFill>
                <a:srgbClr val="FFCC00"/>
              </a:solidFill>
              <a:prstDash val="solid"/>
              <a:headEnd type="none" w="med" len="med"/>
              <a:tailEnd type="none" w="med" len="med"/>
            </a:ln>
          </p:spPr>
        </p:sp>
        <p:graphicFrame>
          <p:nvGraphicFramePr>
            <p:cNvPr id="5128" name="Object 169"/>
            <p:cNvGraphicFramePr/>
            <p:nvPr/>
          </p:nvGraphicFramePr>
          <p:xfrm>
            <a:off x="3120" y="3150"/>
            <a:ext cx="272" cy="370"/>
          </p:xfrm>
          <a:graphic>
            <a:graphicData uri="http://schemas.openxmlformats.org/presentationml/2006/ole">
              <mc:AlternateContent xmlns:mc="http://schemas.openxmlformats.org/markup-compatibility/2006">
                <mc:Choice xmlns:v="urn:schemas-microsoft-com:vml" Requires="v">
                  <p:oleObj spid="_x0000_s3115" name="" r:id="rId8" imgW="215900" imgH="291465" progId="Equation.3">
                    <p:embed/>
                  </p:oleObj>
                </mc:Choice>
                <mc:Fallback>
                  <p:oleObj name="" r:id="rId8" imgW="215900" imgH="291465" progId="Equation.3">
                    <p:embed/>
                    <p:pic>
                      <p:nvPicPr>
                        <p:cNvPr id="0" name="图片 3114"/>
                        <p:cNvPicPr/>
                        <p:nvPr/>
                      </p:nvPicPr>
                      <p:blipFill>
                        <a:blip r:embed="rId9">
                          <a:clrChange>
                            <a:clrFrom>
                              <a:srgbClr val="000000"/>
                            </a:clrFrom>
                            <a:clrTo>
                              <a:srgbClr val="FFFFFF"/>
                            </a:clrTo>
                          </a:clrChange>
                        </a:blip>
                        <a:stretch>
                          <a:fillRect/>
                        </a:stretch>
                      </p:blipFill>
                      <p:spPr>
                        <a:xfrm>
                          <a:off x="3120" y="3150"/>
                          <a:ext cx="272" cy="370"/>
                        </a:xfrm>
                        <a:prstGeom prst="rect">
                          <a:avLst/>
                        </a:prstGeom>
                        <a:noFill/>
                        <a:ln w="38100">
                          <a:noFill/>
                          <a:miter/>
                        </a:ln>
                      </p:spPr>
                    </p:pic>
                  </p:oleObj>
                </mc:Fallback>
              </mc:AlternateContent>
            </a:graphicData>
          </a:graphic>
        </p:graphicFrame>
        <p:graphicFrame>
          <p:nvGraphicFramePr>
            <p:cNvPr id="5129" name="Object 170"/>
            <p:cNvGraphicFramePr/>
            <p:nvPr/>
          </p:nvGraphicFramePr>
          <p:xfrm>
            <a:off x="3696" y="2704"/>
            <a:ext cx="208" cy="370"/>
          </p:xfrm>
          <a:graphic>
            <a:graphicData uri="http://schemas.openxmlformats.org/presentationml/2006/ole">
              <mc:AlternateContent xmlns:mc="http://schemas.openxmlformats.org/markup-compatibility/2006">
                <mc:Choice xmlns:v="urn:schemas-microsoft-com:vml" Requires="v">
                  <p:oleObj spid="_x0000_s3117" name="" r:id="rId10" imgW="165100" imgH="291465" progId="Equation.3">
                    <p:embed/>
                  </p:oleObj>
                </mc:Choice>
                <mc:Fallback>
                  <p:oleObj name="" r:id="rId10" imgW="165100" imgH="291465" progId="Equation.3">
                    <p:embed/>
                    <p:pic>
                      <p:nvPicPr>
                        <p:cNvPr id="0" name="图片 3116"/>
                        <p:cNvPicPr/>
                        <p:nvPr/>
                      </p:nvPicPr>
                      <p:blipFill>
                        <a:blip r:embed="rId11">
                          <a:clrChange>
                            <a:clrFrom>
                              <a:srgbClr val="000000"/>
                            </a:clrFrom>
                            <a:clrTo>
                              <a:srgbClr val="FFFFFF"/>
                            </a:clrTo>
                          </a:clrChange>
                        </a:blip>
                        <a:stretch>
                          <a:fillRect/>
                        </a:stretch>
                      </p:blipFill>
                      <p:spPr>
                        <a:xfrm>
                          <a:off x="3696" y="2704"/>
                          <a:ext cx="208" cy="370"/>
                        </a:xfrm>
                        <a:prstGeom prst="rect">
                          <a:avLst/>
                        </a:prstGeom>
                        <a:noFill/>
                        <a:ln w="38100">
                          <a:noFill/>
                          <a:miter/>
                        </a:ln>
                      </p:spPr>
                    </p:pic>
                  </p:oleObj>
                </mc:Fallback>
              </mc:AlternateContent>
            </a:graphicData>
          </a:graphic>
        </p:graphicFrame>
        <p:sp>
          <p:nvSpPr>
            <p:cNvPr id="5166" name="Rectangle 171"/>
            <p:cNvSpPr/>
            <p:nvPr/>
          </p:nvSpPr>
          <p:spPr>
            <a:xfrm>
              <a:off x="4059" y="2919"/>
              <a:ext cx="63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5167" name="Rectangle 172"/>
            <p:cNvSpPr/>
            <p:nvPr/>
          </p:nvSpPr>
          <p:spPr>
            <a:xfrm>
              <a:off x="4308" y="3200"/>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grpSp>
      <p:grpSp>
        <p:nvGrpSpPr>
          <p:cNvPr id="6" name="Group 173"/>
          <p:cNvGrpSpPr/>
          <p:nvPr/>
        </p:nvGrpSpPr>
        <p:grpSpPr>
          <a:xfrm>
            <a:off x="2266950" y="692150"/>
            <a:ext cx="3997325" cy="2017713"/>
            <a:chOff x="2517" y="2341"/>
            <a:chExt cx="2518" cy="1271"/>
          </a:xfrm>
        </p:grpSpPr>
        <p:sp>
          <p:nvSpPr>
            <p:cNvPr id="5138" name="Rectangle 174"/>
            <p:cNvSpPr/>
            <p:nvPr/>
          </p:nvSpPr>
          <p:spPr>
            <a:xfrm>
              <a:off x="2517" y="2341"/>
              <a:ext cx="2518" cy="1271"/>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5139" name="Oval 175"/>
            <p:cNvSpPr/>
            <p:nvPr/>
          </p:nvSpPr>
          <p:spPr>
            <a:xfrm>
              <a:off x="4305" y="288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5140" name="Line 176"/>
            <p:cNvSpPr/>
            <p:nvPr/>
          </p:nvSpPr>
          <p:spPr>
            <a:xfrm>
              <a:off x="3759" y="2705"/>
              <a:ext cx="742" cy="1"/>
            </a:xfrm>
            <a:prstGeom prst="line">
              <a:avLst/>
            </a:prstGeom>
            <a:ln w="28575" cap="flat" cmpd="sng">
              <a:solidFill>
                <a:srgbClr val="FFCC00"/>
              </a:solidFill>
              <a:prstDash val="solid"/>
              <a:headEnd type="none" w="med" len="med"/>
              <a:tailEnd type="none" w="med" len="med"/>
            </a:ln>
          </p:spPr>
        </p:sp>
        <p:sp>
          <p:nvSpPr>
            <p:cNvPr id="5141" name="Line 177"/>
            <p:cNvSpPr/>
            <p:nvPr/>
          </p:nvSpPr>
          <p:spPr>
            <a:xfrm>
              <a:off x="3759" y="3401"/>
              <a:ext cx="742" cy="1"/>
            </a:xfrm>
            <a:prstGeom prst="line">
              <a:avLst/>
            </a:prstGeom>
            <a:ln w="28575" cap="flat" cmpd="sng">
              <a:solidFill>
                <a:srgbClr val="FFCC00"/>
              </a:solidFill>
              <a:prstDash val="solid"/>
              <a:headEnd type="none" w="med" len="med"/>
              <a:tailEnd type="none" w="med" len="med"/>
            </a:ln>
          </p:spPr>
        </p:sp>
        <p:sp>
          <p:nvSpPr>
            <p:cNvPr id="5142" name="Line 178"/>
            <p:cNvSpPr/>
            <p:nvPr/>
          </p:nvSpPr>
          <p:spPr>
            <a:xfrm flipH="1">
              <a:off x="4105" y="2704"/>
              <a:ext cx="294" cy="0"/>
            </a:xfrm>
            <a:prstGeom prst="line">
              <a:avLst/>
            </a:prstGeom>
            <a:ln w="28575" cap="flat" cmpd="sng">
              <a:solidFill>
                <a:srgbClr val="00FFFF"/>
              </a:solidFill>
              <a:prstDash val="solid"/>
              <a:headEnd type="none" w="med" len="med"/>
              <a:tailEnd type="triangle" w="med" len="med"/>
            </a:ln>
          </p:spPr>
        </p:sp>
        <p:sp>
          <p:nvSpPr>
            <p:cNvPr id="5143" name="Text Box 179"/>
            <p:cNvSpPr txBox="1"/>
            <p:nvPr/>
          </p:nvSpPr>
          <p:spPr>
            <a:xfrm>
              <a:off x="4491" y="265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144" name="Text Box 180"/>
            <p:cNvSpPr txBox="1"/>
            <p:nvPr/>
          </p:nvSpPr>
          <p:spPr>
            <a:xfrm>
              <a:off x="4484" y="313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5145" name="Line 181"/>
            <p:cNvSpPr/>
            <p:nvPr/>
          </p:nvSpPr>
          <p:spPr>
            <a:xfrm>
              <a:off x="4498" y="2703"/>
              <a:ext cx="0" cy="696"/>
            </a:xfrm>
            <a:prstGeom prst="line">
              <a:avLst/>
            </a:prstGeom>
            <a:ln w="28575" cap="flat" cmpd="sng">
              <a:solidFill>
                <a:srgbClr val="FFCC00"/>
              </a:solidFill>
              <a:prstDash val="solid"/>
              <a:headEnd type="none" w="med" len="med"/>
              <a:tailEnd type="none" w="med" len="med"/>
            </a:ln>
          </p:spPr>
        </p:sp>
        <p:graphicFrame>
          <p:nvGraphicFramePr>
            <p:cNvPr id="5123" name="Object 182"/>
            <p:cNvGraphicFramePr/>
            <p:nvPr/>
          </p:nvGraphicFramePr>
          <p:xfrm>
            <a:off x="4150" y="2341"/>
            <a:ext cx="240" cy="370"/>
          </p:xfrm>
          <a:graphic>
            <a:graphicData uri="http://schemas.openxmlformats.org/presentationml/2006/ole">
              <mc:AlternateContent xmlns:mc="http://schemas.openxmlformats.org/markup-compatibility/2006">
                <mc:Choice xmlns:v="urn:schemas-microsoft-com:vml" Requires="v">
                  <p:oleObj spid="_x0000_s3116" name="" r:id="rId12" imgW="190500" imgH="292100" progId="Equation.3">
                    <p:embed/>
                  </p:oleObj>
                </mc:Choice>
                <mc:Fallback>
                  <p:oleObj name="" r:id="rId12" imgW="190500" imgH="292100" progId="Equation.3">
                    <p:embed/>
                    <p:pic>
                      <p:nvPicPr>
                        <p:cNvPr id="0" name="图片 3115"/>
                        <p:cNvPicPr/>
                        <p:nvPr/>
                      </p:nvPicPr>
                      <p:blipFill>
                        <a:blip r:embed="rId5">
                          <a:clrChange>
                            <a:clrFrom>
                              <a:srgbClr val="000000"/>
                            </a:clrFrom>
                            <a:clrTo>
                              <a:srgbClr val="FFFFFF"/>
                            </a:clrTo>
                          </a:clrChange>
                        </a:blip>
                        <a:stretch>
                          <a:fillRect/>
                        </a:stretch>
                      </p:blipFill>
                      <p:spPr>
                        <a:xfrm>
                          <a:off x="4150" y="2341"/>
                          <a:ext cx="240" cy="370"/>
                        </a:xfrm>
                        <a:prstGeom prst="rect">
                          <a:avLst/>
                        </a:prstGeom>
                        <a:noFill/>
                        <a:ln w="38100">
                          <a:noFill/>
                          <a:miter/>
                        </a:ln>
                      </p:spPr>
                    </p:pic>
                  </p:oleObj>
                </mc:Fallback>
              </mc:AlternateContent>
            </a:graphicData>
          </a:graphic>
        </p:graphicFrame>
        <p:graphicFrame>
          <p:nvGraphicFramePr>
            <p:cNvPr id="5124" name="Object 183"/>
            <p:cNvGraphicFramePr/>
            <p:nvPr/>
          </p:nvGraphicFramePr>
          <p:xfrm>
            <a:off x="4667" y="2840"/>
            <a:ext cx="304" cy="370"/>
          </p:xfrm>
          <a:graphic>
            <a:graphicData uri="http://schemas.openxmlformats.org/presentationml/2006/ole">
              <mc:AlternateContent xmlns:mc="http://schemas.openxmlformats.org/markup-compatibility/2006">
                <mc:Choice xmlns:v="urn:schemas-microsoft-com:vml" Requires="v">
                  <p:oleObj spid="_x0000_s3114" name="" r:id="rId13" imgW="241300" imgH="292100" progId="Equation.3">
                    <p:embed/>
                  </p:oleObj>
                </mc:Choice>
                <mc:Fallback>
                  <p:oleObj name="" r:id="rId13" imgW="241300" imgH="292100" progId="Equation.3">
                    <p:embed/>
                    <p:pic>
                      <p:nvPicPr>
                        <p:cNvPr id="0" name="图片 3113"/>
                        <p:cNvPicPr/>
                        <p:nvPr/>
                      </p:nvPicPr>
                      <p:blipFill>
                        <a:blip r:embed="rId7">
                          <a:clrChange>
                            <a:clrFrom>
                              <a:srgbClr val="000000"/>
                            </a:clrFrom>
                            <a:clrTo>
                              <a:srgbClr val="FFFFFF"/>
                            </a:clrTo>
                          </a:clrChange>
                        </a:blip>
                        <a:stretch>
                          <a:fillRect/>
                        </a:stretch>
                      </p:blipFill>
                      <p:spPr>
                        <a:xfrm>
                          <a:off x="4667" y="2840"/>
                          <a:ext cx="304" cy="370"/>
                        </a:xfrm>
                        <a:prstGeom prst="rect">
                          <a:avLst/>
                        </a:prstGeom>
                        <a:noFill/>
                        <a:ln w="38100">
                          <a:noFill/>
                          <a:miter/>
                        </a:ln>
                      </p:spPr>
                    </p:pic>
                  </p:oleObj>
                </mc:Fallback>
              </mc:AlternateContent>
            </a:graphicData>
          </a:graphic>
        </p:graphicFrame>
        <p:sp>
          <p:nvSpPr>
            <p:cNvPr id="5146" name="Line 184"/>
            <p:cNvSpPr/>
            <p:nvPr/>
          </p:nvSpPr>
          <p:spPr>
            <a:xfrm>
              <a:off x="2835" y="2710"/>
              <a:ext cx="742" cy="1"/>
            </a:xfrm>
            <a:prstGeom prst="line">
              <a:avLst/>
            </a:prstGeom>
            <a:ln w="28575" cap="flat" cmpd="sng">
              <a:solidFill>
                <a:srgbClr val="FFCC00"/>
              </a:solidFill>
              <a:prstDash val="solid"/>
              <a:headEnd type="none" w="med" len="med"/>
              <a:tailEnd type="none" w="med" len="med"/>
            </a:ln>
          </p:spPr>
        </p:sp>
        <p:sp>
          <p:nvSpPr>
            <p:cNvPr id="5147" name="Line 185"/>
            <p:cNvSpPr/>
            <p:nvPr/>
          </p:nvSpPr>
          <p:spPr>
            <a:xfrm>
              <a:off x="2851" y="3385"/>
              <a:ext cx="726" cy="5"/>
            </a:xfrm>
            <a:prstGeom prst="line">
              <a:avLst/>
            </a:prstGeom>
            <a:ln w="28575" cap="flat" cmpd="sng">
              <a:solidFill>
                <a:srgbClr val="FFCC00"/>
              </a:solidFill>
              <a:prstDash val="solid"/>
              <a:headEnd type="none" w="med" len="med"/>
              <a:tailEnd type="none" w="med" len="med"/>
            </a:ln>
          </p:spPr>
        </p:sp>
        <p:sp>
          <p:nvSpPr>
            <p:cNvPr id="5148" name="Line 186"/>
            <p:cNvSpPr/>
            <p:nvPr/>
          </p:nvSpPr>
          <p:spPr>
            <a:xfrm>
              <a:off x="2925" y="2704"/>
              <a:ext cx="294" cy="0"/>
            </a:xfrm>
            <a:prstGeom prst="line">
              <a:avLst/>
            </a:prstGeom>
            <a:ln w="28575" cap="flat" cmpd="sng">
              <a:solidFill>
                <a:srgbClr val="00FFFF"/>
              </a:solidFill>
              <a:prstDash val="solid"/>
              <a:headEnd type="none" w="med" len="med"/>
              <a:tailEnd type="triangle" w="med" len="med"/>
            </a:ln>
          </p:spPr>
        </p:sp>
        <p:sp>
          <p:nvSpPr>
            <p:cNvPr id="5149" name="Line 187"/>
            <p:cNvSpPr/>
            <p:nvPr/>
          </p:nvSpPr>
          <p:spPr>
            <a:xfrm>
              <a:off x="2839" y="2703"/>
              <a:ext cx="0" cy="696"/>
            </a:xfrm>
            <a:prstGeom prst="line">
              <a:avLst/>
            </a:prstGeom>
            <a:ln w="28575" cap="flat" cmpd="sng">
              <a:solidFill>
                <a:srgbClr val="FFCC00"/>
              </a:solidFill>
              <a:prstDash val="solid"/>
              <a:headEnd type="none" w="med" len="med"/>
              <a:tailEnd type="none" w="med" len="med"/>
            </a:ln>
          </p:spPr>
        </p:sp>
        <p:graphicFrame>
          <p:nvGraphicFramePr>
            <p:cNvPr id="5125" name="Object 188"/>
            <p:cNvGraphicFramePr/>
            <p:nvPr/>
          </p:nvGraphicFramePr>
          <p:xfrm>
            <a:off x="2971" y="2341"/>
            <a:ext cx="208" cy="370"/>
          </p:xfrm>
          <a:graphic>
            <a:graphicData uri="http://schemas.openxmlformats.org/presentationml/2006/ole">
              <mc:AlternateContent xmlns:mc="http://schemas.openxmlformats.org/markup-compatibility/2006">
                <mc:Choice xmlns:v="urn:schemas-microsoft-com:vml" Requires="v">
                  <p:oleObj spid="_x0000_s3113" name="" r:id="rId14" imgW="165100" imgH="291465" progId="Equation.3">
                    <p:embed/>
                  </p:oleObj>
                </mc:Choice>
                <mc:Fallback>
                  <p:oleObj name="" r:id="rId14" imgW="165100" imgH="291465" progId="Equation.3">
                    <p:embed/>
                    <p:pic>
                      <p:nvPicPr>
                        <p:cNvPr id="0" name="图片 3112"/>
                        <p:cNvPicPr/>
                        <p:nvPr/>
                      </p:nvPicPr>
                      <p:blipFill>
                        <a:blip r:embed="rId11">
                          <a:clrChange>
                            <a:clrFrom>
                              <a:srgbClr val="000000"/>
                            </a:clrFrom>
                            <a:clrTo>
                              <a:srgbClr val="FFFFFF"/>
                            </a:clrTo>
                          </a:clrChange>
                        </a:blip>
                        <a:stretch>
                          <a:fillRect/>
                        </a:stretch>
                      </p:blipFill>
                      <p:spPr>
                        <a:xfrm>
                          <a:off x="2971" y="2341"/>
                          <a:ext cx="208" cy="370"/>
                        </a:xfrm>
                        <a:prstGeom prst="rect">
                          <a:avLst/>
                        </a:prstGeom>
                        <a:noFill/>
                        <a:ln w="38100">
                          <a:noFill/>
                          <a:miter/>
                        </a:ln>
                      </p:spPr>
                    </p:pic>
                  </p:oleObj>
                </mc:Fallback>
              </mc:AlternateContent>
            </a:graphicData>
          </a:graphic>
        </p:graphicFrame>
        <p:sp>
          <p:nvSpPr>
            <p:cNvPr id="5150" name="Rectangle 189"/>
            <p:cNvSpPr/>
            <p:nvPr/>
          </p:nvSpPr>
          <p:spPr>
            <a:xfrm>
              <a:off x="3350" y="2556"/>
              <a:ext cx="63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5151" name="Rectangle 190"/>
            <p:cNvSpPr/>
            <p:nvPr/>
          </p:nvSpPr>
          <p:spPr>
            <a:xfrm>
              <a:off x="3599" y="2837"/>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628"/>
                                        </p:tgtEl>
                                        <p:attrNameLst>
                                          <p:attrName>style.visibility</p:attrName>
                                        </p:attrNameLst>
                                      </p:cBhvr>
                                      <p:to>
                                        <p:strVal val="visible"/>
                                      </p:to>
                                    </p:set>
                                    <p:animEffect transition="in" filter="wipe(up)">
                                      <p:cBhvr>
                                        <p:cTn id="7" dur="2000"/>
                                        <p:tgtEl>
                                          <p:spTgt spid="246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29">
                                            <p:txEl>
                                              <p:charRg st="0" end="5"/>
                                            </p:txEl>
                                          </p:spTgt>
                                        </p:tgtEl>
                                        <p:attrNameLst>
                                          <p:attrName>style.visibility</p:attrName>
                                        </p:attrNameLst>
                                      </p:cBhvr>
                                      <p:to>
                                        <p:strVal val="visible"/>
                                      </p:to>
                                    </p:set>
                                    <p:animEffect transition="in" filter="wipe(left)">
                                      <p:cBhvr>
                                        <p:cTn id="12" dur="500"/>
                                        <p:tgtEl>
                                          <p:spTgt spid="24629">
                                            <p:txEl>
                                              <p:charRg st="0"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30">
                                            <p:txEl>
                                              <p:charRg st="0" end="5"/>
                                            </p:txEl>
                                          </p:spTgt>
                                        </p:tgtEl>
                                        <p:attrNameLst>
                                          <p:attrName>style.visibility</p:attrName>
                                        </p:attrNameLst>
                                      </p:cBhvr>
                                      <p:to>
                                        <p:strVal val="visible"/>
                                      </p:to>
                                    </p:set>
                                    <p:animEffect transition="in" filter="wipe(left)">
                                      <p:cBhvr>
                                        <p:cTn id="17" dur="500"/>
                                        <p:tgtEl>
                                          <p:spTgt spid="24630">
                                            <p:txEl>
                                              <p:charRg st="0"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24648"/>
                                        </p:tgtEl>
                                        <p:attrNameLst>
                                          <p:attrName>style.visibility</p:attrName>
                                        </p:attrNameLst>
                                      </p:cBhvr>
                                      <p:to>
                                        <p:strVal val="visible"/>
                                      </p:to>
                                    </p:set>
                                    <p:anim calcmode="lin" valueType="num">
                                      <p:cBhvr>
                                        <p:cTn id="22" dur="1000" fill="hold"/>
                                        <p:tgtEl>
                                          <p:spTgt spid="24648"/>
                                        </p:tgtEl>
                                        <p:attrNameLst>
                                          <p:attrName>ppt_w</p:attrName>
                                        </p:attrNameLst>
                                      </p:cBhvr>
                                      <p:tavLst>
                                        <p:tav tm="0">
                                          <p:val>
                                            <p:strVal val="#ppt_w*0.70"/>
                                          </p:val>
                                        </p:tav>
                                        <p:tav tm="100000">
                                          <p:val>
                                            <p:strVal val="#ppt_w"/>
                                          </p:val>
                                        </p:tav>
                                      </p:tavLst>
                                    </p:anim>
                                    <p:anim calcmode="lin" valueType="num">
                                      <p:cBhvr>
                                        <p:cTn id="23" dur="1000" fill="hold"/>
                                        <p:tgtEl>
                                          <p:spTgt spid="24648"/>
                                        </p:tgtEl>
                                        <p:attrNameLst>
                                          <p:attrName>ppt_h</p:attrName>
                                        </p:attrNameLst>
                                      </p:cBhvr>
                                      <p:tavLst>
                                        <p:tav tm="0">
                                          <p:val>
                                            <p:strVal val="#ppt_h"/>
                                          </p:val>
                                        </p:tav>
                                        <p:tav tm="100000">
                                          <p:val>
                                            <p:strVal val="#ppt_h"/>
                                          </p:val>
                                        </p:tav>
                                      </p:tavLst>
                                    </p:anim>
                                    <p:animEffect transition="in" filter="fade">
                                      <p:cBhvr>
                                        <p:cTn id="24" dur="1000"/>
                                        <p:tgtEl>
                                          <p:spTgt spid="24648"/>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29" grpId="0" build="p"/>
      <p:bldP spid="24630" grpId="0" build="p"/>
      <p:bldP spid="246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8" name="Text Box 6"/>
          <p:cNvSpPr txBox="1"/>
          <p:nvPr/>
        </p:nvSpPr>
        <p:spPr>
          <a:xfrm>
            <a:off x="539750" y="549275"/>
            <a:ext cx="1368425" cy="579438"/>
          </a:xfrm>
          <a:prstGeom prst="rect">
            <a:avLst/>
          </a:prstGeom>
          <a:noFill/>
          <a:ln w="9525">
            <a:noFill/>
          </a:ln>
        </p:spPr>
        <p:txBody>
          <a:bodyPr>
            <a:spAutoFit/>
          </a:bodyPr>
          <a:p>
            <a:pPr>
              <a:spcBef>
                <a:spcPct val="50000"/>
              </a:spcBef>
            </a:pPr>
            <a:r>
              <a:rPr lang="zh-CN" altLang="en-US" sz="3200" dirty="0">
                <a:latin typeface="宋体" panose="02010600030101010101" pitchFamily="2" charset="-122"/>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2-1</a:t>
            </a:r>
            <a:endParaRPr lang="en-US" altLang="zh-CN" sz="3200" b="0" dirty="0">
              <a:latin typeface="Times New Roman" panose="02020603050405020304" pitchFamily="18" charset="0"/>
              <a:ea typeface="宋体" panose="02010600030101010101" pitchFamily="2" charset="-122"/>
            </a:endParaRPr>
          </a:p>
        </p:txBody>
      </p:sp>
      <p:graphicFrame>
        <p:nvGraphicFramePr>
          <p:cNvPr id="23559" name="Object 7"/>
          <p:cNvGraphicFramePr/>
          <p:nvPr/>
        </p:nvGraphicFramePr>
        <p:xfrm>
          <a:off x="827088" y="3652838"/>
          <a:ext cx="3770312" cy="1301750"/>
        </p:xfrm>
        <a:graphic>
          <a:graphicData uri="http://schemas.openxmlformats.org/presentationml/2006/ole">
            <mc:AlternateContent xmlns:mc="http://schemas.openxmlformats.org/markup-compatibility/2006">
              <mc:Choice xmlns:v="urn:schemas-microsoft-com:vml" Requires="v">
                <p:oleObj spid="_x0000_s3096" name="" r:id="rId1" imgW="1473200" imgH="508000" progId="Equation.3">
                  <p:embed/>
                </p:oleObj>
              </mc:Choice>
              <mc:Fallback>
                <p:oleObj name="" r:id="rId1" imgW="1473200" imgH="508000" progId="Equation.3">
                  <p:embed/>
                  <p:pic>
                    <p:nvPicPr>
                      <p:cNvPr id="0" name="图片 3095"/>
                      <p:cNvPicPr/>
                      <p:nvPr/>
                    </p:nvPicPr>
                    <p:blipFill>
                      <a:blip r:embed="rId2">
                        <a:clrChange>
                          <a:clrFrom>
                            <a:srgbClr val="000000"/>
                          </a:clrFrom>
                          <a:clrTo>
                            <a:srgbClr val="FFFFFF"/>
                          </a:clrTo>
                        </a:clrChange>
                      </a:blip>
                      <a:stretch>
                        <a:fillRect/>
                      </a:stretch>
                    </p:blipFill>
                    <p:spPr>
                      <a:xfrm>
                        <a:off x="827088" y="3652838"/>
                        <a:ext cx="3770312" cy="1301750"/>
                      </a:xfrm>
                      <a:prstGeom prst="rect">
                        <a:avLst/>
                      </a:prstGeom>
                      <a:noFill/>
                      <a:ln w="38100">
                        <a:noFill/>
                        <a:miter/>
                      </a:ln>
                    </p:spPr>
                  </p:pic>
                </p:oleObj>
              </mc:Fallback>
            </mc:AlternateContent>
          </a:graphicData>
        </a:graphic>
      </p:graphicFrame>
      <p:graphicFrame>
        <p:nvGraphicFramePr>
          <p:cNvPr id="23560" name="Object 8"/>
          <p:cNvGraphicFramePr/>
          <p:nvPr/>
        </p:nvGraphicFramePr>
        <p:xfrm>
          <a:off x="1004888" y="5013325"/>
          <a:ext cx="2814637" cy="1192213"/>
        </p:xfrm>
        <a:graphic>
          <a:graphicData uri="http://schemas.openxmlformats.org/presentationml/2006/ole">
            <mc:AlternateContent xmlns:mc="http://schemas.openxmlformats.org/markup-compatibility/2006">
              <mc:Choice xmlns:v="urn:schemas-microsoft-com:vml" Requires="v">
                <p:oleObj spid="_x0000_s3099" name="" r:id="rId3" imgW="1193800" imgH="457200" progId="Equation.3">
                  <p:embed/>
                </p:oleObj>
              </mc:Choice>
              <mc:Fallback>
                <p:oleObj name="" r:id="rId3" imgW="1193800" imgH="457200" progId="Equation.3">
                  <p:embed/>
                  <p:pic>
                    <p:nvPicPr>
                      <p:cNvPr id="0" name="图片 3098"/>
                      <p:cNvPicPr/>
                      <p:nvPr/>
                    </p:nvPicPr>
                    <p:blipFill>
                      <a:blip r:embed="rId4">
                        <a:clrChange>
                          <a:clrFrom>
                            <a:srgbClr val="000000"/>
                          </a:clrFrom>
                          <a:clrTo>
                            <a:srgbClr val="FFFFFF"/>
                          </a:clrTo>
                        </a:clrChange>
                      </a:blip>
                      <a:stretch>
                        <a:fillRect/>
                      </a:stretch>
                    </p:blipFill>
                    <p:spPr>
                      <a:xfrm>
                        <a:off x="1004888" y="5013325"/>
                        <a:ext cx="2814637" cy="1192213"/>
                      </a:xfrm>
                      <a:prstGeom prst="rect">
                        <a:avLst/>
                      </a:prstGeom>
                      <a:noFill/>
                      <a:ln w="38100">
                        <a:noFill/>
                        <a:miter/>
                      </a:ln>
                    </p:spPr>
                  </p:pic>
                </p:oleObj>
              </mc:Fallback>
            </mc:AlternateContent>
          </a:graphicData>
        </a:graphic>
      </p:graphicFrame>
      <p:sp>
        <p:nvSpPr>
          <p:cNvPr id="23589" name="Text Box 37"/>
          <p:cNvSpPr txBox="1"/>
          <p:nvPr/>
        </p:nvSpPr>
        <p:spPr>
          <a:xfrm>
            <a:off x="611188" y="1412875"/>
            <a:ext cx="647700" cy="519113"/>
          </a:xfrm>
          <a:prstGeom prst="rect">
            <a:avLst/>
          </a:prstGeom>
          <a:solidFill>
            <a:srgbClr val="990033"/>
          </a:solidFill>
          <a:ln w="9525">
            <a:noFill/>
          </a:ln>
        </p:spPr>
        <p:txBody>
          <a:bodyPr>
            <a:spAutoFit/>
          </a:bodyPr>
          <a:p>
            <a:pPr>
              <a:spcBef>
                <a:spcPct val="50000"/>
              </a:spcBef>
            </a:pPr>
            <a:r>
              <a:rPr lang="zh-CN" altLang="en-US" dirty="0">
                <a:latin typeface="宋体" panose="02010600030101010101" pitchFamily="2" charset="-122"/>
                <a:ea typeface="宋体" panose="02010600030101010101" pitchFamily="2" charset="-122"/>
              </a:rPr>
              <a:t>解</a:t>
            </a:r>
            <a:endParaRPr lang="zh-CN" altLang="en-US" dirty="0">
              <a:latin typeface="宋体" panose="02010600030101010101" pitchFamily="2" charset="-122"/>
              <a:ea typeface="宋体" panose="02010600030101010101" pitchFamily="2" charset="-122"/>
            </a:endParaRPr>
          </a:p>
        </p:txBody>
      </p:sp>
      <p:graphicFrame>
        <p:nvGraphicFramePr>
          <p:cNvPr id="23644" name="Object 92"/>
          <p:cNvGraphicFramePr/>
          <p:nvPr/>
        </p:nvGraphicFramePr>
        <p:xfrm>
          <a:off x="5003800" y="3724275"/>
          <a:ext cx="3640138" cy="2657475"/>
        </p:xfrm>
        <a:graphic>
          <a:graphicData uri="http://schemas.openxmlformats.org/presentationml/2006/ole">
            <mc:AlternateContent xmlns:mc="http://schemas.openxmlformats.org/markup-compatibility/2006">
              <mc:Choice xmlns:v="urn:schemas-microsoft-com:vml" Requires="v">
                <p:oleObj spid="_x0000_s3095" name="" r:id="rId5" imgW="1511300" imgH="1054100" progId="Equation.3">
                  <p:embed/>
                </p:oleObj>
              </mc:Choice>
              <mc:Fallback>
                <p:oleObj name="" r:id="rId5" imgW="1511300" imgH="1054100" progId="Equation.3">
                  <p:embed/>
                  <p:pic>
                    <p:nvPicPr>
                      <p:cNvPr id="0" name="图片 3094"/>
                      <p:cNvPicPr/>
                      <p:nvPr/>
                    </p:nvPicPr>
                    <p:blipFill>
                      <a:blip r:embed="rId6">
                        <a:clrChange>
                          <a:clrFrom>
                            <a:srgbClr val="000000"/>
                          </a:clrFrom>
                          <a:clrTo>
                            <a:srgbClr val="FFFFFF"/>
                          </a:clrTo>
                        </a:clrChange>
                      </a:blip>
                      <a:stretch>
                        <a:fillRect/>
                      </a:stretch>
                    </p:blipFill>
                    <p:spPr>
                      <a:xfrm>
                        <a:off x="5003800" y="3724275"/>
                        <a:ext cx="3640138" cy="2657475"/>
                      </a:xfrm>
                      <a:prstGeom prst="rect">
                        <a:avLst/>
                      </a:prstGeom>
                      <a:noFill/>
                      <a:ln w="38100">
                        <a:noFill/>
                        <a:miter/>
                      </a:ln>
                    </p:spPr>
                  </p:pic>
                </p:oleObj>
              </mc:Fallback>
            </mc:AlternateContent>
          </a:graphicData>
        </a:graphic>
      </p:graphicFrame>
      <p:sp>
        <p:nvSpPr>
          <p:cNvPr id="23645" name="Text Box 93"/>
          <p:cNvSpPr txBox="1"/>
          <p:nvPr/>
        </p:nvSpPr>
        <p:spPr>
          <a:xfrm>
            <a:off x="1547813" y="620713"/>
            <a:ext cx="5256212"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求图示二端口的</a:t>
            </a:r>
            <a:r>
              <a:rPr lang="en-US" altLang="zh-CN" b="0" i="1" dirty="0">
                <a:latin typeface="Times New Roman" panose="02020603050405020304" pitchFamily="18" charset="0"/>
              </a:rPr>
              <a:t>Y</a:t>
            </a:r>
            <a:r>
              <a:rPr lang="en-US" altLang="zh-CN" b="0" dirty="0">
                <a:latin typeface="楷体_GB2312" pitchFamily="49" charset="-122"/>
              </a:rPr>
              <a: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6164" name="Group 105"/>
          <p:cNvGrpSpPr/>
          <p:nvPr/>
        </p:nvGrpSpPr>
        <p:grpSpPr>
          <a:xfrm>
            <a:off x="8316913" y="6446838"/>
            <a:ext cx="792162" cy="366712"/>
            <a:chOff x="5193" y="4020"/>
            <a:chExt cx="499" cy="231"/>
          </a:xfrm>
        </p:grpSpPr>
        <p:pic>
          <p:nvPicPr>
            <p:cNvPr id="6230" name="Picture 106"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6231" name="Text Box 10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6165" name="Group 108"/>
          <p:cNvGrpSpPr/>
          <p:nvPr/>
        </p:nvGrpSpPr>
        <p:grpSpPr>
          <a:xfrm>
            <a:off x="7453313" y="6446838"/>
            <a:ext cx="792162" cy="366712"/>
            <a:chOff x="4649" y="4020"/>
            <a:chExt cx="499" cy="231"/>
          </a:xfrm>
        </p:grpSpPr>
        <p:pic>
          <p:nvPicPr>
            <p:cNvPr id="6228" name="Picture 109"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6229" name="Text Box 11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192"/>
          <p:cNvGrpSpPr/>
          <p:nvPr/>
        </p:nvGrpSpPr>
        <p:grpSpPr>
          <a:xfrm>
            <a:off x="2627313" y="1196975"/>
            <a:ext cx="4227512" cy="2192338"/>
            <a:chOff x="1701" y="818"/>
            <a:chExt cx="2663" cy="1381"/>
          </a:xfrm>
        </p:grpSpPr>
        <p:graphicFrame>
          <p:nvGraphicFramePr>
            <p:cNvPr id="6157" name="Object 115"/>
            <p:cNvGraphicFramePr/>
            <p:nvPr/>
          </p:nvGraphicFramePr>
          <p:xfrm>
            <a:off x="1701" y="1524"/>
            <a:ext cx="272" cy="370"/>
          </p:xfrm>
          <a:graphic>
            <a:graphicData uri="http://schemas.openxmlformats.org/presentationml/2006/ole">
              <mc:AlternateContent xmlns:mc="http://schemas.openxmlformats.org/markup-compatibility/2006">
                <mc:Choice xmlns:v="urn:schemas-microsoft-com:vml" Requires="v">
                  <p:oleObj spid="_x0000_s3098" name="" r:id="rId8" imgW="215900" imgH="291465" progId="Equation.3">
                    <p:embed/>
                  </p:oleObj>
                </mc:Choice>
                <mc:Fallback>
                  <p:oleObj name="" r:id="rId8" imgW="215900" imgH="291465" progId="Equation.3">
                    <p:embed/>
                    <p:pic>
                      <p:nvPicPr>
                        <p:cNvPr id="0" name="图片 3097"/>
                        <p:cNvPicPr/>
                        <p:nvPr/>
                      </p:nvPicPr>
                      <p:blipFill>
                        <a:blip r:embed="rId9">
                          <a:clrChange>
                            <a:clrFrom>
                              <a:srgbClr val="000000"/>
                            </a:clrFrom>
                            <a:clrTo>
                              <a:srgbClr val="FFFFFF"/>
                            </a:clrTo>
                          </a:clrChange>
                        </a:blip>
                        <a:stretch>
                          <a:fillRect/>
                        </a:stretch>
                      </p:blipFill>
                      <p:spPr>
                        <a:xfrm>
                          <a:off x="1701" y="1524"/>
                          <a:ext cx="272" cy="370"/>
                        </a:xfrm>
                        <a:prstGeom prst="rect">
                          <a:avLst/>
                        </a:prstGeom>
                        <a:noFill/>
                        <a:ln w="38100">
                          <a:noFill/>
                          <a:miter/>
                        </a:ln>
                      </p:spPr>
                    </p:pic>
                  </p:oleObj>
                </mc:Fallback>
              </mc:AlternateContent>
            </a:graphicData>
          </a:graphic>
        </p:graphicFrame>
        <p:graphicFrame>
          <p:nvGraphicFramePr>
            <p:cNvPr id="6158" name="Object 116"/>
            <p:cNvGraphicFramePr/>
            <p:nvPr/>
          </p:nvGraphicFramePr>
          <p:xfrm>
            <a:off x="3814" y="818"/>
            <a:ext cx="240" cy="370"/>
          </p:xfrm>
          <a:graphic>
            <a:graphicData uri="http://schemas.openxmlformats.org/presentationml/2006/ole">
              <mc:AlternateContent xmlns:mc="http://schemas.openxmlformats.org/markup-compatibility/2006">
                <mc:Choice xmlns:v="urn:schemas-microsoft-com:vml" Requires="v">
                  <p:oleObj spid="_x0000_s3100" name="" r:id="rId10" imgW="190500" imgH="292100" progId="Equation.3">
                    <p:embed/>
                  </p:oleObj>
                </mc:Choice>
                <mc:Fallback>
                  <p:oleObj name="" r:id="rId10" imgW="190500" imgH="292100" progId="Equation.3">
                    <p:embed/>
                    <p:pic>
                      <p:nvPicPr>
                        <p:cNvPr id="0" name="图片 3099"/>
                        <p:cNvPicPr/>
                        <p:nvPr/>
                      </p:nvPicPr>
                      <p:blipFill>
                        <a:blip r:embed="rId11">
                          <a:clrChange>
                            <a:clrFrom>
                              <a:srgbClr val="000000"/>
                            </a:clrFrom>
                            <a:clrTo>
                              <a:srgbClr val="FFFFFF"/>
                            </a:clrTo>
                          </a:clrChange>
                        </a:blip>
                        <a:stretch>
                          <a:fillRect/>
                        </a:stretch>
                      </p:blipFill>
                      <p:spPr>
                        <a:xfrm>
                          <a:off x="3814" y="818"/>
                          <a:ext cx="240" cy="370"/>
                        </a:xfrm>
                        <a:prstGeom prst="rect">
                          <a:avLst/>
                        </a:prstGeom>
                        <a:noFill/>
                        <a:ln w="38100">
                          <a:noFill/>
                          <a:miter/>
                        </a:ln>
                      </p:spPr>
                    </p:pic>
                  </p:oleObj>
                </mc:Fallback>
              </mc:AlternateContent>
            </a:graphicData>
          </a:graphic>
        </p:graphicFrame>
        <p:graphicFrame>
          <p:nvGraphicFramePr>
            <p:cNvPr id="6159" name="Object 117"/>
            <p:cNvGraphicFramePr/>
            <p:nvPr/>
          </p:nvGraphicFramePr>
          <p:xfrm>
            <a:off x="1927" y="835"/>
            <a:ext cx="208" cy="370"/>
          </p:xfrm>
          <a:graphic>
            <a:graphicData uri="http://schemas.openxmlformats.org/presentationml/2006/ole">
              <mc:AlternateContent xmlns:mc="http://schemas.openxmlformats.org/markup-compatibility/2006">
                <mc:Choice xmlns:v="urn:schemas-microsoft-com:vml" Requires="v">
                  <p:oleObj spid="_x0000_s3097" name="" r:id="rId12" imgW="165100" imgH="291465" progId="Equation.3">
                    <p:embed/>
                  </p:oleObj>
                </mc:Choice>
                <mc:Fallback>
                  <p:oleObj name="" r:id="rId12" imgW="165100" imgH="291465" progId="Equation.3">
                    <p:embed/>
                    <p:pic>
                      <p:nvPicPr>
                        <p:cNvPr id="0" name="图片 3096"/>
                        <p:cNvPicPr/>
                        <p:nvPr/>
                      </p:nvPicPr>
                      <p:blipFill>
                        <a:blip r:embed="rId13">
                          <a:clrChange>
                            <a:clrFrom>
                              <a:srgbClr val="000000"/>
                            </a:clrFrom>
                            <a:clrTo>
                              <a:srgbClr val="FFFFFF"/>
                            </a:clrTo>
                          </a:clrChange>
                        </a:blip>
                        <a:stretch>
                          <a:fillRect/>
                        </a:stretch>
                      </p:blipFill>
                      <p:spPr>
                        <a:xfrm>
                          <a:off x="1927" y="835"/>
                          <a:ext cx="208" cy="370"/>
                        </a:xfrm>
                        <a:prstGeom prst="rect">
                          <a:avLst/>
                        </a:prstGeom>
                        <a:noFill/>
                        <a:ln w="38100">
                          <a:noFill/>
                          <a:miter/>
                        </a:ln>
                      </p:spPr>
                    </p:pic>
                  </p:oleObj>
                </mc:Fallback>
              </mc:AlternateContent>
            </a:graphicData>
          </a:graphic>
        </p:graphicFrame>
        <p:sp>
          <p:nvSpPr>
            <p:cNvPr id="6208" name="Line 118"/>
            <p:cNvSpPr/>
            <p:nvPr/>
          </p:nvSpPr>
          <p:spPr>
            <a:xfrm flipH="1">
              <a:off x="1882" y="1206"/>
              <a:ext cx="2268" cy="0"/>
            </a:xfrm>
            <a:prstGeom prst="line">
              <a:avLst/>
            </a:prstGeom>
            <a:ln w="28575" cap="flat" cmpd="sng">
              <a:solidFill>
                <a:srgbClr val="FFCC00"/>
              </a:solidFill>
              <a:prstDash val="solid"/>
              <a:headEnd type="none" w="med" len="med"/>
              <a:tailEnd type="none" w="med" len="med"/>
            </a:ln>
          </p:spPr>
        </p:sp>
        <p:sp>
          <p:nvSpPr>
            <p:cNvPr id="6209" name="Line 119"/>
            <p:cNvSpPr/>
            <p:nvPr/>
          </p:nvSpPr>
          <p:spPr>
            <a:xfrm>
              <a:off x="1876" y="2169"/>
              <a:ext cx="2283" cy="1"/>
            </a:xfrm>
            <a:prstGeom prst="line">
              <a:avLst/>
            </a:prstGeom>
            <a:ln w="28575" cap="flat" cmpd="sng">
              <a:solidFill>
                <a:srgbClr val="FFCC00"/>
              </a:solidFill>
              <a:prstDash val="solid"/>
              <a:headEnd type="none" w="med" len="med"/>
              <a:tailEnd type="none" w="med" len="med"/>
            </a:ln>
          </p:spPr>
        </p:sp>
        <p:sp>
          <p:nvSpPr>
            <p:cNvPr id="6210" name="Rectangle 120"/>
            <p:cNvSpPr/>
            <p:nvPr/>
          </p:nvSpPr>
          <p:spPr>
            <a:xfrm>
              <a:off x="2806" y="867"/>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6211" name="Line 121"/>
            <p:cNvSpPr/>
            <p:nvPr/>
          </p:nvSpPr>
          <p:spPr>
            <a:xfrm>
              <a:off x="1927" y="1207"/>
              <a:ext cx="294" cy="0"/>
            </a:xfrm>
            <a:prstGeom prst="line">
              <a:avLst/>
            </a:prstGeom>
            <a:ln w="28575" cap="flat" cmpd="sng">
              <a:solidFill>
                <a:srgbClr val="00FFFF"/>
              </a:solidFill>
              <a:prstDash val="solid"/>
              <a:headEnd type="none" w="med" len="med"/>
              <a:tailEnd type="triangle" w="med" len="med"/>
            </a:ln>
          </p:spPr>
        </p:sp>
        <p:sp>
          <p:nvSpPr>
            <p:cNvPr id="6212" name="Text Box 122"/>
            <p:cNvSpPr txBox="1"/>
            <p:nvPr/>
          </p:nvSpPr>
          <p:spPr>
            <a:xfrm>
              <a:off x="1720" y="1228"/>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213" name="Text Box 123"/>
            <p:cNvSpPr txBox="1"/>
            <p:nvPr/>
          </p:nvSpPr>
          <p:spPr>
            <a:xfrm>
              <a:off x="1737" y="185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214" name="Line 124"/>
            <p:cNvSpPr/>
            <p:nvPr/>
          </p:nvSpPr>
          <p:spPr>
            <a:xfrm flipH="1">
              <a:off x="3808" y="1202"/>
              <a:ext cx="294" cy="0"/>
            </a:xfrm>
            <a:prstGeom prst="line">
              <a:avLst/>
            </a:prstGeom>
            <a:ln w="28575" cap="flat" cmpd="sng">
              <a:solidFill>
                <a:srgbClr val="00FFFF"/>
              </a:solidFill>
              <a:prstDash val="solid"/>
              <a:headEnd type="none" w="med" len="med"/>
              <a:tailEnd type="triangle" w="med" len="med"/>
            </a:ln>
          </p:spPr>
        </p:sp>
        <p:sp>
          <p:nvSpPr>
            <p:cNvPr id="6215" name="Text Box 125"/>
            <p:cNvSpPr txBox="1"/>
            <p:nvPr/>
          </p:nvSpPr>
          <p:spPr>
            <a:xfrm>
              <a:off x="4072" y="123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216" name="Text Box 126"/>
            <p:cNvSpPr txBox="1"/>
            <p:nvPr/>
          </p:nvSpPr>
          <p:spPr>
            <a:xfrm>
              <a:off x="4065" y="185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6160" name="Object 127"/>
            <p:cNvGraphicFramePr/>
            <p:nvPr/>
          </p:nvGraphicFramePr>
          <p:xfrm>
            <a:off x="4060" y="1524"/>
            <a:ext cx="304" cy="370"/>
          </p:xfrm>
          <a:graphic>
            <a:graphicData uri="http://schemas.openxmlformats.org/presentationml/2006/ole">
              <mc:AlternateContent xmlns:mc="http://schemas.openxmlformats.org/markup-compatibility/2006">
                <mc:Choice xmlns:v="urn:schemas-microsoft-com:vml" Requires="v">
                  <p:oleObj spid="_x0000_s3094" name="" r:id="rId14" imgW="241300" imgH="292100" progId="Equation.3">
                    <p:embed/>
                  </p:oleObj>
                </mc:Choice>
                <mc:Fallback>
                  <p:oleObj name="" r:id="rId14" imgW="241300" imgH="292100" progId="Equation.3">
                    <p:embed/>
                    <p:pic>
                      <p:nvPicPr>
                        <p:cNvPr id="0" name="图片 3093"/>
                        <p:cNvPicPr/>
                        <p:nvPr/>
                      </p:nvPicPr>
                      <p:blipFill>
                        <a:blip r:embed="rId15">
                          <a:clrChange>
                            <a:clrFrom>
                              <a:srgbClr val="000000"/>
                            </a:clrFrom>
                            <a:clrTo>
                              <a:srgbClr val="FFFFFF"/>
                            </a:clrTo>
                          </a:clrChange>
                        </a:blip>
                        <a:stretch>
                          <a:fillRect/>
                        </a:stretch>
                      </p:blipFill>
                      <p:spPr>
                        <a:xfrm>
                          <a:off x="4060" y="1524"/>
                          <a:ext cx="304" cy="370"/>
                        </a:xfrm>
                        <a:prstGeom prst="rect">
                          <a:avLst/>
                        </a:prstGeom>
                        <a:noFill/>
                        <a:ln w="38100">
                          <a:noFill/>
                          <a:miter/>
                        </a:ln>
                      </p:spPr>
                    </p:pic>
                  </p:oleObj>
                </mc:Fallback>
              </mc:AlternateContent>
            </a:graphicData>
          </a:graphic>
        </p:graphicFrame>
        <p:sp>
          <p:nvSpPr>
            <p:cNvPr id="6217" name="Line 128"/>
            <p:cNvSpPr/>
            <p:nvPr/>
          </p:nvSpPr>
          <p:spPr>
            <a:xfrm>
              <a:off x="3515" y="1206"/>
              <a:ext cx="0" cy="963"/>
            </a:xfrm>
            <a:prstGeom prst="line">
              <a:avLst/>
            </a:prstGeom>
            <a:ln w="28575" cap="flat" cmpd="sng">
              <a:solidFill>
                <a:srgbClr val="FFCC00"/>
              </a:solidFill>
              <a:prstDash val="solid"/>
              <a:headEnd type="oval" w="med" len="med"/>
              <a:tailEnd type="oval" w="med" len="med"/>
            </a:ln>
          </p:spPr>
        </p:sp>
        <p:sp>
          <p:nvSpPr>
            <p:cNvPr id="6218" name="Line 129"/>
            <p:cNvSpPr/>
            <p:nvPr/>
          </p:nvSpPr>
          <p:spPr>
            <a:xfrm>
              <a:off x="2427" y="1206"/>
              <a:ext cx="0" cy="953"/>
            </a:xfrm>
            <a:prstGeom prst="line">
              <a:avLst/>
            </a:prstGeom>
            <a:ln w="28575" cap="flat" cmpd="sng">
              <a:solidFill>
                <a:srgbClr val="FFCC00"/>
              </a:solidFill>
              <a:prstDash val="solid"/>
              <a:headEnd type="oval" w="med" len="med"/>
              <a:tailEnd type="oval" w="med" len="med"/>
            </a:ln>
          </p:spPr>
        </p:sp>
        <p:sp>
          <p:nvSpPr>
            <p:cNvPr id="6219" name="Oval 130"/>
            <p:cNvSpPr/>
            <p:nvPr/>
          </p:nvSpPr>
          <p:spPr>
            <a:xfrm>
              <a:off x="1817" y="116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20" name="Oval 131"/>
            <p:cNvSpPr/>
            <p:nvPr/>
          </p:nvSpPr>
          <p:spPr>
            <a:xfrm>
              <a:off x="1817" y="213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21" name="Oval 132"/>
            <p:cNvSpPr/>
            <p:nvPr/>
          </p:nvSpPr>
          <p:spPr>
            <a:xfrm>
              <a:off x="4145" y="117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22" name="Oval 133"/>
            <p:cNvSpPr/>
            <p:nvPr/>
          </p:nvSpPr>
          <p:spPr>
            <a:xfrm>
              <a:off x="4157" y="213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23" name="Rectangle 134"/>
            <p:cNvSpPr/>
            <p:nvPr/>
          </p:nvSpPr>
          <p:spPr>
            <a:xfrm>
              <a:off x="2436" y="1524"/>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6224" name="Rectangle 135"/>
            <p:cNvSpPr/>
            <p:nvPr/>
          </p:nvSpPr>
          <p:spPr>
            <a:xfrm>
              <a:off x="3152" y="157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sp>
          <p:nvSpPr>
            <p:cNvPr id="6225" name="Rectangle 136"/>
            <p:cNvSpPr/>
            <p:nvPr/>
          </p:nvSpPr>
          <p:spPr>
            <a:xfrm>
              <a:off x="2789" y="115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226" name="Rectangle 137"/>
            <p:cNvSpPr/>
            <p:nvPr/>
          </p:nvSpPr>
          <p:spPr>
            <a:xfrm>
              <a:off x="3452" y="152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6227" name="Rectangle 138"/>
            <p:cNvSpPr/>
            <p:nvPr/>
          </p:nvSpPr>
          <p:spPr>
            <a:xfrm>
              <a:off x="2363" y="152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6167" name="Group 189"/>
          <p:cNvGrpSpPr/>
          <p:nvPr/>
        </p:nvGrpSpPr>
        <p:grpSpPr>
          <a:xfrm>
            <a:off x="6588125" y="6446838"/>
            <a:ext cx="792163" cy="366712"/>
            <a:chOff x="4649" y="4020"/>
            <a:chExt cx="499" cy="231"/>
          </a:xfrm>
        </p:grpSpPr>
        <p:pic>
          <p:nvPicPr>
            <p:cNvPr id="6206" name="Picture 190"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6207" name="Text Box 19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6" name="Group 216"/>
          <p:cNvGrpSpPr/>
          <p:nvPr/>
        </p:nvGrpSpPr>
        <p:grpSpPr>
          <a:xfrm>
            <a:off x="2051050" y="1268413"/>
            <a:ext cx="5184775" cy="2376487"/>
            <a:chOff x="1746" y="2251"/>
            <a:chExt cx="3266" cy="1497"/>
          </a:xfrm>
        </p:grpSpPr>
        <p:sp>
          <p:nvSpPr>
            <p:cNvPr id="6188" name="Rectangle 217"/>
            <p:cNvSpPr/>
            <p:nvPr/>
          </p:nvSpPr>
          <p:spPr>
            <a:xfrm>
              <a:off x="1746" y="2251"/>
              <a:ext cx="3266" cy="1497"/>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graphicFrame>
          <p:nvGraphicFramePr>
            <p:cNvPr id="6153" name="Object 218"/>
            <p:cNvGraphicFramePr/>
            <p:nvPr/>
          </p:nvGraphicFramePr>
          <p:xfrm>
            <a:off x="1882" y="3022"/>
            <a:ext cx="272" cy="370"/>
          </p:xfrm>
          <a:graphic>
            <a:graphicData uri="http://schemas.openxmlformats.org/presentationml/2006/ole">
              <mc:AlternateContent xmlns:mc="http://schemas.openxmlformats.org/markup-compatibility/2006">
                <mc:Choice xmlns:v="urn:schemas-microsoft-com:vml" Requires="v">
                  <p:oleObj spid="_x0000_s3101" name="" r:id="rId16" imgW="215900" imgH="291465" progId="Equation.3">
                    <p:embed/>
                  </p:oleObj>
                </mc:Choice>
                <mc:Fallback>
                  <p:oleObj name="" r:id="rId16" imgW="215900" imgH="291465" progId="Equation.3">
                    <p:embed/>
                    <p:pic>
                      <p:nvPicPr>
                        <p:cNvPr id="0" name="图片 3100"/>
                        <p:cNvPicPr/>
                        <p:nvPr/>
                      </p:nvPicPr>
                      <p:blipFill>
                        <a:blip r:embed="rId9">
                          <a:clrChange>
                            <a:clrFrom>
                              <a:srgbClr val="000000"/>
                            </a:clrFrom>
                            <a:clrTo>
                              <a:srgbClr val="FFFFFF"/>
                            </a:clrTo>
                          </a:clrChange>
                        </a:blip>
                        <a:stretch>
                          <a:fillRect/>
                        </a:stretch>
                      </p:blipFill>
                      <p:spPr>
                        <a:xfrm>
                          <a:off x="1882" y="3022"/>
                          <a:ext cx="272" cy="370"/>
                        </a:xfrm>
                        <a:prstGeom prst="rect">
                          <a:avLst/>
                        </a:prstGeom>
                        <a:noFill/>
                        <a:ln w="38100">
                          <a:noFill/>
                          <a:miter/>
                        </a:ln>
                      </p:spPr>
                    </p:pic>
                  </p:oleObj>
                </mc:Fallback>
              </mc:AlternateContent>
            </a:graphicData>
          </a:graphic>
        </p:graphicFrame>
        <p:graphicFrame>
          <p:nvGraphicFramePr>
            <p:cNvPr id="6154" name="Object 219"/>
            <p:cNvGraphicFramePr/>
            <p:nvPr/>
          </p:nvGraphicFramePr>
          <p:xfrm>
            <a:off x="4014" y="2341"/>
            <a:ext cx="240" cy="370"/>
          </p:xfrm>
          <a:graphic>
            <a:graphicData uri="http://schemas.openxmlformats.org/presentationml/2006/ole">
              <mc:AlternateContent xmlns:mc="http://schemas.openxmlformats.org/markup-compatibility/2006">
                <mc:Choice xmlns:v="urn:schemas-microsoft-com:vml" Requires="v">
                  <p:oleObj spid="_x0000_s3104" name="" r:id="rId17" imgW="190500" imgH="292100" progId="Equation.3">
                    <p:embed/>
                  </p:oleObj>
                </mc:Choice>
                <mc:Fallback>
                  <p:oleObj name="" r:id="rId17" imgW="190500" imgH="292100" progId="Equation.3">
                    <p:embed/>
                    <p:pic>
                      <p:nvPicPr>
                        <p:cNvPr id="0" name="图片 3103"/>
                        <p:cNvPicPr/>
                        <p:nvPr/>
                      </p:nvPicPr>
                      <p:blipFill>
                        <a:blip r:embed="rId11">
                          <a:clrChange>
                            <a:clrFrom>
                              <a:srgbClr val="000000"/>
                            </a:clrFrom>
                            <a:clrTo>
                              <a:srgbClr val="FFFFFF"/>
                            </a:clrTo>
                          </a:clrChange>
                        </a:blip>
                        <a:stretch>
                          <a:fillRect/>
                        </a:stretch>
                      </p:blipFill>
                      <p:spPr>
                        <a:xfrm>
                          <a:off x="4014" y="2341"/>
                          <a:ext cx="240" cy="370"/>
                        </a:xfrm>
                        <a:prstGeom prst="rect">
                          <a:avLst/>
                        </a:prstGeom>
                        <a:noFill/>
                        <a:ln w="38100">
                          <a:noFill/>
                          <a:miter/>
                        </a:ln>
                      </p:spPr>
                    </p:pic>
                  </p:oleObj>
                </mc:Fallback>
              </mc:AlternateContent>
            </a:graphicData>
          </a:graphic>
        </p:graphicFrame>
        <p:graphicFrame>
          <p:nvGraphicFramePr>
            <p:cNvPr id="6155" name="Object 220"/>
            <p:cNvGraphicFramePr/>
            <p:nvPr/>
          </p:nvGraphicFramePr>
          <p:xfrm>
            <a:off x="2154" y="2341"/>
            <a:ext cx="208" cy="370"/>
          </p:xfrm>
          <a:graphic>
            <a:graphicData uri="http://schemas.openxmlformats.org/presentationml/2006/ole">
              <mc:AlternateContent xmlns:mc="http://schemas.openxmlformats.org/markup-compatibility/2006">
                <mc:Choice xmlns:v="urn:schemas-microsoft-com:vml" Requires="v">
                  <p:oleObj spid="_x0000_s3105" name="" r:id="rId18" imgW="165100" imgH="291465" progId="Equation.3">
                    <p:embed/>
                  </p:oleObj>
                </mc:Choice>
                <mc:Fallback>
                  <p:oleObj name="" r:id="rId18" imgW="165100" imgH="291465" progId="Equation.3">
                    <p:embed/>
                    <p:pic>
                      <p:nvPicPr>
                        <p:cNvPr id="0" name="图片 3104"/>
                        <p:cNvPicPr/>
                        <p:nvPr/>
                      </p:nvPicPr>
                      <p:blipFill>
                        <a:blip r:embed="rId13">
                          <a:clrChange>
                            <a:clrFrom>
                              <a:srgbClr val="000000"/>
                            </a:clrFrom>
                            <a:clrTo>
                              <a:srgbClr val="FFFFFF"/>
                            </a:clrTo>
                          </a:clrChange>
                        </a:blip>
                        <a:stretch>
                          <a:fillRect/>
                        </a:stretch>
                      </p:blipFill>
                      <p:spPr>
                        <a:xfrm>
                          <a:off x="2154" y="2341"/>
                          <a:ext cx="208" cy="370"/>
                        </a:xfrm>
                        <a:prstGeom prst="rect">
                          <a:avLst/>
                        </a:prstGeom>
                        <a:noFill/>
                        <a:ln w="38100">
                          <a:noFill/>
                          <a:miter/>
                        </a:ln>
                      </p:spPr>
                    </p:pic>
                  </p:oleObj>
                </mc:Fallback>
              </mc:AlternateContent>
            </a:graphicData>
          </a:graphic>
        </p:graphicFrame>
        <p:sp>
          <p:nvSpPr>
            <p:cNvPr id="6189" name="Line 221"/>
            <p:cNvSpPr/>
            <p:nvPr/>
          </p:nvSpPr>
          <p:spPr>
            <a:xfrm flipH="1">
              <a:off x="2063" y="2704"/>
              <a:ext cx="2314" cy="0"/>
            </a:xfrm>
            <a:prstGeom prst="line">
              <a:avLst/>
            </a:prstGeom>
            <a:ln w="28575" cap="flat" cmpd="sng">
              <a:solidFill>
                <a:srgbClr val="FFCC00"/>
              </a:solidFill>
              <a:prstDash val="solid"/>
              <a:headEnd type="none" w="med" len="med"/>
              <a:tailEnd type="none" w="med" len="med"/>
            </a:ln>
          </p:spPr>
        </p:sp>
        <p:sp>
          <p:nvSpPr>
            <p:cNvPr id="6190" name="Line 222"/>
            <p:cNvSpPr/>
            <p:nvPr/>
          </p:nvSpPr>
          <p:spPr>
            <a:xfrm flipV="1">
              <a:off x="2064" y="3657"/>
              <a:ext cx="2313" cy="0"/>
            </a:xfrm>
            <a:prstGeom prst="line">
              <a:avLst/>
            </a:prstGeom>
            <a:ln w="28575" cap="flat" cmpd="sng">
              <a:solidFill>
                <a:srgbClr val="FFCC00"/>
              </a:solidFill>
              <a:prstDash val="solid"/>
              <a:headEnd type="none" w="med" len="med"/>
              <a:tailEnd type="none" w="med" len="med"/>
            </a:ln>
          </p:spPr>
        </p:sp>
        <p:sp>
          <p:nvSpPr>
            <p:cNvPr id="6191" name="Rectangle 223"/>
            <p:cNvSpPr/>
            <p:nvPr/>
          </p:nvSpPr>
          <p:spPr>
            <a:xfrm>
              <a:off x="2987" y="2356"/>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6192" name="Line 224"/>
            <p:cNvSpPr/>
            <p:nvPr/>
          </p:nvSpPr>
          <p:spPr>
            <a:xfrm>
              <a:off x="2109" y="2704"/>
              <a:ext cx="294" cy="0"/>
            </a:xfrm>
            <a:prstGeom prst="line">
              <a:avLst/>
            </a:prstGeom>
            <a:ln w="28575" cap="flat" cmpd="sng">
              <a:solidFill>
                <a:srgbClr val="00FFFF"/>
              </a:solidFill>
              <a:prstDash val="solid"/>
              <a:headEnd type="none" w="med" len="med"/>
              <a:tailEnd type="triangle" w="med" len="med"/>
            </a:ln>
          </p:spPr>
        </p:sp>
        <p:sp>
          <p:nvSpPr>
            <p:cNvPr id="6193" name="Text Box 225"/>
            <p:cNvSpPr txBox="1"/>
            <p:nvPr/>
          </p:nvSpPr>
          <p:spPr>
            <a:xfrm>
              <a:off x="1901" y="272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194" name="Text Box 226"/>
            <p:cNvSpPr txBox="1"/>
            <p:nvPr/>
          </p:nvSpPr>
          <p:spPr>
            <a:xfrm>
              <a:off x="1918" y="3348"/>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195" name="Line 227"/>
            <p:cNvSpPr/>
            <p:nvPr/>
          </p:nvSpPr>
          <p:spPr>
            <a:xfrm flipH="1">
              <a:off x="4014" y="2704"/>
              <a:ext cx="294" cy="0"/>
            </a:xfrm>
            <a:prstGeom prst="line">
              <a:avLst/>
            </a:prstGeom>
            <a:ln w="28575" cap="flat" cmpd="sng">
              <a:solidFill>
                <a:srgbClr val="00FFFF"/>
              </a:solidFill>
              <a:prstDash val="solid"/>
              <a:headEnd type="none" w="med" len="med"/>
              <a:tailEnd type="triangle" w="med" len="med"/>
            </a:ln>
          </p:spPr>
        </p:sp>
        <p:sp>
          <p:nvSpPr>
            <p:cNvPr id="6196" name="Line 228"/>
            <p:cNvSpPr/>
            <p:nvPr/>
          </p:nvSpPr>
          <p:spPr>
            <a:xfrm>
              <a:off x="3696" y="2704"/>
              <a:ext cx="0" cy="963"/>
            </a:xfrm>
            <a:prstGeom prst="line">
              <a:avLst/>
            </a:prstGeom>
            <a:ln w="28575" cap="flat" cmpd="sng">
              <a:solidFill>
                <a:srgbClr val="FFCC00"/>
              </a:solidFill>
              <a:prstDash val="solid"/>
              <a:headEnd type="oval" w="med" len="med"/>
              <a:tailEnd type="oval" w="med" len="med"/>
            </a:ln>
          </p:spPr>
        </p:sp>
        <p:sp>
          <p:nvSpPr>
            <p:cNvPr id="6197" name="Line 229"/>
            <p:cNvSpPr/>
            <p:nvPr/>
          </p:nvSpPr>
          <p:spPr>
            <a:xfrm>
              <a:off x="2608" y="2704"/>
              <a:ext cx="0" cy="953"/>
            </a:xfrm>
            <a:prstGeom prst="line">
              <a:avLst/>
            </a:prstGeom>
            <a:ln w="28575" cap="flat" cmpd="sng">
              <a:solidFill>
                <a:srgbClr val="FFCC00"/>
              </a:solidFill>
              <a:prstDash val="solid"/>
              <a:headEnd type="oval" w="med" len="med"/>
              <a:tailEnd type="oval" w="med" len="med"/>
            </a:ln>
          </p:spPr>
        </p:sp>
        <p:sp>
          <p:nvSpPr>
            <p:cNvPr id="6198" name="Oval 230"/>
            <p:cNvSpPr/>
            <p:nvPr/>
          </p:nvSpPr>
          <p:spPr>
            <a:xfrm>
              <a:off x="1980" y="268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99" name="Oval 231"/>
            <p:cNvSpPr/>
            <p:nvPr/>
          </p:nvSpPr>
          <p:spPr>
            <a:xfrm>
              <a:off x="1998" y="362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00" name="Rectangle 232"/>
            <p:cNvSpPr/>
            <p:nvPr/>
          </p:nvSpPr>
          <p:spPr>
            <a:xfrm>
              <a:off x="2608" y="3022"/>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6201" name="Rectangle 233"/>
            <p:cNvSpPr/>
            <p:nvPr/>
          </p:nvSpPr>
          <p:spPr>
            <a:xfrm>
              <a:off x="3343" y="3031"/>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sp>
          <p:nvSpPr>
            <p:cNvPr id="6202" name="Rectangle 234"/>
            <p:cNvSpPr/>
            <p:nvPr/>
          </p:nvSpPr>
          <p:spPr>
            <a:xfrm>
              <a:off x="2970" y="263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203" name="Rectangle 235"/>
            <p:cNvSpPr/>
            <p:nvPr/>
          </p:nvSpPr>
          <p:spPr>
            <a:xfrm>
              <a:off x="3633" y="302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6204" name="Rectangle 236"/>
            <p:cNvSpPr/>
            <p:nvPr/>
          </p:nvSpPr>
          <p:spPr>
            <a:xfrm>
              <a:off x="2544" y="302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aphicFrame>
          <p:nvGraphicFramePr>
            <p:cNvPr id="6156" name="Object 237"/>
            <p:cNvGraphicFramePr/>
            <p:nvPr/>
          </p:nvGraphicFramePr>
          <p:xfrm>
            <a:off x="4422" y="2886"/>
            <a:ext cx="499" cy="381"/>
          </p:xfrm>
          <a:graphic>
            <a:graphicData uri="http://schemas.openxmlformats.org/presentationml/2006/ole">
              <mc:AlternateContent xmlns:mc="http://schemas.openxmlformats.org/markup-compatibility/2006">
                <mc:Choice xmlns:v="urn:schemas-microsoft-com:vml" Requires="v">
                  <p:oleObj spid="_x0000_s3103" name="" r:id="rId19" imgW="508000" imgH="292100" progId="Equation.3">
                    <p:embed/>
                  </p:oleObj>
                </mc:Choice>
                <mc:Fallback>
                  <p:oleObj name="" r:id="rId19" imgW="508000" imgH="292100" progId="Equation.3">
                    <p:embed/>
                    <p:pic>
                      <p:nvPicPr>
                        <p:cNvPr id="0" name="图片 3102"/>
                        <p:cNvPicPr/>
                        <p:nvPr/>
                      </p:nvPicPr>
                      <p:blipFill>
                        <a:blip r:embed="rId20">
                          <a:clrChange>
                            <a:clrFrom>
                              <a:srgbClr val="000000"/>
                            </a:clrFrom>
                            <a:clrTo>
                              <a:srgbClr val="FFFFFF"/>
                            </a:clrTo>
                          </a:clrChange>
                        </a:blip>
                        <a:stretch>
                          <a:fillRect/>
                        </a:stretch>
                      </p:blipFill>
                      <p:spPr>
                        <a:xfrm>
                          <a:off x="4422" y="2886"/>
                          <a:ext cx="499" cy="381"/>
                        </a:xfrm>
                        <a:prstGeom prst="rect">
                          <a:avLst/>
                        </a:prstGeom>
                        <a:noFill/>
                        <a:ln w="38100">
                          <a:noFill/>
                          <a:miter/>
                        </a:ln>
                      </p:spPr>
                    </p:pic>
                  </p:oleObj>
                </mc:Fallback>
              </mc:AlternateContent>
            </a:graphicData>
          </a:graphic>
        </p:graphicFrame>
        <p:sp>
          <p:nvSpPr>
            <p:cNvPr id="6205" name="Line 238"/>
            <p:cNvSpPr/>
            <p:nvPr/>
          </p:nvSpPr>
          <p:spPr>
            <a:xfrm>
              <a:off x="4377" y="2705"/>
              <a:ext cx="1" cy="944"/>
            </a:xfrm>
            <a:prstGeom prst="line">
              <a:avLst/>
            </a:prstGeom>
            <a:ln w="28575" cap="flat" cmpd="sng">
              <a:solidFill>
                <a:srgbClr val="FF3300"/>
              </a:solidFill>
              <a:prstDash val="solid"/>
              <a:headEnd type="none" w="med" len="med"/>
              <a:tailEnd type="none" w="med" len="med"/>
            </a:ln>
          </p:spPr>
        </p:sp>
      </p:grpSp>
      <p:grpSp>
        <p:nvGrpSpPr>
          <p:cNvPr id="7" name="Group 193"/>
          <p:cNvGrpSpPr/>
          <p:nvPr/>
        </p:nvGrpSpPr>
        <p:grpSpPr>
          <a:xfrm>
            <a:off x="2051050" y="1268413"/>
            <a:ext cx="5183188" cy="2447925"/>
            <a:chOff x="1927" y="2296"/>
            <a:chExt cx="3265" cy="1542"/>
          </a:xfrm>
        </p:grpSpPr>
        <p:sp>
          <p:nvSpPr>
            <p:cNvPr id="6170" name="Rectangle 194"/>
            <p:cNvSpPr/>
            <p:nvPr/>
          </p:nvSpPr>
          <p:spPr>
            <a:xfrm>
              <a:off x="1927" y="2296"/>
              <a:ext cx="3265" cy="1542"/>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graphicFrame>
          <p:nvGraphicFramePr>
            <p:cNvPr id="6149" name="Object 195"/>
            <p:cNvGraphicFramePr/>
            <p:nvPr/>
          </p:nvGraphicFramePr>
          <p:xfrm>
            <a:off x="1973" y="3067"/>
            <a:ext cx="632" cy="370"/>
          </p:xfrm>
          <a:graphic>
            <a:graphicData uri="http://schemas.openxmlformats.org/presentationml/2006/ole">
              <mc:AlternateContent xmlns:mc="http://schemas.openxmlformats.org/markup-compatibility/2006">
                <mc:Choice xmlns:v="urn:schemas-microsoft-com:vml" Requires="v">
                  <p:oleObj spid="_x0000_s3102" name="" r:id="rId21" imgW="495300" imgH="292100" progId="Equation.3">
                    <p:embed/>
                  </p:oleObj>
                </mc:Choice>
                <mc:Fallback>
                  <p:oleObj name="" r:id="rId21" imgW="495300" imgH="292100" progId="Equation.3">
                    <p:embed/>
                    <p:pic>
                      <p:nvPicPr>
                        <p:cNvPr id="0" name="图片 3101"/>
                        <p:cNvPicPr/>
                        <p:nvPr/>
                      </p:nvPicPr>
                      <p:blipFill>
                        <a:blip r:embed="rId22">
                          <a:clrChange>
                            <a:clrFrom>
                              <a:srgbClr val="000000"/>
                            </a:clrFrom>
                            <a:clrTo>
                              <a:srgbClr val="FFFFFF"/>
                            </a:clrTo>
                          </a:clrChange>
                        </a:blip>
                        <a:stretch>
                          <a:fillRect/>
                        </a:stretch>
                      </p:blipFill>
                      <p:spPr>
                        <a:xfrm>
                          <a:off x="1973" y="3067"/>
                          <a:ext cx="632" cy="370"/>
                        </a:xfrm>
                        <a:prstGeom prst="rect">
                          <a:avLst/>
                        </a:prstGeom>
                        <a:noFill/>
                        <a:ln w="38100">
                          <a:noFill/>
                          <a:miter/>
                        </a:ln>
                      </p:spPr>
                    </p:pic>
                  </p:oleObj>
                </mc:Fallback>
              </mc:AlternateContent>
            </a:graphicData>
          </a:graphic>
        </p:graphicFrame>
        <p:graphicFrame>
          <p:nvGraphicFramePr>
            <p:cNvPr id="6150" name="Object 196"/>
            <p:cNvGraphicFramePr/>
            <p:nvPr/>
          </p:nvGraphicFramePr>
          <p:xfrm>
            <a:off x="4604" y="2387"/>
            <a:ext cx="243" cy="370"/>
          </p:xfrm>
          <a:graphic>
            <a:graphicData uri="http://schemas.openxmlformats.org/presentationml/2006/ole">
              <mc:AlternateContent xmlns:mc="http://schemas.openxmlformats.org/markup-compatibility/2006">
                <mc:Choice xmlns:v="urn:schemas-microsoft-com:vml" Requires="v">
                  <p:oleObj spid="_x0000_s3112" name="" r:id="rId23" imgW="190500" imgH="292100" progId="Equation.3">
                    <p:embed/>
                  </p:oleObj>
                </mc:Choice>
                <mc:Fallback>
                  <p:oleObj name="" r:id="rId23" imgW="190500" imgH="292100" progId="Equation.3">
                    <p:embed/>
                    <p:pic>
                      <p:nvPicPr>
                        <p:cNvPr id="0" name="图片 3111"/>
                        <p:cNvPicPr/>
                        <p:nvPr/>
                      </p:nvPicPr>
                      <p:blipFill>
                        <a:blip r:embed="rId11">
                          <a:clrChange>
                            <a:clrFrom>
                              <a:srgbClr val="000000"/>
                            </a:clrFrom>
                            <a:clrTo>
                              <a:srgbClr val="FFFFFF"/>
                            </a:clrTo>
                          </a:clrChange>
                        </a:blip>
                        <a:stretch>
                          <a:fillRect/>
                        </a:stretch>
                      </p:blipFill>
                      <p:spPr>
                        <a:xfrm>
                          <a:off x="4604" y="2387"/>
                          <a:ext cx="243" cy="370"/>
                        </a:xfrm>
                        <a:prstGeom prst="rect">
                          <a:avLst/>
                        </a:prstGeom>
                        <a:noFill/>
                        <a:ln w="38100">
                          <a:noFill/>
                          <a:miter/>
                        </a:ln>
                      </p:spPr>
                    </p:pic>
                  </p:oleObj>
                </mc:Fallback>
              </mc:AlternateContent>
            </a:graphicData>
          </a:graphic>
        </p:graphicFrame>
        <p:graphicFrame>
          <p:nvGraphicFramePr>
            <p:cNvPr id="6151" name="Object 197"/>
            <p:cNvGraphicFramePr/>
            <p:nvPr/>
          </p:nvGraphicFramePr>
          <p:xfrm>
            <a:off x="2653" y="2387"/>
            <a:ext cx="211" cy="370"/>
          </p:xfrm>
          <a:graphic>
            <a:graphicData uri="http://schemas.openxmlformats.org/presentationml/2006/ole">
              <mc:AlternateContent xmlns:mc="http://schemas.openxmlformats.org/markup-compatibility/2006">
                <mc:Choice xmlns:v="urn:schemas-microsoft-com:vml" Requires="v">
                  <p:oleObj spid="_x0000_s3109" name="" r:id="rId24" imgW="165100" imgH="291465" progId="Equation.3">
                    <p:embed/>
                  </p:oleObj>
                </mc:Choice>
                <mc:Fallback>
                  <p:oleObj name="" r:id="rId24" imgW="165100" imgH="291465" progId="Equation.3">
                    <p:embed/>
                    <p:pic>
                      <p:nvPicPr>
                        <p:cNvPr id="0" name="图片 3108"/>
                        <p:cNvPicPr/>
                        <p:nvPr/>
                      </p:nvPicPr>
                      <p:blipFill>
                        <a:blip r:embed="rId13">
                          <a:clrChange>
                            <a:clrFrom>
                              <a:srgbClr val="000000"/>
                            </a:clrFrom>
                            <a:clrTo>
                              <a:srgbClr val="FFFFFF"/>
                            </a:clrTo>
                          </a:clrChange>
                        </a:blip>
                        <a:stretch>
                          <a:fillRect/>
                        </a:stretch>
                      </p:blipFill>
                      <p:spPr>
                        <a:xfrm>
                          <a:off x="2653" y="2387"/>
                          <a:ext cx="211" cy="370"/>
                        </a:xfrm>
                        <a:prstGeom prst="rect">
                          <a:avLst/>
                        </a:prstGeom>
                        <a:noFill/>
                        <a:ln w="38100">
                          <a:noFill/>
                          <a:miter/>
                        </a:ln>
                      </p:spPr>
                    </p:pic>
                  </p:oleObj>
                </mc:Fallback>
              </mc:AlternateContent>
            </a:graphicData>
          </a:graphic>
        </p:graphicFrame>
        <p:sp>
          <p:nvSpPr>
            <p:cNvPr id="6171" name="Line 198"/>
            <p:cNvSpPr/>
            <p:nvPr/>
          </p:nvSpPr>
          <p:spPr>
            <a:xfrm flipH="1">
              <a:off x="2615" y="2750"/>
              <a:ext cx="2347" cy="0"/>
            </a:xfrm>
            <a:prstGeom prst="line">
              <a:avLst/>
            </a:prstGeom>
            <a:ln w="28575" cap="flat" cmpd="sng">
              <a:solidFill>
                <a:srgbClr val="FFCC00"/>
              </a:solidFill>
              <a:prstDash val="solid"/>
              <a:headEnd type="none" w="med" len="med"/>
              <a:tailEnd type="none" w="med" len="med"/>
            </a:ln>
          </p:spPr>
        </p:sp>
        <p:sp>
          <p:nvSpPr>
            <p:cNvPr id="6172" name="Line 199"/>
            <p:cNvSpPr/>
            <p:nvPr/>
          </p:nvSpPr>
          <p:spPr>
            <a:xfrm flipV="1">
              <a:off x="2617" y="3703"/>
              <a:ext cx="2345" cy="0"/>
            </a:xfrm>
            <a:prstGeom prst="line">
              <a:avLst/>
            </a:prstGeom>
            <a:ln w="28575" cap="flat" cmpd="sng">
              <a:solidFill>
                <a:srgbClr val="FFCC00"/>
              </a:solidFill>
              <a:prstDash val="solid"/>
              <a:headEnd type="none" w="med" len="med"/>
              <a:tailEnd type="none" w="med" len="med"/>
            </a:ln>
          </p:spPr>
        </p:sp>
        <p:sp>
          <p:nvSpPr>
            <p:cNvPr id="6173" name="Rectangle 200"/>
            <p:cNvSpPr/>
            <p:nvPr/>
          </p:nvSpPr>
          <p:spPr>
            <a:xfrm>
              <a:off x="3552" y="2402"/>
              <a:ext cx="299"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6174" name="Line 201"/>
            <p:cNvSpPr/>
            <p:nvPr/>
          </p:nvSpPr>
          <p:spPr>
            <a:xfrm>
              <a:off x="2653" y="2750"/>
              <a:ext cx="298" cy="0"/>
            </a:xfrm>
            <a:prstGeom prst="line">
              <a:avLst/>
            </a:prstGeom>
            <a:ln w="28575" cap="flat" cmpd="sng">
              <a:solidFill>
                <a:srgbClr val="00FFFF"/>
              </a:solidFill>
              <a:prstDash val="solid"/>
              <a:headEnd type="none" w="med" len="med"/>
              <a:tailEnd type="triangle" w="med" len="med"/>
            </a:ln>
          </p:spPr>
        </p:sp>
        <p:sp>
          <p:nvSpPr>
            <p:cNvPr id="6175" name="Text Box 202"/>
            <p:cNvSpPr txBox="1"/>
            <p:nvPr/>
          </p:nvSpPr>
          <p:spPr>
            <a:xfrm>
              <a:off x="4732" y="2750"/>
              <a:ext cx="27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176" name="Text Box 203"/>
            <p:cNvSpPr txBox="1"/>
            <p:nvPr/>
          </p:nvSpPr>
          <p:spPr>
            <a:xfrm>
              <a:off x="4732" y="3339"/>
              <a:ext cx="27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177" name="Line 204"/>
            <p:cNvSpPr/>
            <p:nvPr/>
          </p:nvSpPr>
          <p:spPr>
            <a:xfrm flipH="1">
              <a:off x="4558" y="2750"/>
              <a:ext cx="298" cy="0"/>
            </a:xfrm>
            <a:prstGeom prst="line">
              <a:avLst/>
            </a:prstGeom>
            <a:ln w="28575" cap="flat" cmpd="sng">
              <a:solidFill>
                <a:srgbClr val="00FFFF"/>
              </a:solidFill>
              <a:prstDash val="solid"/>
              <a:headEnd type="none" w="med" len="med"/>
              <a:tailEnd type="triangle" w="med" len="med"/>
            </a:ln>
          </p:spPr>
        </p:sp>
        <p:sp>
          <p:nvSpPr>
            <p:cNvPr id="6178" name="Line 205"/>
            <p:cNvSpPr/>
            <p:nvPr/>
          </p:nvSpPr>
          <p:spPr>
            <a:xfrm>
              <a:off x="4271" y="2750"/>
              <a:ext cx="0" cy="963"/>
            </a:xfrm>
            <a:prstGeom prst="line">
              <a:avLst/>
            </a:prstGeom>
            <a:ln w="28575" cap="flat" cmpd="sng">
              <a:solidFill>
                <a:srgbClr val="FFCC00"/>
              </a:solidFill>
              <a:prstDash val="solid"/>
              <a:headEnd type="oval" w="med" len="med"/>
              <a:tailEnd type="oval" w="med" len="med"/>
            </a:ln>
          </p:spPr>
        </p:sp>
        <p:sp>
          <p:nvSpPr>
            <p:cNvPr id="6179" name="Line 206"/>
            <p:cNvSpPr/>
            <p:nvPr/>
          </p:nvSpPr>
          <p:spPr>
            <a:xfrm>
              <a:off x="3168" y="2750"/>
              <a:ext cx="0" cy="953"/>
            </a:xfrm>
            <a:prstGeom prst="line">
              <a:avLst/>
            </a:prstGeom>
            <a:ln w="28575" cap="flat" cmpd="sng">
              <a:solidFill>
                <a:srgbClr val="FFCC00"/>
              </a:solidFill>
              <a:prstDash val="solid"/>
              <a:headEnd type="oval" w="med" len="med"/>
              <a:tailEnd type="oval" w="med" len="med"/>
            </a:ln>
          </p:spPr>
        </p:sp>
        <p:sp>
          <p:nvSpPr>
            <p:cNvPr id="6180" name="Oval 207"/>
            <p:cNvSpPr/>
            <p:nvPr/>
          </p:nvSpPr>
          <p:spPr>
            <a:xfrm>
              <a:off x="4962" y="2704"/>
              <a:ext cx="69"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81" name="Oval 208"/>
            <p:cNvSpPr/>
            <p:nvPr/>
          </p:nvSpPr>
          <p:spPr>
            <a:xfrm>
              <a:off x="4962" y="3657"/>
              <a:ext cx="69"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82" name="Rectangle 209"/>
            <p:cNvSpPr/>
            <p:nvPr/>
          </p:nvSpPr>
          <p:spPr>
            <a:xfrm>
              <a:off x="3169" y="3068"/>
              <a:ext cx="29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6183" name="Rectangle 210"/>
            <p:cNvSpPr/>
            <p:nvPr/>
          </p:nvSpPr>
          <p:spPr>
            <a:xfrm>
              <a:off x="3914" y="3119"/>
              <a:ext cx="29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sp>
          <p:nvSpPr>
            <p:cNvPr id="6184" name="Rectangle 211"/>
            <p:cNvSpPr/>
            <p:nvPr/>
          </p:nvSpPr>
          <p:spPr>
            <a:xfrm>
              <a:off x="3535" y="2687"/>
              <a:ext cx="322"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185" name="Rectangle 212"/>
            <p:cNvSpPr/>
            <p:nvPr/>
          </p:nvSpPr>
          <p:spPr>
            <a:xfrm>
              <a:off x="4207" y="3068"/>
              <a:ext cx="129"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6186" name="Rectangle 213"/>
            <p:cNvSpPr/>
            <p:nvPr/>
          </p:nvSpPr>
          <p:spPr>
            <a:xfrm>
              <a:off x="3103" y="3068"/>
              <a:ext cx="129"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aphicFrame>
          <p:nvGraphicFramePr>
            <p:cNvPr id="6152" name="Object 214"/>
            <p:cNvGraphicFramePr/>
            <p:nvPr/>
          </p:nvGraphicFramePr>
          <p:xfrm>
            <a:off x="4778" y="3022"/>
            <a:ext cx="241" cy="381"/>
          </p:xfrm>
          <a:graphic>
            <a:graphicData uri="http://schemas.openxmlformats.org/presentationml/2006/ole">
              <mc:AlternateContent xmlns:mc="http://schemas.openxmlformats.org/markup-compatibility/2006">
                <mc:Choice xmlns:v="urn:schemas-microsoft-com:vml" Requires="v">
                  <p:oleObj spid="_x0000_s3106" name="" r:id="rId25" imgW="241300" imgH="292100" progId="Equation.3">
                    <p:embed/>
                  </p:oleObj>
                </mc:Choice>
                <mc:Fallback>
                  <p:oleObj name="" r:id="rId25" imgW="241300" imgH="292100" progId="Equation.3">
                    <p:embed/>
                    <p:pic>
                      <p:nvPicPr>
                        <p:cNvPr id="0" name="图片 3105"/>
                        <p:cNvPicPr/>
                        <p:nvPr/>
                      </p:nvPicPr>
                      <p:blipFill>
                        <a:blip r:embed="rId26">
                          <a:clrChange>
                            <a:clrFrom>
                              <a:srgbClr val="000000"/>
                            </a:clrFrom>
                            <a:clrTo>
                              <a:srgbClr val="FFFFFF"/>
                            </a:clrTo>
                          </a:clrChange>
                        </a:blip>
                        <a:stretch>
                          <a:fillRect/>
                        </a:stretch>
                      </p:blipFill>
                      <p:spPr>
                        <a:xfrm>
                          <a:off x="4778" y="3022"/>
                          <a:ext cx="241" cy="381"/>
                        </a:xfrm>
                        <a:prstGeom prst="rect">
                          <a:avLst/>
                        </a:prstGeom>
                        <a:noFill/>
                        <a:ln w="38100">
                          <a:noFill/>
                          <a:miter/>
                        </a:ln>
                      </p:spPr>
                    </p:pic>
                  </p:oleObj>
                </mc:Fallback>
              </mc:AlternateContent>
            </a:graphicData>
          </a:graphic>
        </p:graphicFrame>
        <p:sp>
          <p:nvSpPr>
            <p:cNvPr id="6187" name="Line 215"/>
            <p:cNvSpPr/>
            <p:nvPr/>
          </p:nvSpPr>
          <p:spPr>
            <a:xfrm>
              <a:off x="2617" y="2750"/>
              <a:ext cx="1" cy="944"/>
            </a:xfrm>
            <a:prstGeom prst="line">
              <a:avLst/>
            </a:prstGeom>
            <a:ln w="28575" cap="flat" cmpd="sng">
              <a:solidFill>
                <a:srgbClr val="FF33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3558"/>
                                        </p:tgtEl>
                                        <p:attrNameLst>
                                          <p:attrName>style.visibility</p:attrName>
                                        </p:attrNameLst>
                                      </p:cBhvr>
                                      <p:to>
                                        <p:strVal val="visible"/>
                                      </p:to>
                                    </p:set>
                                    <p:anim calcmode="lin" valueType="num">
                                      <p:cBhvr>
                                        <p:cTn id="7" dur="1000" fill="hold"/>
                                        <p:tgtEl>
                                          <p:spTgt spid="23558"/>
                                        </p:tgtEl>
                                        <p:attrNameLst>
                                          <p:attrName>ppt_w</p:attrName>
                                        </p:attrNameLst>
                                      </p:cBhvr>
                                      <p:tavLst>
                                        <p:tav tm="0">
                                          <p:val>
                                            <p:fltVal val="0.000000"/>
                                          </p:val>
                                        </p:tav>
                                        <p:tav tm="100000">
                                          <p:val>
                                            <p:strVal val="#ppt_w"/>
                                          </p:val>
                                        </p:tav>
                                      </p:tavLst>
                                    </p:anim>
                                    <p:anim calcmode="lin" valueType="num">
                                      <p:cBhvr>
                                        <p:cTn id="8" dur="1000" fill="hold"/>
                                        <p:tgtEl>
                                          <p:spTgt spid="23558"/>
                                        </p:tgtEl>
                                        <p:attrNameLst>
                                          <p:attrName>ppt_h</p:attrName>
                                        </p:attrNameLst>
                                      </p:cBhvr>
                                      <p:tavLst>
                                        <p:tav tm="0">
                                          <p:val>
                                            <p:fltVal val="0.000000"/>
                                          </p:val>
                                        </p:tav>
                                        <p:tav tm="100000">
                                          <p:val>
                                            <p:strVal val="#ppt_h"/>
                                          </p:val>
                                        </p:tav>
                                      </p:tavLst>
                                    </p:anim>
                                    <p:anim calcmode="lin" valueType="num">
                                      <p:cBhvr>
                                        <p:cTn id="9" dur="1000" fill="hold"/>
                                        <p:tgtEl>
                                          <p:spTgt spid="2355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2355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23645">
                                            <p:txEl>
                                              <p:charRg st="0" end="13"/>
                                            </p:txEl>
                                          </p:spTgt>
                                        </p:tgtEl>
                                        <p:attrNameLst>
                                          <p:attrName>style.visibility</p:attrName>
                                        </p:attrNameLst>
                                      </p:cBhvr>
                                      <p:to>
                                        <p:strVal val="visible"/>
                                      </p:to>
                                    </p:set>
                                    <p:animEffect transition="in" filter="wipe(left)">
                                      <p:cBhvr>
                                        <p:cTn id="18" dur="2000"/>
                                        <p:tgtEl>
                                          <p:spTgt spid="23645">
                                            <p:txEl>
                                              <p:charRg st="0" end="1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23589"/>
                                        </p:tgtEl>
                                        <p:attrNameLst>
                                          <p:attrName>style.visibility</p:attrName>
                                        </p:attrNameLst>
                                      </p:cBhvr>
                                      <p:to>
                                        <p:strVal val="visible"/>
                                      </p:to>
                                    </p:set>
                                    <p:anim calcmode="lin" valueType="num">
                                      <p:cBhvr>
                                        <p:cTn id="23" dur="1000" fill="hold"/>
                                        <p:tgtEl>
                                          <p:spTgt spid="23589"/>
                                        </p:tgtEl>
                                        <p:attrNameLst>
                                          <p:attrName>ppt_w</p:attrName>
                                        </p:attrNameLst>
                                      </p:cBhvr>
                                      <p:tavLst>
                                        <p:tav tm="0">
                                          <p:val>
                                            <p:fltVal val="0.000000"/>
                                          </p:val>
                                        </p:tav>
                                        <p:tav tm="100000">
                                          <p:val>
                                            <p:strVal val="#ppt_w"/>
                                          </p:val>
                                        </p:tav>
                                      </p:tavLst>
                                    </p:anim>
                                    <p:anim calcmode="lin" valueType="num">
                                      <p:cBhvr>
                                        <p:cTn id="24" dur="1000" fill="hold"/>
                                        <p:tgtEl>
                                          <p:spTgt spid="23589"/>
                                        </p:tgtEl>
                                        <p:attrNameLst>
                                          <p:attrName>ppt_h</p:attrName>
                                        </p:attrNameLst>
                                      </p:cBhvr>
                                      <p:tavLst>
                                        <p:tav tm="0">
                                          <p:val>
                                            <p:fltVal val="0.000000"/>
                                          </p:val>
                                        </p:tav>
                                        <p:tav tm="100000">
                                          <p:val>
                                            <p:strVal val="#ppt_h"/>
                                          </p:val>
                                        </p:tav>
                                      </p:tavLst>
                                    </p:anim>
                                    <p:anim calcmode="lin" valueType="num">
                                      <p:cBhvr>
                                        <p:cTn id="25" dur="1000" fill="hold"/>
                                        <p:tgtEl>
                                          <p:spTgt spid="23589"/>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2358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3559"/>
                                        </p:tgtEl>
                                        <p:attrNameLst>
                                          <p:attrName>style.visibility</p:attrName>
                                        </p:attrNameLst>
                                      </p:cBhvr>
                                      <p:to>
                                        <p:strVal val="visible"/>
                                      </p:to>
                                    </p:set>
                                    <p:animEffect transition="in" filter="wipe(left)">
                                      <p:cBhvr>
                                        <p:cTn id="36" dur="2000"/>
                                        <p:tgtEl>
                                          <p:spTgt spid="2355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3560"/>
                                        </p:tgtEl>
                                        <p:attrNameLst>
                                          <p:attrName>style.visibility</p:attrName>
                                        </p:attrNameLst>
                                      </p:cBhvr>
                                      <p:to>
                                        <p:strVal val="visible"/>
                                      </p:to>
                                    </p:set>
                                    <p:animEffect transition="in" filter="wipe(left)">
                                      <p:cBhvr>
                                        <p:cTn id="41" dur="2000"/>
                                        <p:tgtEl>
                                          <p:spTgt spid="23560"/>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blinds(horizontal)">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3644"/>
                                        </p:tgtEl>
                                        <p:attrNameLst>
                                          <p:attrName>style.visibility</p:attrName>
                                        </p:attrNameLst>
                                      </p:cBhvr>
                                      <p:to>
                                        <p:strVal val="visible"/>
                                      </p:to>
                                    </p:set>
                                    <p:animEffect transition="in" filter="wipe(up)">
                                      <p:cBhvr>
                                        <p:cTn id="51" dur="2000"/>
                                        <p:tgtEl>
                                          <p:spTgt spid="23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p:bldP spid="23589" grpId="0" animBg="1"/>
      <p:bldP spid="2364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46" name="Text Box 34"/>
          <p:cNvSpPr txBox="1"/>
          <p:nvPr/>
        </p:nvSpPr>
        <p:spPr>
          <a:xfrm>
            <a:off x="323850" y="549275"/>
            <a:ext cx="1439863" cy="579438"/>
          </a:xfrm>
          <a:prstGeom prst="rect">
            <a:avLst/>
          </a:prstGeom>
          <a:noFill/>
          <a:ln w="9525">
            <a:noFill/>
          </a:ln>
        </p:spPr>
        <p:txBody>
          <a:bodyPr>
            <a:spAutoFit/>
          </a:bodyPr>
          <a:p>
            <a:pPr>
              <a:spcBef>
                <a:spcPct val="50000"/>
              </a:spcBef>
            </a:pPr>
            <a:r>
              <a:rPr lang="zh-CN" altLang="en-US" sz="3200" dirty="0">
                <a:latin typeface="宋体" panose="02010600030101010101" pitchFamily="2" charset="-122"/>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2-2</a:t>
            </a:r>
            <a:endParaRPr lang="en-US" altLang="zh-CN" sz="3200" b="0" dirty="0">
              <a:latin typeface="Times New Roman" panose="02020603050405020304" pitchFamily="18" charset="0"/>
              <a:ea typeface="宋体" panose="02010600030101010101" pitchFamily="2" charset="-122"/>
            </a:endParaRPr>
          </a:p>
        </p:txBody>
      </p:sp>
      <p:graphicFrame>
        <p:nvGraphicFramePr>
          <p:cNvPr id="64547" name="Object 35"/>
          <p:cNvGraphicFramePr/>
          <p:nvPr/>
        </p:nvGraphicFramePr>
        <p:xfrm>
          <a:off x="827088" y="2420938"/>
          <a:ext cx="6264275" cy="1028700"/>
        </p:xfrm>
        <a:graphic>
          <a:graphicData uri="http://schemas.openxmlformats.org/presentationml/2006/ole">
            <mc:AlternateContent xmlns:mc="http://schemas.openxmlformats.org/markup-compatibility/2006">
              <mc:Choice xmlns:v="urn:schemas-microsoft-com:vml" Requires="v">
                <p:oleObj spid="_x0000_s3107" name="" r:id="rId1" imgW="3021330" imgH="495300" progId="Equation.3">
                  <p:embed/>
                </p:oleObj>
              </mc:Choice>
              <mc:Fallback>
                <p:oleObj name="" r:id="rId1" imgW="3021330" imgH="495300" progId="Equation.3">
                  <p:embed/>
                  <p:pic>
                    <p:nvPicPr>
                      <p:cNvPr id="0" name="图片 3106"/>
                      <p:cNvPicPr/>
                      <p:nvPr/>
                    </p:nvPicPr>
                    <p:blipFill>
                      <a:blip r:embed="rId2">
                        <a:clrChange>
                          <a:clrFrom>
                            <a:srgbClr val="000000"/>
                          </a:clrFrom>
                          <a:clrTo>
                            <a:srgbClr val="FFFFFF"/>
                          </a:clrTo>
                        </a:clrChange>
                      </a:blip>
                      <a:stretch>
                        <a:fillRect/>
                      </a:stretch>
                    </p:blipFill>
                    <p:spPr>
                      <a:xfrm>
                        <a:off x="827088" y="2420938"/>
                        <a:ext cx="6264275" cy="1028700"/>
                      </a:xfrm>
                      <a:prstGeom prst="rect">
                        <a:avLst/>
                      </a:prstGeom>
                      <a:noFill/>
                      <a:ln w="38100">
                        <a:noFill/>
                        <a:miter/>
                      </a:ln>
                    </p:spPr>
                  </p:pic>
                </p:oleObj>
              </mc:Fallback>
            </mc:AlternateContent>
          </a:graphicData>
        </a:graphic>
      </p:graphicFrame>
      <p:sp>
        <p:nvSpPr>
          <p:cNvPr id="64549" name="Text Box 37"/>
          <p:cNvSpPr txBox="1"/>
          <p:nvPr/>
        </p:nvSpPr>
        <p:spPr>
          <a:xfrm>
            <a:off x="539750" y="1196975"/>
            <a:ext cx="647700" cy="519113"/>
          </a:xfrm>
          <a:prstGeom prst="rect">
            <a:avLst/>
          </a:prstGeom>
          <a:solidFill>
            <a:srgbClr val="990033"/>
          </a:solidFill>
          <a:ln w="9525">
            <a:noFill/>
          </a:ln>
        </p:spPr>
        <p:txBody>
          <a:bodyPr>
            <a:spAutoFit/>
          </a:bodyPr>
          <a:p>
            <a:pPr>
              <a:spcBef>
                <a:spcPct val="50000"/>
              </a:spcBef>
            </a:pPr>
            <a:r>
              <a:rPr lang="zh-CN" altLang="en-US" dirty="0">
                <a:latin typeface="宋体" panose="02010600030101010101" pitchFamily="2" charset="-122"/>
                <a:ea typeface="宋体" panose="02010600030101010101" pitchFamily="2" charset="-122"/>
              </a:rPr>
              <a:t>解</a:t>
            </a:r>
            <a:endParaRPr lang="zh-CN" altLang="en-US" dirty="0">
              <a:latin typeface="宋体" panose="02010600030101010101" pitchFamily="2" charset="-122"/>
              <a:ea typeface="宋体" panose="02010600030101010101" pitchFamily="2" charset="-122"/>
            </a:endParaRPr>
          </a:p>
        </p:txBody>
      </p:sp>
      <p:sp>
        <p:nvSpPr>
          <p:cNvPr id="64560" name="Text Box 48"/>
          <p:cNvSpPr txBox="1"/>
          <p:nvPr/>
        </p:nvSpPr>
        <p:spPr>
          <a:xfrm>
            <a:off x="1187450" y="1196975"/>
            <a:ext cx="3095625"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直接列方程求解</a:t>
            </a:r>
            <a:endParaRPr lang="zh-CN" altLang="en-US" dirty="0">
              <a:solidFill>
                <a:srgbClr val="FFFF00"/>
              </a:solidFill>
              <a:latin typeface="楷体_GB2312" pitchFamily="49" charset="-122"/>
            </a:endParaRPr>
          </a:p>
        </p:txBody>
      </p:sp>
      <p:graphicFrame>
        <p:nvGraphicFramePr>
          <p:cNvPr id="64585" name="Object 73"/>
          <p:cNvGraphicFramePr/>
          <p:nvPr/>
        </p:nvGraphicFramePr>
        <p:xfrm>
          <a:off x="827088" y="3500438"/>
          <a:ext cx="6624637" cy="1062037"/>
        </p:xfrm>
        <a:graphic>
          <a:graphicData uri="http://schemas.openxmlformats.org/presentationml/2006/ole">
            <mc:AlternateContent xmlns:mc="http://schemas.openxmlformats.org/markup-compatibility/2006">
              <mc:Choice xmlns:v="urn:schemas-microsoft-com:vml" Requires="v">
                <p:oleObj spid="_x0000_s3108" name="" r:id="rId3" imgW="3097530" imgH="495300" progId="Equation.3">
                  <p:embed/>
                </p:oleObj>
              </mc:Choice>
              <mc:Fallback>
                <p:oleObj name="" r:id="rId3" imgW="3097530" imgH="495300" progId="Equation.3">
                  <p:embed/>
                  <p:pic>
                    <p:nvPicPr>
                      <p:cNvPr id="0" name="图片 3107"/>
                      <p:cNvPicPr/>
                      <p:nvPr/>
                    </p:nvPicPr>
                    <p:blipFill>
                      <a:blip r:embed="rId4">
                        <a:clrChange>
                          <a:clrFrom>
                            <a:srgbClr val="000000"/>
                          </a:clrFrom>
                          <a:clrTo>
                            <a:srgbClr val="FFFFFF"/>
                          </a:clrTo>
                        </a:clrChange>
                      </a:blip>
                      <a:stretch>
                        <a:fillRect/>
                      </a:stretch>
                    </p:blipFill>
                    <p:spPr>
                      <a:xfrm>
                        <a:off x="827088" y="3500438"/>
                        <a:ext cx="6624637" cy="1062037"/>
                      </a:xfrm>
                      <a:prstGeom prst="rect">
                        <a:avLst/>
                      </a:prstGeom>
                      <a:noFill/>
                      <a:ln w="38100">
                        <a:noFill/>
                        <a:miter/>
                      </a:ln>
                    </p:spPr>
                  </p:pic>
                </p:oleObj>
              </mc:Fallback>
            </mc:AlternateContent>
          </a:graphicData>
        </a:graphic>
      </p:graphicFrame>
      <p:graphicFrame>
        <p:nvGraphicFramePr>
          <p:cNvPr id="64586" name="Object 74"/>
          <p:cNvGraphicFramePr/>
          <p:nvPr/>
        </p:nvGraphicFramePr>
        <p:xfrm>
          <a:off x="755650" y="4581525"/>
          <a:ext cx="3405188" cy="1720850"/>
        </p:xfrm>
        <a:graphic>
          <a:graphicData uri="http://schemas.openxmlformats.org/presentationml/2006/ole">
            <mc:AlternateContent xmlns:mc="http://schemas.openxmlformats.org/markup-compatibility/2006">
              <mc:Choice xmlns:v="urn:schemas-microsoft-com:vml" Requires="v">
                <p:oleObj spid="_x0000_s3110" name="" r:id="rId5" imgW="1561465" imgH="862965" progId="Equation.DSMT4">
                  <p:embed/>
                </p:oleObj>
              </mc:Choice>
              <mc:Fallback>
                <p:oleObj name="" r:id="rId5" imgW="1561465" imgH="862965" progId="Equation.DSMT4">
                  <p:embed/>
                  <p:pic>
                    <p:nvPicPr>
                      <p:cNvPr id="0" name="图片 3109"/>
                      <p:cNvPicPr/>
                      <p:nvPr/>
                    </p:nvPicPr>
                    <p:blipFill>
                      <a:blip r:embed="rId6">
                        <a:clrChange>
                          <a:clrFrom>
                            <a:srgbClr val="000000"/>
                          </a:clrFrom>
                          <a:clrTo>
                            <a:srgbClr val="FFFFFF"/>
                          </a:clrTo>
                        </a:clrChange>
                      </a:blip>
                      <a:stretch>
                        <a:fillRect/>
                      </a:stretch>
                    </p:blipFill>
                    <p:spPr>
                      <a:xfrm>
                        <a:off x="755650" y="4581525"/>
                        <a:ext cx="3405188" cy="1720850"/>
                      </a:xfrm>
                      <a:prstGeom prst="rect">
                        <a:avLst/>
                      </a:prstGeom>
                      <a:noFill/>
                      <a:ln w="38100">
                        <a:noFill/>
                        <a:miter/>
                      </a:ln>
                    </p:spPr>
                  </p:pic>
                </p:oleObj>
              </mc:Fallback>
            </mc:AlternateContent>
          </a:graphicData>
        </a:graphic>
      </p:graphicFrame>
      <p:graphicFrame>
        <p:nvGraphicFramePr>
          <p:cNvPr id="64587" name="Object 75"/>
          <p:cNvGraphicFramePr/>
          <p:nvPr/>
        </p:nvGraphicFramePr>
        <p:xfrm>
          <a:off x="5148263" y="4868863"/>
          <a:ext cx="2447925" cy="1447800"/>
        </p:xfrm>
        <a:graphic>
          <a:graphicData uri="http://schemas.openxmlformats.org/presentationml/2006/ole">
            <mc:AlternateContent xmlns:mc="http://schemas.openxmlformats.org/markup-compatibility/2006">
              <mc:Choice xmlns:v="urn:schemas-microsoft-com:vml" Requires="v">
                <p:oleObj spid="_x0000_s3111" name="" r:id="rId7" imgW="1180465" imgH="698500" progId="Equation.3">
                  <p:embed/>
                </p:oleObj>
              </mc:Choice>
              <mc:Fallback>
                <p:oleObj name="" r:id="rId7" imgW="1180465" imgH="698500" progId="Equation.3">
                  <p:embed/>
                  <p:pic>
                    <p:nvPicPr>
                      <p:cNvPr id="0" name="图片 3110"/>
                      <p:cNvPicPr/>
                      <p:nvPr/>
                    </p:nvPicPr>
                    <p:blipFill>
                      <a:blip r:embed="rId8">
                        <a:clrChange>
                          <a:clrFrom>
                            <a:srgbClr val="000000"/>
                          </a:clrFrom>
                          <a:clrTo>
                            <a:srgbClr val="FFFFFF"/>
                          </a:clrTo>
                        </a:clrChange>
                      </a:blip>
                      <a:stretch>
                        <a:fillRect/>
                      </a:stretch>
                    </p:blipFill>
                    <p:spPr>
                      <a:xfrm>
                        <a:off x="5148263" y="4868863"/>
                        <a:ext cx="2447925" cy="1447800"/>
                      </a:xfrm>
                      <a:prstGeom prst="rect">
                        <a:avLst/>
                      </a:prstGeom>
                      <a:noFill/>
                      <a:ln w="38100">
                        <a:noFill/>
                        <a:miter/>
                      </a:ln>
                    </p:spPr>
                  </p:pic>
                </p:oleObj>
              </mc:Fallback>
            </mc:AlternateContent>
          </a:graphicData>
        </a:graphic>
      </p:graphicFrame>
      <p:grpSp>
        <p:nvGrpSpPr>
          <p:cNvPr id="7182" name="Group 80"/>
          <p:cNvGrpSpPr/>
          <p:nvPr/>
        </p:nvGrpSpPr>
        <p:grpSpPr>
          <a:xfrm>
            <a:off x="8316913" y="6446838"/>
            <a:ext cx="792162" cy="366712"/>
            <a:chOff x="5193" y="4020"/>
            <a:chExt cx="499" cy="231"/>
          </a:xfrm>
        </p:grpSpPr>
        <p:pic>
          <p:nvPicPr>
            <p:cNvPr id="7218" name="Picture 81"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7219" name="Text Box 8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183" name="Group 83"/>
          <p:cNvGrpSpPr/>
          <p:nvPr/>
        </p:nvGrpSpPr>
        <p:grpSpPr>
          <a:xfrm>
            <a:off x="7453313" y="6446838"/>
            <a:ext cx="792162" cy="366712"/>
            <a:chOff x="4649" y="4020"/>
            <a:chExt cx="499" cy="231"/>
          </a:xfrm>
        </p:grpSpPr>
        <p:pic>
          <p:nvPicPr>
            <p:cNvPr id="7216" name="Picture 84"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7217" name="Text Box 8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64601" name="Text Box 89"/>
          <p:cNvSpPr txBox="1"/>
          <p:nvPr/>
        </p:nvSpPr>
        <p:spPr>
          <a:xfrm>
            <a:off x="1258888" y="549275"/>
            <a:ext cx="5256212"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求二端口的</a:t>
            </a:r>
            <a:r>
              <a:rPr lang="en-US" altLang="zh-CN" b="0" i="1" dirty="0">
                <a:latin typeface="Times New Roman" panose="02020603050405020304" pitchFamily="18" charset="0"/>
              </a:rPr>
              <a:t>Y</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7185" name="Group 126"/>
          <p:cNvGrpSpPr/>
          <p:nvPr/>
        </p:nvGrpSpPr>
        <p:grpSpPr>
          <a:xfrm>
            <a:off x="6588125" y="6446838"/>
            <a:ext cx="792163" cy="366712"/>
            <a:chOff x="4649" y="4020"/>
            <a:chExt cx="499" cy="231"/>
          </a:xfrm>
        </p:grpSpPr>
        <p:pic>
          <p:nvPicPr>
            <p:cNvPr id="7214" name="Picture 127"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7215" name="Text Box 12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 name="Group 134"/>
          <p:cNvGrpSpPr/>
          <p:nvPr/>
        </p:nvGrpSpPr>
        <p:grpSpPr>
          <a:xfrm>
            <a:off x="4211638" y="404813"/>
            <a:ext cx="4219575" cy="2030412"/>
            <a:chOff x="2653" y="255"/>
            <a:chExt cx="2658" cy="1279"/>
          </a:xfrm>
        </p:grpSpPr>
        <p:sp>
          <p:nvSpPr>
            <p:cNvPr id="7187" name="Line 91"/>
            <p:cNvSpPr/>
            <p:nvPr/>
          </p:nvSpPr>
          <p:spPr>
            <a:xfrm>
              <a:off x="4466" y="663"/>
              <a:ext cx="1" cy="817"/>
            </a:xfrm>
            <a:prstGeom prst="line">
              <a:avLst/>
            </a:prstGeom>
            <a:ln w="28575" cap="flat" cmpd="sng">
              <a:solidFill>
                <a:srgbClr val="FFCC00"/>
              </a:solidFill>
              <a:prstDash val="solid"/>
              <a:headEnd type="oval" w="med" len="med"/>
              <a:tailEnd type="oval" w="med" len="med"/>
            </a:ln>
          </p:spPr>
        </p:sp>
        <p:sp>
          <p:nvSpPr>
            <p:cNvPr id="7188" name="Line 93"/>
            <p:cNvSpPr/>
            <p:nvPr/>
          </p:nvSpPr>
          <p:spPr>
            <a:xfrm>
              <a:off x="3378" y="671"/>
              <a:ext cx="0" cy="809"/>
            </a:xfrm>
            <a:prstGeom prst="line">
              <a:avLst/>
            </a:prstGeom>
            <a:ln w="28575" cap="flat" cmpd="sng">
              <a:solidFill>
                <a:srgbClr val="FFCC00"/>
              </a:solidFill>
              <a:prstDash val="solid"/>
              <a:headEnd type="oval" w="med" len="med"/>
              <a:tailEnd type="oval" w="med" len="med"/>
            </a:ln>
          </p:spPr>
        </p:sp>
        <p:sp>
          <p:nvSpPr>
            <p:cNvPr id="7189" name="Line 94"/>
            <p:cNvSpPr/>
            <p:nvPr/>
          </p:nvSpPr>
          <p:spPr>
            <a:xfrm flipV="1">
              <a:off x="4150" y="663"/>
              <a:ext cx="952" cy="0"/>
            </a:xfrm>
            <a:prstGeom prst="line">
              <a:avLst/>
            </a:prstGeom>
            <a:ln w="28575" cap="flat" cmpd="sng">
              <a:solidFill>
                <a:srgbClr val="FFCC00"/>
              </a:solidFill>
              <a:prstDash val="solid"/>
              <a:headEnd type="none" w="med" len="med"/>
              <a:tailEnd type="none" w="med" len="med"/>
            </a:ln>
          </p:spPr>
        </p:sp>
        <p:sp>
          <p:nvSpPr>
            <p:cNvPr id="7190" name="Line 95"/>
            <p:cNvSpPr/>
            <p:nvPr/>
          </p:nvSpPr>
          <p:spPr>
            <a:xfrm flipH="1" flipV="1">
              <a:off x="2834" y="663"/>
              <a:ext cx="907" cy="0"/>
            </a:xfrm>
            <a:prstGeom prst="line">
              <a:avLst/>
            </a:prstGeom>
            <a:ln w="28575" cap="flat" cmpd="sng">
              <a:solidFill>
                <a:srgbClr val="FFCC00"/>
              </a:solidFill>
              <a:prstDash val="solid"/>
              <a:headEnd type="none" w="med" len="med"/>
              <a:tailEnd type="none" w="med" len="med"/>
            </a:ln>
          </p:spPr>
        </p:sp>
        <p:sp>
          <p:nvSpPr>
            <p:cNvPr id="7191" name="Line 96"/>
            <p:cNvSpPr/>
            <p:nvPr/>
          </p:nvSpPr>
          <p:spPr>
            <a:xfrm>
              <a:off x="2834" y="1480"/>
              <a:ext cx="2283" cy="1"/>
            </a:xfrm>
            <a:prstGeom prst="line">
              <a:avLst/>
            </a:prstGeom>
            <a:ln w="28575" cap="flat" cmpd="sng">
              <a:solidFill>
                <a:srgbClr val="FFCC00"/>
              </a:solidFill>
              <a:prstDash val="solid"/>
              <a:headEnd type="none" w="med" len="med"/>
              <a:tailEnd type="none" w="med" len="med"/>
            </a:ln>
          </p:spPr>
        </p:sp>
        <p:sp>
          <p:nvSpPr>
            <p:cNvPr id="7192" name="Rectangle 97"/>
            <p:cNvSpPr/>
            <p:nvPr/>
          </p:nvSpPr>
          <p:spPr>
            <a:xfrm>
              <a:off x="3606" y="282"/>
              <a:ext cx="66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j</a:t>
              </a:r>
              <a:r>
                <a:rPr lang="en-US" altLang="zh-CN" b="0" i="1" dirty="0">
                  <a:latin typeface="Times New Roman" panose="02020603050405020304" pitchFamily="18" charset="0"/>
                  <a:ea typeface="宋体" panose="02010600030101010101" pitchFamily="2" charset="-122"/>
                  <a:sym typeface="Symbol" panose="05050102010706020507" pitchFamily="18" charset="2"/>
                </a:rPr>
                <a:t>L</a:t>
              </a:r>
              <a:endParaRPr lang="en-US" altLang="zh-CN"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7193" name="Line 98"/>
            <p:cNvSpPr/>
            <p:nvPr/>
          </p:nvSpPr>
          <p:spPr>
            <a:xfrm>
              <a:off x="2925" y="663"/>
              <a:ext cx="294" cy="0"/>
            </a:xfrm>
            <a:prstGeom prst="line">
              <a:avLst/>
            </a:prstGeom>
            <a:ln w="28575" cap="flat" cmpd="sng">
              <a:solidFill>
                <a:srgbClr val="00FFFF"/>
              </a:solidFill>
              <a:prstDash val="solid"/>
              <a:headEnd type="none" w="med" len="med"/>
              <a:tailEnd type="triangle" w="med" len="med"/>
            </a:ln>
          </p:spPr>
        </p:sp>
        <p:sp>
          <p:nvSpPr>
            <p:cNvPr id="7194" name="Text Box 99"/>
            <p:cNvSpPr txBox="1"/>
            <p:nvPr/>
          </p:nvSpPr>
          <p:spPr>
            <a:xfrm>
              <a:off x="2672" y="64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195" name="Text Box 100"/>
            <p:cNvSpPr txBox="1"/>
            <p:nvPr/>
          </p:nvSpPr>
          <p:spPr>
            <a:xfrm>
              <a:off x="2653" y="120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7196" name="Line 101"/>
            <p:cNvSpPr/>
            <p:nvPr/>
          </p:nvSpPr>
          <p:spPr>
            <a:xfrm flipH="1">
              <a:off x="4694" y="663"/>
              <a:ext cx="294" cy="0"/>
            </a:xfrm>
            <a:prstGeom prst="line">
              <a:avLst/>
            </a:prstGeom>
            <a:ln w="28575" cap="flat" cmpd="sng">
              <a:solidFill>
                <a:srgbClr val="00FFFF"/>
              </a:solidFill>
              <a:prstDash val="solid"/>
              <a:headEnd type="none" w="med" len="med"/>
              <a:tailEnd type="triangle" w="med" len="med"/>
            </a:ln>
          </p:spPr>
        </p:sp>
        <p:sp>
          <p:nvSpPr>
            <p:cNvPr id="7197" name="Text Box 102"/>
            <p:cNvSpPr txBox="1"/>
            <p:nvPr/>
          </p:nvSpPr>
          <p:spPr>
            <a:xfrm>
              <a:off x="5024" y="65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198" name="Text Box 103"/>
            <p:cNvSpPr txBox="1"/>
            <p:nvPr/>
          </p:nvSpPr>
          <p:spPr>
            <a:xfrm>
              <a:off x="5011" y="120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7174" name="Object 104"/>
            <p:cNvGraphicFramePr/>
            <p:nvPr/>
          </p:nvGraphicFramePr>
          <p:xfrm>
            <a:off x="2698" y="890"/>
            <a:ext cx="272" cy="370"/>
          </p:xfrm>
          <a:graphic>
            <a:graphicData uri="http://schemas.openxmlformats.org/presentationml/2006/ole">
              <mc:AlternateContent xmlns:mc="http://schemas.openxmlformats.org/markup-compatibility/2006">
                <mc:Choice xmlns:v="urn:schemas-microsoft-com:vml" Requires="v">
                  <p:oleObj spid="_x0000_s3123" name="" r:id="rId10" imgW="215900" imgH="291465" progId="Equation.3">
                    <p:embed/>
                  </p:oleObj>
                </mc:Choice>
                <mc:Fallback>
                  <p:oleObj name="" r:id="rId10" imgW="215900" imgH="291465" progId="Equation.3">
                    <p:embed/>
                    <p:pic>
                      <p:nvPicPr>
                        <p:cNvPr id="0" name="图片 3122"/>
                        <p:cNvPicPr/>
                        <p:nvPr/>
                      </p:nvPicPr>
                      <p:blipFill>
                        <a:blip r:embed="rId11">
                          <a:clrChange>
                            <a:clrFrom>
                              <a:srgbClr val="000000"/>
                            </a:clrFrom>
                            <a:clrTo>
                              <a:srgbClr val="FFFFFF"/>
                            </a:clrTo>
                          </a:clrChange>
                        </a:blip>
                        <a:stretch>
                          <a:fillRect/>
                        </a:stretch>
                      </p:blipFill>
                      <p:spPr>
                        <a:xfrm>
                          <a:off x="2698" y="890"/>
                          <a:ext cx="272" cy="370"/>
                        </a:xfrm>
                        <a:prstGeom prst="rect">
                          <a:avLst/>
                        </a:prstGeom>
                        <a:noFill/>
                        <a:ln w="38100">
                          <a:noFill/>
                          <a:miter/>
                        </a:ln>
                      </p:spPr>
                    </p:pic>
                  </p:oleObj>
                </mc:Fallback>
              </mc:AlternateContent>
            </a:graphicData>
          </a:graphic>
        </p:graphicFrame>
        <p:graphicFrame>
          <p:nvGraphicFramePr>
            <p:cNvPr id="7175" name="Object 105"/>
            <p:cNvGraphicFramePr/>
            <p:nvPr/>
          </p:nvGraphicFramePr>
          <p:xfrm>
            <a:off x="2970" y="255"/>
            <a:ext cx="208" cy="370"/>
          </p:xfrm>
          <a:graphic>
            <a:graphicData uri="http://schemas.openxmlformats.org/presentationml/2006/ole">
              <mc:AlternateContent xmlns:mc="http://schemas.openxmlformats.org/markup-compatibility/2006">
                <mc:Choice xmlns:v="urn:schemas-microsoft-com:vml" Requires="v">
                  <p:oleObj spid="_x0000_s3122" name="" r:id="rId12" imgW="165100" imgH="291465" progId="Equation.3">
                    <p:embed/>
                  </p:oleObj>
                </mc:Choice>
                <mc:Fallback>
                  <p:oleObj name="" r:id="rId12" imgW="165100" imgH="291465" progId="Equation.3">
                    <p:embed/>
                    <p:pic>
                      <p:nvPicPr>
                        <p:cNvPr id="0" name="图片 3121"/>
                        <p:cNvPicPr/>
                        <p:nvPr/>
                      </p:nvPicPr>
                      <p:blipFill>
                        <a:blip r:embed="rId13">
                          <a:clrChange>
                            <a:clrFrom>
                              <a:srgbClr val="000000"/>
                            </a:clrFrom>
                            <a:clrTo>
                              <a:srgbClr val="FFFFFF"/>
                            </a:clrTo>
                          </a:clrChange>
                        </a:blip>
                        <a:stretch>
                          <a:fillRect/>
                        </a:stretch>
                      </p:blipFill>
                      <p:spPr>
                        <a:xfrm>
                          <a:off x="2970" y="255"/>
                          <a:ext cx="208" cy="370"/>
                        </a:xfrm>
                        <a:prstGeom prst="rect">
                          <a:avLst/>
                        </a:prstGeom>
                        <a:noFill/>
                        <a:ln w="38100">
                          <a:noFill/>
                          <a:miter/>
                        </a:ln>
                      </p:spPr>
                    </p:pic>
                  </p:oleObj>
                </mc:Fallback>
              </mc:AlternateContent>
            </a:graphicData>
          </a:graphic>
        </p:graphicFrame>
        <p:graphicFrame>
          <p:nvGraphicFramePr>
            <p:cNvPr id="7176" name="Object 106"/>
            <p:cNvGraphicFramePr/>
            <p:nvPr/>
          </p:nvGraphicFramePr>
          <p:xfrm>
            <a:off x="4694" y="255"/>
            <a:ext cx="240" cy="370"/>
          </p:xfrm>
          <a:graphic>
            <a:graphicData uri="http://schemas.openxmlformats.org/presentationml/2006/ole">
              <mc:AlternateContent xmlns:mc="http://schemas.openxmlformats.org/markup-compatibility/2006">
                <mc:Choice xmlns:v="urn:schemas-microsoft-com:vml" Requires="v">
                  <p:oleObj spid="_x0000_s3124" name="" r:id="rId14" imgW="190500" imgH="292100" progId="Equation.3">
                    <p:embed/>
                  </p:oleObj>
                </mc:Choice>
                <mc:Fallback>
                  <p:oleObj name="" r:id="rId14" imgW="190500" imgH="292100" progId="Equation.3">
                    <p:embed/>
                    <p:pic>
                      <p:nvPicPr>
                        <p:cNvPr id="0" name="图片 3123"/>
                        <p:cNvPicPr/>
                        <p:nvPr/>
                      </p:nvPicPr>
                      <p:blipFill>
                        <a:blip r:embed="rId15">
                          <a:clrChange>
                            <a:clrFrom>
                              <a:srgbClr val="000000"/>
                            </a:clrFrom>
                            <a:clrTo>
                              <a:srgbClr val="FFFFFF"/>
                            </a:clrTo>
                          </a:clrChange>
                        </a:blip>
                        <a:stretch>
                          <a:fillRect/>
                        </a:stretch>
                      </p:blipFill>
                      <p:spPr>
                        <a:xfrm>
                          <a:off x="4694" y="255"/>
                          <a:ext cx="240" cy="370"/>
                        </a:xfrm>
                        <a:prstGeom prst="rect">
                          <a:avLst/>
                        </a:prstGeom>
                        <a:noFill/>
                        <a:ln w="38100">
                          <a:noFill/>
                          <a:miter/>
                        </a:ln>
                      </p:spPr>
                    </p:pic>
                  </p:oleObj>
                </mc:Fallback>
              </mc:AlternateContent>
            </a:graphicData>
          </a:graphic>
        </p:graphicFrame>
        <p:graphicFrame>
          <p:nvGraphicFramePr>
            <p:cNvPr id="7177" name="Object 107"/>
            <p:cNvGraphicFramePr/>
            <p:nvPr/>
          </p:nvGraphicFramePr>
          <p:xfrm>
            <a:off x="5007" y="902"/>
            <a:ext cx="304" cy="370"/>
          </p:xfrm>
          <a:graphic>
            <a:graphicData uri="http://schemas.openxmlformats.org/presentationml/2006/ole">
              <mc:AlternateContent xmlns:mc="http://schemas.openxmlformats.org/markup-compatibility/2006">
                <mc:Choice xmlns:v="urn:schemas-microsoft-com:vml" Requires="v">
                  <p:oleObj spid="_x0000_s3125" name="" r:id="rId16" imgW="241300" imgH="292100" progId="Equation.3">
                    <p:embed/>
                  </p:oleObj>
                </mc:Choice>
                <mc:Fallback>
                  <p:oleObj name="" r:id="rId16" imgW="241300" imgH="292100" progId="Equation.3">
                    <p:embed/>
                    <p:pic>
                      <p:nvPicPr>
                        <p:cNvPr id="0" name="图片 3124"/>
                        <p:cNvPicPr/>
                        <p:nvPr/>
                      </p:nvPicPr>
                      <p:blipFill>
                        <a:blip r:embed="rId17">
                          <a:clrChange>
                            <a:clrFrom>
                              <a:srgbClr val="000000"/>
                            </a:clrFrom>
                            <a:clrTo>
                              <a:srgbClr val="FFFFFF"/>
                            </a:clrTo>
                          </a:clrChange>
                        </a:blip>
                        <a:stretch>
                          <a:fillRect/>
                        </a:stretch>
                      </p:blipFill>
                      <p:spPr>
                        <a:xfrm>
                          <a:off x="5007" y="902"/>
                          <a:ext cx="304" cy="370"/>
                        </a:xfrm>
                        <a:prstGeom prst="rect">
                          <a:avLst/>
                        </a:prstGeom>
                        <a:noFill/>
                        <a:ln w="38100">
                          <a:noFill/>
                          <a:miter/>
                        </a:ln>
                      </p:spPr>
                    </p:pic>
                  </p:oleObj>
                </mc:Fallback>
              </mc:AlternateContent>
            </a:graphicData>
          </a:graphic>
        </p:graphicFrame>
        <p:sp>
          <p:nvSpPr>
            <p:cNvPr id="7199" name="Oval 108"/>
            <p:cNvSpPr/>
            <p:nvPr/>
          </p:nvSpPr>
          <p:spPr>
            <a:xfrm>
              <a:off x="2760" y="63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0" name="Oval 109"/>
            <p:cNvSpPr/>
            <p:nvPr/>
          </p:nvSpPr>
          <p:spPr>
            <a:xfrm>
              <a:off x="2771" y="144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1" name="Oval 110"/>
            <p:cNvSpPr/>
            <p:nvPr/>
          </p:nvSpPr>
          <p:spPr>
            <a:xfrm>
              <a:off x="5097" y="62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2" name="Oval 111"/>
            <p:cNvSpPr/>
            <p:nvPr/>
          </p:nvSpPr>
          <p:spPr>
            <a:xfrm>
              <a:off x="5102" y="143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3" name="Rectangle 112"/>
            <p:cNvSpPr/>
            <p:nvPr/>
          </p:nvSpPr>
          <p:spPr>
            <a:xfrm>
              <a:off x="3378" y="89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R</a:t>
              </a:r>
              <a:endParaRPr lang="en-US" altLang="zh-CN" b="0" dirty="0">
                <a:latin typeface="Times New Roman" panose="02020603050405020304" pitchFamily="18" charset="0"/>
                <a:ea typeface="宋体" panose="02010600030101010101" pitchFamily="2" charset="-122"/>
              </a:endParaRPr>
            </a:p>
          </p:txBody>
        </p:sp>
        <p:graphicFrame>
          <p:nvGraphicFramePr>
            <p:cNvPr id="7178" name="Object 113"/>
            <p:cNvGraphicFramePr/>
            <p:nvPr/>
          </p:nvGraphicFramePr>
          <p:xfrm>
            <a:off x="3990" y="981"/>
            <a:ext cx="432" cy="419"/>
          </p:xfrm>
          <a:graphic>
            <a:graphicData uri="http://schemas.openxmlformats.org/presentationml/2006/ole">
              <mc:AlternateContent xmlns:mc="http://schemas.openxmlformats.org/markup-compatibility/2006">
                <mc:Choice xmlns:v="urn:schemas-microsoft-com:vml" Requires="v">
                  <p:oleObj spid="_x0000_s3126" name="" r:id="rId18" imgW="342900" imgH="330200" progId="Equation.3">
                    <p:embed/>
                  </p:oleObj>
                </mc:Choice>
                <mc:Fallback>
                  <p:oleObj name="" r:id="rId18" imgW="342900" imgH="330200" progId="Equation.3">
                    <p:embed/>
                    <p:pic>
                      <p:nvPicPr>
                        <p:cNvPr id="0" name="图片 3125"/>
                        <p:cNvPicPr/>
                        <p:nvPr/>
                      </p:nvPicPr>
                      <p:blipFill>
                        <a:blip r:embed="rId19">
                          <a:clrChange>
                            <a:clrFrom>
                              <a:srgbClr val="000000"/>
                            </a:clrFrom>
                            <a:clrTo>
                              <a:srgbClr val="FFFFFF"/>
                            </a:clrTo>
                          </a:clrChange>
                        </a:blip>
                        <a:stretch>
                          <a:fillRect/>
                        </a:stretch>
                      </p:blipFill>
                      <p:spPr>
                        <a:xfrm>
                          <a:off x="3990" y="981"/>
                          <a:ext cx="432" cy="419"/>
                        </a:xfrm>
                        <a:prstGeom prst="rect">
                          <a:avLst/>
                        </a:prstGeom>
                        <a:noFill/>
                        <a:ln w="38100">
                          <a:noFill/>
                          <a:miter/>
                        </a:ln>
                      </p:spPr>
                    </p:pic>
                  </p:oleObj>
                </mc:Fallback>
              </mc:AlternateContent>
            </a:graphicData>
          </a:graphic>
        </p:graphicFrame>
        <p:sp>
          <p:nvSpPr>
            <p:cNvPr id="7204" name="Line 114"/>
            <p:cNvSpPr/>
            <p:nvPr/>
          </p:nvSpPr>
          <p:spPr>
            <a:xfrm>
              <a:off x="4468" y="1071"/>
              <a:ext cx="0" cy="318"/>
            </a:xfrm>
            <a:prstGeom prst="line">
              <a:avLst/>
            </a:prstGeom>
            <a:ln w="28575" cap="flat" cmpd="sng">
              <a:solidFill>
                <a:srgbClr val="00FFFF"/>
              </a:solidFill>
              <a:prstDash val="solid"/>
              <a:headEnd type="none" w="med" len="med"/>
              <a:tailEnd type="triangle" w="med" len="med"/>
            </a:ln>
          </p:spPr>
        </p:sp>
        <p:grpSp>
          <p:nvGrpSpPr>
            <p:cNvPr id="7205" name="Group 124"/>
            <p:cNvGrpSpPr/>
            <p:nvPr/>
          </p:nvGrpSpPr>
          <p:grpSpPr>
            <a:xfrm>
              <a:off x="4240" y="754"/>
              <a:ext cx="454" cy="363"/>
              <a:chOff x="4240" y="890"/>
              <a:chExt cx="454" cy="363"/>
            </a:xfrm>
          </p:grpSpPr>
          <p:sp>
            <p:nvSpPr>
              <p:cNvPr id="7212" name="AutoShape 92"/>
              <p:cNvSpPr/>
              <p:nvPr/>
            </p:nvSpPr>
            <p:spPr>
              <a:xfrm>
                <a:off x="4240" y="890"/>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13" name="Line 115"/>
              <p:cNvSpPr/>
              <p:nvPr/>
            </p:nvSpPr>
            <p:spPr>
              <a:xfrm>
                <a:off x="4240" y="1071"/>
                <a:ext cx="454" cy="0"/>
              </a:xfrm>
              <a:prstGeom prst="line">
                <a:avLst/>
              </a:prstGeom>
              <a:ln w="38100" cap="flat" cmpd="sng">
                <a:solidFill>
                  <a:srgbClr val="FF9900"/>
                </a:solidFill>
                <a:prstDash val="solid"/>
                <a:headEnd type="none" w="med" len="med"/>
                <a:tailEnd type="none" w="med" len="med"/>
              </a:ln>
            </p:spPr>
          </p:sp>
        </p:grpSp>
        <p:sp>
          <p:nvSpPr>
            <p:cNvPr id="7206" name="Rectangle 116"/>
            <p:cNvSpPr/>
            <p:nvPr/>
          </p:nvSpPr>
          <p:spPr>
            <a:xfrm>
              <a:off x="3315" y="84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nvGrpSpPr>
            <p:cNvPr id="7207" name="Group 129"/>
            <p:cNvGrpSpPr/>
            <p:nvPr/>
          </p:nvGrpSpPr>
          <p:grpSpPr>
            <a:xfrm rot="5400000">
              <a:off x="3900" y="413"/>
              <a:ext cx="91" cy="408"/>
              <a:chOff x="1565" y="2614"/>
              <a:chExt cx="90" cy="486"/>
            </a:xfrm>
          </p:grpSpPr>
          <p:sp>
            <p:nvSpPr>
              <p:cNvPr id="7208" name="Arc 130"/>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9" name="Arc 131"/>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10" name="Arc 132"/>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11" name="Arc 133"/>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4546"/>
                                        </p:tgtEl>
                                        <p:attrNameLst>
                                          <p:attrName>style.visibility</p:attrName>
                                        </p:attrNameLst>
                                      </p:cBhvr>
                                      <p:to>
                                        <p:strVal val="visible"/>
                                      </p:to>
                                    </p:set>
                                    <p:anim calcmode="lin" valueType="num">
                                      <p:cBhvr>
                                        <p:cTn id="7" dur="1000" fill="hold"/>
                                        <p:tgtEl>
                                          <p:spTgt spid="64546"/>
                                        </p:tgtEl>
                                        <p:attrNameLst>
                                          <p:attrName>ppt_w</p:attrName>
                                        </p:attrNameLst>
                                      </p:cBhvr>
                                      <p:tavLst>
                                        <p:tav tm="0">
                                          <p:val>
                                            <p:fltVal val="0.000000"/>
                                          </p:val>
                                        </p:tav>
                                        <p:tav tm="100000">
                                          <p:val>
                                            <p:strVal val="#ppt_w"/>
                                          </p:val>
                                        </p:tav>
                                      </p:tavLst>
                                    </p:anim>
                                    <p:anim calcmode="lin" valueType="num">
                                      <p:cBhvr>
                                        <p:cTn id="8" dur="1000" fill="hold"/>
                                        <p:tgtEl>
                                          <p:spTgt spid="64546"/>
                                        </p:tgtEl>
                                        <p:attrNameLst>
                                          <p:attrName>ppt_h</p:attrName>
                                        </p:attrNameLst>
                                      </p:cBhvr>
                                      <p:tavLst>
                                        <p:tav tm="0">
                                          <p:val>
                                            <p:fltVal val="0.000000"/>
                                          </p:val>
                                        </p:tav>
                                        <p:tav tm="100000">
                                          <p:val>
                                            <p:strVal val="#ppt_h"/>
                                          </p:val>
                                        </p:tav>
                                      </p:tavLst>
                                    </p:anim>
                                    <p:anim calcmode="lin" valueType="num">
                                      <p:cBhvr>
                                        <p:cTn id="9" dur="1000" fill="hold"/>
                                        <p:tgtEl>
                                          <p:spTgt spid="6454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6454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64601">
                                            <p:txEl>
                                              <p:charRg st="0" end="10"/>
                                            </p:txEl>
                                          </p:spTgt>
                                        </p:tgtEl>
                                        <p:attrNameLst>
                                          <p:attrName>style.visibility</p:attrName>
                                        </p:attrNameLst>
                                      </p:cBhvr>
                                      <p:to>
                                        <p:strVal val="visible"/>
                                      </p:to>
                                    </p:set>
                                    <p:animEffect transition="in" filter="wipe(left)">
                                      <p:cBhvr>
                                        <p:cTn id="18" dur="2000"/>
                                        <p:tgtEl>
                                          <p:spTgt spid="64601">
                                            <p:txEl>
                                              <p:charRg st="0" end="1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4549"/>
                                        </p:tgtEl>
                                        <p:attrNameLst>
                                          <p:attrName>style.visibility</p:attrName>
                                        </p:attrNameLst>
                                      </p:cBhvr>
                                      <p:to>
                                        <p:strVal val="visible"/>
                                      </p:to>
                                    </p:set>
                                    <p:anim calcmode="lin" valueType="num">
                                      <p:cBhvr>
                                        <p:cTn id="23" dur="1000" fill="hold"/>
                                        <p:tgtEl>
                                          <p:spTgt spid="64549"/>
                                        </p:tgtEl>
                                        <p:attrNameLst>
                                          <p:attrName>ppt_w</p:attrName>
                                        </p:attrNameLst>
                                      </p:cBhvr>
                                      <p:tavLst>
                                        <p:tav tm="0">
                                          <p:val>
                                            <p:fltVal val="0.000000"/>
                                          </p:val>
                                        </p:tav>
                                        <p:tav tm="100000">
                                          <p:val>
                                            <p:strVal val="#ppt_w"/>
                                          </p:val>
                                        </p:tav>
                                      </p:tavLst>
                                    </p:anim>
                                    <p:anim calcmode="lin" valueType="num">
                                      <p:cBhvr>
                                        <p:cTn id="24" dur="1000" fill="hold"/>
                                        <p:tgtEl>
                                          <p:spTgt spid="64549"/>
                                        </p:tgtEl>
                                        <p:attrNameLst>
                                          <p:attrName>ppt_h</p:attrName>
                                        </p:attrNameLst>
                                      </p:cBhvr>
                                      <p:tavLst>
                                        <p:tav tm="0">
                                          <p:val>
                                            <p:fltVal val="0.000000"/>
                                          </p:val>
                                        </p:tav>
                                        <p:tav tm="100000">
                                          <p:val>
                                            <p:strVal val="#ppt_h"/>
                                          </p:val>
                                        </p:tav>
                                      </p:tavLst>
                                    </p:anim>
                                    <p:anim calcmode="lin" valueType="num">
                                      <p:cBhvr>
                                        <p:cTn id="25" dur="1000" fill="hold"/>
                                        <p:tgtEl>
                                          <p:spTgt spid="64549"/>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6454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4560">
                                            <p:txEl>
                                              <p:charRg st="0" end="8"/>
                                            </p:txEl>
                                          </p:spTgt>
                                        </p:tgtEl>
                                        <p:attrNameLst>
                                          <p:attrName>style.visibility</p:attrName>
                                        </p:attrNameLst>
                                      </p:cBhvr>
                                      <p:to>
                                        <p:strVal val="visible"/>
                                      </p:to>
                                    </p:set>
                                    <p:animEffect transition="in" filter="wipe(left)">
                                      <p:cBhvr>
                                        <p:cTn id="31" dur="2000"/>
                                        <p:tgtEl>
                                          <p:spTgt spid="64560">
                                            <p:txEl>
                                              <p:charRg st="0"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4547"/>
                                        </p:tgtEl>
                                        <p:attrNameLst>
                                          <p:attrName>style.visibility</p:attrName>
                                        </p:attrNameLst>
                                      </p:cBhvr>
                                      <p:to>
                                        <p:strVal val="visible"/>
                                      </p:to>
                                    </p:set>
                                    <p:animEffect transition="in" filter="wipe(left)">
                                      <p:cBhvr>
                                        <p:cTn id="36" dur="2000"/>
                                        <p:tgtEl>
                                          <p:spTgt spid="6454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4585"/>
                                        </p:tgtEl>
                                        <p:attrNameLst>
                                          <p:attrName>style.visibility</p:attrName>
                                        </p:attrNameLst>
                                      </p:cBhvr>
                                      <p:to>
                                        <p:strVal val="visible"/>
                                      </p:to>
                                    </p:set>
                                    <p:animEffect transition="in" filter="wipe(left)">
                                      <p:cBhvr>
                                        <p:cTn id="41" dur="2000"/>
                                        <p:tgtEl>
                                          <p:spTgt spid="64585"/>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64586"/>
                                        </p:tgtEl>
                                        <p:attrNameLst>
                                          <p:attrName>style.visibility</p:attrName>
                                        </p:attrNameLst>
                                      </p:cBhvr>
                                      <p:to>
                                        <p:strVal val="visible"/>
                                      </p:to>
                                    </p:set>
                                    <p:animEffect transition="in" filter="blinds(horizontal)">
                                      <p:cBhvr>
                                        <p:cTn id="46" dur="500"/>
                                        <p:tgtEl>
                                          <p:spTgt spid="6458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64587"/>
                                        </p:tgtEl>
                                        <p:attrNameLst>
                                          <p:attrName>style.visibility</p:attrName>
                                        </p:attrNameLst>
                                      </p:cBhvr>
                                      <p:to>
                                        <p:strVal val="visible"/>
                                      </p:to>
                                    </p:set>
                                    <p:animEffect transition="in" filter="wipe(left)">
                                      <p:cBhvr>
                                        <p:cTn id="51" dur="2000"/>
                                        <p:tgtEl>
                                          <p:spTgt spid="64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6" grpId="0"/>
      <p:bldP spid="64549" grpId="0" animBg="1"/>
      <p:bldP spid="64560" grpId="0" build="p"/>
      <p:bldP spid="6460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4" name="Object 6"/>
          <p:cNvGraphicFramePr/>
          <p:nvPr/>
        </p:nvGraphicFramePr>
        <p:xfrm>
          <a:off x="1042988" y="1341438"/>
          <a:ext cx="2252662" cy="1308100"/>
        </p:xfrm>
        <a:graphic>
          <a:graphicData uri="http://schemas.openxmlformats.org/presentationml/2006/ole">
            <mc:AlternateContent xmlns:mc="http://schemas.openxmlformats.org/markup-compatibility/2006">
              <mc:Choice xmlns:v="urn:schemas-microsoft-com:vml" Requires="v">
                <p:oleObj spid="_x0000_s3131" name="" r:id="rId1" imgW="876300" imgH="508000" progId="Equation.3">
                  <p:embed/>
                </p:oleObj>
              </mc:Choice>
              <mc:Fallback>
                <p:oleObj name="" r:id="rId1" imgW="876300" imgH="508000" progId="Equation.3">
                  <p:embed/>
                  <p:pic>
                    <p:nvPicPr>
                      <p:cNvPr id="0" name="图片 3130"/>
                      <p:cNvPicPr/>
                      <p:nvPr/>
                    </p:nvPicPr>
                    <p:blipFill>
                      <a:blip r:embed="rId2">
                        <a:clrChange>
                          <a:clrFrom>
                            <a:srgbClr val="000000"/>
                          </a:clrFrom>
                          <a:clrTo>
                            <a:srgbClr val="FFFFFF"/>
                          </a:clrTo>
                        </a:clrChange>
                      </a:blip>
                      <a:stretch>
                        <a:fillRect/>
                      </a:stretch>
                    </p:blipFill>
                    <p:spPr>
                      <a:xfrm>
                        <a:off x="1042988" y="1341438"/>
                        <a:ext cx="2252662" cy="1308100"/>
                      </a:xfrm>
                      <a:prstGeom prst="rect">
                        <a:avLst/>
                      </a:prstGeom>
                      <a:noFill/>
                      <a:ln w="38100">
                        <a:noFill/>
                        <a:miter/>
                      </a:ln>
                    </p:spPr>
                  </p:pic>
                </p:oleObj>
              </mc:Fallback>
            </mc:AlternateContent>
          </a:graphicData>
        </a:graphic>
      </p:graphicFrame>
      <p:graphicFrame>
        <p:nvGraphicFramePr>
          <p:cNvPr id="22535" name="Object 7"/>
          <p:cNvGraphicFramePr/>
          <p:nvPr/>
        </p:nvGraphicFramePr>
        <p:xfrm>
          <a:off x="4427538" y="1341438"/>
          <a:ext cx="2703512" cy="1317625"/>
        </p:xfrm>
        <a:graphic>
          <a:graphicData uri="http://schemas.openxmlformats.org/presentationml/2006/ole">
            <mc:AlternateContent xmlns:mc="http://schemas.openxmlformats.org/markup-compatibility/2006">
              <mc:Choice xmlns:v="urn:schemas-microsoft-com:vml" Requires="v">
                <p:oleObj spid="_x0000_s3127" name="" r:id="rId3" imgW="876300" imgH="508000" progId="Equation.3">
                  <p:embed/>
                </p:oleObj>
              </mc:Choice>
              <mc:Fallback>
                <p:oleObj name="" r:id="rId3" imgW="876300" imgH="508000" progId="Equation.3">
                  <p:embed/>
                  <p:pic>
                    <p:nvPicPr>
                      <p:cNvPr id="0" name="图片 3126"/>
                      <p:cNvPicPr/>
                      <p:nvPr/>
                    </p:nvPicPr>
                    <p:blipFill>
                      <a:blip r:embed="rId4">
                        <a:clrChange>
                          <a:clrFrom>
                            <a:srgbClr val="000000"/>
                          </a:clrFrom>
                          <a:clrTo>
                            <a:srgbClr val="FFFFFF"/>
                          </a:clrTo>
                        </a:clrChange>
                      </a:blip>
                      <a:stretch>
                        <a:fillRect/>
                      </a:stretch>
                    </p:blipFill>
                    <p:spPr>
                      <a:xfrm>
                        <a:off x="4427538" y="1341438"/>
                        <a:ext cx="2703512" cy="1317625"/>
                      </a:xfrm>
                      <a:prstGeom prst="rect">
                        <a:avLst/>
                      </a:prstGeom>
                      <a:noFill/>
                      <a:ln w="38100">
                        <a:noFill/>
                        <a:miter/>
                      </a:ln>
                    </p:spPr>
                  </p:pic>
                </p:oleObj>
              </mc:Fallback>
            </mc:AlternateContent>
          </a:graphicData>
        </a:graphic>
      </p:graphicFrame>
      <p:graphicFrame>
        <p:nvGraphicFramePr>
          <p:cNvPr id="22536" name="Object 8"/>
          <p:cNvGraphicFramePr/>
          <p:nvPr/>
        </p:nvGraphicFramePr>
        <p:xfrm>
          <a:off x="971550" y="2708275"/>
          <a:ext cx="5008563" cy="655638"/>
        </p:xfrm>
        <a:graphic>
          <a:graphicData uri="http://schemas.openxmlformats.org/presentationml/2006/ole">
            <mc:AlternateContent xmlns:mc="http://schemas.openxmlformats.org/markup-compatibility/2006">
              <mc:Choice xmlns:v="urn:schemas-microsoft-com:vml" Requires="v">
                <p:oleObj spid="_x0000_s3128" name="" r:id="rId5" imgW="1699895" imgH="266065" progId="Equation.3">
                  <p:embed/>
                </p:oleObj>
              </mc:Choice>
              <mc:Fallback>
                <p:oleObj name="" r:id="rId5" imgW="1699895" imgH="266065" progId="Equation.3">
                  <p:embed/>
                  <p:pic>
                    <p:nvPicPr>
                      <p:cNvPr id="0" name="图片 3127"/>
                      <p:cNvPicPr/>
                      <p:nvPr/>
                    </p:nvPicPr>
                    <p:blipFill>
                      <a:blip r:embed="rId6">
                        <a:clrChange>
                          <a:clrFrom>
                            <a:srgbClr val="000000"/>
                          </a:clrFrom>
                          <a:clrTo>
                            <a:srgbClr val="FFFFFF"/>
                          </a:clrTo>
                        </a:clrChange>
                      </a:blip>
                      <a:stretch>
                        <a:fillRect/>
                      </a:stretch>
                    </p:blipFill>
                    <p:spPr>
                      <a:xfrm>
                        <a:off x="971550" y="2708275"/>
                        <a:ext cx="5008563" cy="655638"/>
                      </a:xfrm>
                      <a:prstGeom prst="rect">
                        <a:avLst/>
                      </a:prstGeom>
                      <a:noFill/>
                      <a:ln w="38100">
                        <a:noFill/>
                        <a:miter/>
                      </a:ln>
                    </p:spPr>
                  </p:pic>
                </p:oleObj>
              </mc:Fallback>
            </mc:AlternateContent>
          </a:graphicData>
        </a:graphic>
      </p:graphicFrame>
      <p:graphicFrame>
        <p:nvGraphicFramePr>
          <p:cNvPr id="22537" name="Object 9"/>
          <p:cNvGraphicFramePr/>
          <p:nvPr/>
        </p:nvGraphicFramePr>
        <p:xfrm>
          <a:off x="2987675" y="3429000"/>
          <a:ext cx="2157413" cy="927100"/>
        </p:xfrm>
        <a:graphic>
          <a:graphicData uri="http://schemas.openxmlformats.org/presentationml/2006/ole">
            <mc:AlternateContent xmlns:mc="http://schemas.openxmlformats.org/markup-compatibility/2006">
              <mc:Choice xmlns:v="urn:schemas-microsoft-com:vml" Requires="v">
                <p:oleObj spid="_x0000_s3130" name="" r:id="rId7" imgW="558800" imgH="241300" progId="Equation.DSMT4">
                  <p:embed/>
                </p:oleObj>
              </mc:Choice>
              <mc:Fallback>
                <p:oleObj name="" r:id="rId7" imgW="558800" imgH="241300" progId="Equation.DSMT4">
                  <p:embed/>
                  <p:pic>
                    <p:nvPicPr>
                      <p:cNvPr id="0" name="图片 3129"/>
                      <p:cNvPicPr/>
                      <p:nvPr/>
                    </p:nvPicPr>
                    <p:blipFill>
                      <a:blip r:embed="rId8"/>
                      <a:stretch>
                        <a:fillRect/>
                      </a:stretch>
                    </p:blipFill>
                    <p:spPr>
                      <a:xfrm>
                        <a:off x="2987675" y="3429000"/>
                        <a:ext cx="2157413" cy="927100"/>
                      </a:xfrm>
                      <a:prstGeom prst="rect">
                        <a:avLst/>
                      </a:prstGeom>
                      <a:gradFill rotWithShape="1">
                        <a:gsLst>
                          <a:gs pos="0">
                            <a:srgbClr val="3399FF"/>
                          </a:gs>
                          <a:gs pos="50000">
                            <a:schemeClr val="bg1"/>
                          </a:gs>
                          <a:gs pos="100000">
                            <a:srgbClr val="3399FF"/>
                          </a:gs>
                        </a:gsLst>
                        <a:lin ang="5400000" scaled="1"/>
                        <a:tileRect/>
                      </a:gradFill>
                      <a:ln w="38100">
                        <a:noFill/>
                        <a:miter/>
                      </a:ln>
                    </p:spPr>
                  </p:pic>
                </p:oleObj>
              </mc:Fallback>
            </mc:AlternateContent>
          </a:graphicData>
        </a:graphic>
      </p:graphicFrame>
      <p:sp>
        <p:nvSpPr>
          <p:cNvPr id="22538" name="Text Box 10"/>
          <p:cNvSpPr txBox="1"/>
          <p:nvPr/>
        </p:nvSpPr>
        <p:spPr>
          <a:xfrm>
            <a:off x="827088" y="4508500"/>
            <a:ext cx="2089150"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上例中有</a:t>
            </a:r>
            <a:endParaRPr lang="zh-CN" altLang="en-US" dirty="0">
              <a:solidFill>
                <a:srgbClr val="FFFF00"/>
              </a:solidFill>
              <a:latin typeface="Times New Roman" panose="02020603050405020304" pitchFamily="18" charset="0"/>
            </a:endParaRPr>
          </a:p>
        </p:txBody>
      </p:sp>
      <p:graphicFrame>
        <p:nvGraphicFramePr>
          <p:cNvPr id="22539" name="Object 11"/>
          <p:cNvGraphicFramePr/>
          <p:nvPr/>
        </p:nvGraphicFramePr>
        <p:xfrm>
          <a:off x="2843213" y="4508500"/>
          <a:ext cx="2513012" cy="620713"/>
        </p:xfrm>
        <a:graphic>
          <a:graphicData uri="http://schemas.openxmlformats.org/presentationml/2006/ole">
            <mc:AlternateContent xmlns:mc="http://schemas.openxmlformats.org/markup-compatibility/2006">
              <mc:Choice xmlns:v="urn:schemas-microsoft-com:vml" Requires="v">
                <p:oleObj spid="_x0000_s3129" name="" r:id="rId9" imgW="977265" imgH="241300" progId="Equation.3">
                  <p:embed/>
                </p:oleObj>
              </mc:Choice>
              <mc:Fallback>
                <p:oleObj name="" r:id="rId9" imgW="977265" imgH="241300" progId="Equation.3">
                  <p:embed/>
                  <p:pic>
                    <p:nvPicPr>
                      <p:cNvPr id="0" name="图片 3128"/>
                      <p:cNvPicPr/>
                      <p:nvPr/>
                    </p:nvPicPr>
                    <p:blipFill>
                      <a:blip r:embed="rId10">
                        <a:clrChange>
                          <a:clrFrom>
                            <a:srgbClr val="000000"/>
                          </a:clrFrom>
                          <a:clrTo>
                            <a:srgbClr val="FFFFFF"/>
                          </a:clrTo>
                        </a:clrChange>
                      </a:blip>
                      <a:stretch>
                        <a:fillRect/>
                      </a:stretch>
                    </p:blipFill>
                    <p:spPr>
                      <a:xfrm>
                        <a:off x="2843213" y="4508500"/>
                        <a:ext cx="2513012" cy="620713"/>
                      </a:xfrm>
                      <a:prstGeom prst="rect">
                        <a:avLst/>
                      </a:prstGeom>
                      <a:noFill/>
                      <a:ln w="38100">
                        <a:noFill/>
                        <a:miter/>
                      </a:ln>
                    </p:spPr>
                  </p:pic>
                </p:oleObj>
              </mc:Fallback>
            </mc:AlternateContent>
          </a:graphicData>
        </a:graphic>
      </p:graphicFrame>
      <p:sp>
        <p:nvSpPr>
          <p:cNvPr id="22540" name="Text Box 12"/>
          <p:cNvSpPr txBox="1"/>
          <p:nvPr/>
        </p:nvSpPr>
        <p:spPr>
          <a:xfrm>
            <a:off x="1727200" y="5373688"/>
            <a:ext cx="7416800"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互易二端口四个参数中只有三个是独立的。</a:t>
            </a:r>
            <a:endParaRPr lang="zh-CN" altLang="en-US" dirty="0">
              <a:solidFill>
                <a:srgbClr val="FFFF00"/>
              </a:solidFill>
              <a:latin typeface="Times New Roman" panose="02020603050405020304" pitchFamily="18" charset="0"/>
            </a:endParaRPr>
          </a:p>
        </p:txBody>
      </p:sp>
      <p:sp>
        <p:nvSpPr>
          <p:cNvPr id="22541" name="Text Box 13"/>
          <p:cNvSpPr txBox="1"/>
          <p:nvPr/>
        </p:nvSpPr>
        <p:spPr>
          <a:xfrm>
            <a:off x="539750" y="549275"/>
            <a:ext cx="5248275" cy="519113"/>
          </a:xfrm>
          <a:prstGeom prst="rect">
            <a:avLst/>
          </a:prstGeom>
          <a:noFill/>
          <a:ln w="28575">
            <a:noFill/>
          </a:ln>
        </p:spPr>
        <p:txBody>
          <a:bodyPr>
            <a:spAutoFit/>
          </a:bodyPr>
          <a:p>
            <a:pPr marL="342900" indent="-342900">
              <a:spcBef>
                <a:spcPct val="50000"/>
              </a:spcBef>
              <a:buAutoNum type="circleNumDbPlain" startAt="3"/>
            </a:pPr>
            <a:r>
              <a:rPr lang="zh-CN" altLang="en-US" dirty="0">
                <a:solidFill>
                  <a:srgbClr val="FF9900"/>
                </a:solidFill>
                <a:latin typeface="楷体_GB2312" pitchFamily="49" charset="-122"/>
              </a:rPr>
              <a:t>互易二端口</a:t>
            </a:r>
            <a:r>
              <a:rPr lang="en-US" altLang="zh-CN" dirty="0">
                <a:solidFill>
                  <a:srgbClr val="FF9900"/>
                </a:solidFill>
                <a:latin typeface="楷体_GB2312" pitchFamily="49" charset="-122"/>
              </a:rPr>
              <a:t>(</a:t>
            </a:r>
            <a:r>
              <a:rPr lang="zh-CN" altLang="en-US" dirty="0">
                <a:solidFill>
                  <a:srgbClr val="FF9900"/>
                </a:solidFill>
                <a:latin typeface="楷体_GB2312" pitchFamily="49" charset="-122"/>
              </a:rPr>
              <a:t>满足互易定理</a:t>
            </a:r>
            <a:r>
              <a:rPr lang="en-US" altLang="zh-CN" dirty="0">
                <a:solidFill>
                  <a:srgbClr val="FF9900"/>
                </a:solidFill>
                <a:latin typeface="楷体_GB2312" pitchFamily="49" charset="-122"/>
              </a:rPr>
              <a:t>)</a:t>
            </a:r>
            <a:endParaRPr lang="en-US" altLang="zh-CN" dirty="0">
              <a:solidFill>
                <a:srgbClr val="FF9900"/>
              </a:solidFill>
              <a:latin typeface="楷体_GB2312" pitchFamily="49" charset="-122"/>
            </a:endParaRPr>
          </a:p>
        </p:txBody>
      </p:sp>
      <p:sp>
        <p:nvSpPr>
          <p:cNvPr id="22542" name="Line 14"/>
          <p:cNvSpPr/>
          <p:nvPr/>
        </p:nvSpPr>
        <p:spPr>
          <a:xfrm>
            <a:off x="1258888" y="3933825"/>
            <a:ext cx="1008062" cy="0"/>
          </a:xfrm>
          <a:prstGeom prst="line">
            <a:avLst/>
          </a:prstGeom>
          <a:ln w="76200" cap="flat" cmpd="sng">
            <a:solidFill>
              <a:srgbClr val="3399FF"/>
            </a:solidFill>
            <a:prstDash val="solid"/>
            <a:headEnd type="none" w="med" len="med"/>
            <a:tailEnd type="triangle" w="med" len="med"/>
          </a:ln>
        </p:spPr>
      </p:sp>
      <p:grpSp>
        <p:nvGrpSpPr>
          <p:cNvPr id="8203" name="Group 19"/>
          <p:cNvGrpSpPr/>
          <p:nvPr/>
        </p:nvGrpSpPr>
        <p:grpSpPr>
          <a:xfrm>
            <a:off x="8316913" y="6446838"/>
            <a:ext cx="792162" cy="366712"/>
            <a:chOff x="5193" y="4020"/>
            <a:chExt cx="499" cy="231"/>
          </a:xfrm>
        </p:grpSpPr>
        <p:pic>
          <p:nvPicPr>
            <p:cNvPr id="8213" name="Picture 20"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8214" name="Text Box 2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8204" name="Group 22"/>
          <p:cNvGrpSpPr/>
          <p:nvPr/>
        </p:nvGrpSpPr>
        <p:grpSpPr>
          <a:xfrm>
            <a:off x="7453313" y="6446838"/>
            <a:ext cx="792162" cy="366712"/>
            <a:chOff x="4649" y="4020"/>
            <a:chExt cx="499" cy="231"/>
          </a:xfrm>
        </p:grpSpPr>
        <p:pic>
          <p:nvPicPr>
            <p:cNvPr id="8211" name="Picture 23"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8212" name="Text Box 2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28"/>
          <p:cNvGrpSpPr/>
          <p:nvPr/>
        </p:nvGrpSpPr>
        <p:grpSpPr>
          <a:xfrm>
            <a:off x="250825" y="5229225"/>
            <a:ext cx="1644650" cy="850900"/>
            <a:chOff x="385" y="3022"/>
            <a:chExt cx="1036" cy="536"/>
          </a:xfrm>
        </p:grpSpPr>
        <p:pic>
          <p:nvPicPr>
            <p:cNvPr id="8209" name="Picture 29" descr="123"/>
            <p:cNvPicPr>
              <a:picLocks noChangeAspect="1"/>
            </p:cNvPicPr>
            <p:nvPr/>
          </p:nvPicPr>
          <p:blipFill>
            <a:blip r:embed="rId12"/>
            <a:stretch>
              <a:fillRect/>
            </a:stretch>
          </p:blipFill>
          <p:spPr>
            <a:xfrm>
              <a:off x="385" y="3022"/>
              <a:ext cx="590" cy="536"/>
            </a:xfrm>
            <a:prstGeom prst="rect">
              <a:avLst/>
            </a:prstGeom>
            <a:noFill/>
            <a:ln w="9525">
              <a:noFill/>
            </a:ln>
          </p:spPr>
        </p:pic>
        <p:sp>
          <p:nvSpPr>
            <p:cNvPr id="8210" name="Text Box 30"/>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8206" name="Group 34"/>
          <p:cNvGrpSpPr/>
          <p:nvPr/>
        </p:nvGrpSpPr>
        <p:grpSpPr>
          <a:xfrm>
            <a:off x="6588125" y="6446838"/>
            <a:ext cx="792163" cy="366712"/>
            <a:chOff x="4649" y="4020"/>
            <a:chExt cx="499" cy="231"/>
          </a:xfrm>
        </p:grpSpPr>
        <p:pic>
          <p:nvPicPr>
            <p:cNvPr id="8207" name="Picture 35"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8208" name="Text Box 3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2541"/>
                                        </p:tgtEl>
                                        <p:attrNameLst>
                                          <p:attrName>style.visibility</p:attrName>
                                        </p:attrNameLst>
                                      </p:cBhvr>
                                      <p:to>
                                        <p:strVal val="visible"/>
                                      </p:to>
                                    </p:set>
                                    <p:anim calcmode="lin" valueType="num">
                                      <p:cBhvr additive="base">
                                        <p:cTn id="7" dur="500" fill="hold"/>
                                        <p:tgtEl>
                                          <p:spTgt spid="22541"/>
                                        </p:tgtEl>
                                        <p:attrNameLst>
                                          <p:attrName>ppt_x</p:attrName>
                                        </p:attrNameLst>
                                      </p:cBhvr>
                                      <p:tavLst>
                                        <p:tav tm="0">
                                          <p:val>
                                            <p:strVal val="0-#ppt_w/2"/>
                                          </p:val>
                                        </p:tav>
                                        <p:tav tm="100000">
                                          <p:val>
                                            <p:strVal val="#ppt_x"/>
                                          </p:val>
                                        </p:tav>
                                      </p:tavLst>
                                    </p:anim>
                                    <p:anim calcmode="lin" valueType="num">
                                      <p:cBhvr additive="base">
                                        <p:cTn id="8" dur="500" fill="hold"/>
                                        <p:tgtEl>
                                          <p:spTgt spid="225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nodeType="clickEffect">
                                  <p:stCondLst>
                                    <p:cond delay="0"/>
                                  </p:stCondLst>
                                  <p:childTnLst>
                                    <p:set>
                                      <p:cBhvr>
                                        <p:cTn id="12" dur="1" fill="hold">
                                          <p:stCondLst>
                                            <p:cond delay="0"/>
                                          </p:stCondLst>
                                        </p:cTn>
                                        <p:tgtEl>
                                          <p:spTgt spid="22534"/>
                                        </p:tgtEl>
                                        <p:attrNameLst>
                                          <p:attrName>style.visibility</p:attrName>
                                        </p:attrNameLst>
                                      </p:cBhvr>
                                      <p:to>
                                        <p:strVal val="visible"/>
                                      </p:to>
                                    </p:set>
                                    <p:animEffect transition="in" filter="slide(fromRight)">
                                      <p:cBhvr>
                                        <p:cTn id="13" dur="2000"/>
                                        <p:tgtEl>
                                          <p:spTgt spid="2253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nodeType="clickEffect">
                                  <p:stCondLst>
                                    <p:cond delay="0"/>
                                  </p:stCondLst>
                                  <p:childTnLst>
                                    <p:set>
                                      <p:cBhvr>
                                        <p:cTn id="17" dur="1" fill="hold">
                                          <p:stCondLst>
                                            <p:cond delay="0"/>
                                          </p:stCondLst>
                                        </p:cTn>
                                        <p:tgtEl>
                                          <p:spTgt spid="22535"/>
                                        </p:tgtEl>
                                        <p:attrNameLst>
                                          <p:attrName>style.visibility</p:attrName>
                                        </p:attrNameLst>
                                      </p:cBhvr>
                                      <p:to>
                                        <p:strVal val="visible"/>
                                      </p:to>
                                    </p:set>
                                    <p:animEffect transition="in" filter="slide(fromRight)">
                                      <p:cBhvr>
                                        <p:cTn id="18" dur="2000"/>
                                        <p:tgtEl>
                                          <p:spTgt spid="2253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2536"/>
                                        </p:tgtEl>
                                        <p:attrNameLst>
                                          <p:attrName>style.visibility</p:attrName>
                                        </p:attrNameLst>
                                      </p:cBhvr>
                                      <p:to>
                                        <p:strVal val="visible"/>
                                      </p:to>
                                    </p:set>
                                    <p:animEffect transition="in" filter="wipe(left)">
                                      <p:cBhvr>
                                        <p:cTn id="23" dur="2000"/>
                                        <p:tgtEl>
                                          <p:spTgt spid="22536"/>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nodeType="clickEffect">
                                  <p:stCondLst>
                                    <p:cond delay="0"/>
                                  </p:stCondLst>
                                  <p:childTnLst>
                                    <p:set>
                                      <p:cBhvr>
                                        <p:cTn id="27" dur="1" fill="hold">
                                          <p:stCondLst>
                                            <p:cond delay="0"/>
                                          </p:stCondLst>
                                        </p:cTn>
                                        <p:tgtEl>
                                          <p:spTgt spid="22542"/>
                                        </p:tgtEl>
                                        <p:attrNameLst>
                                          <p:attrName>style.visibility</p:attrName>
                                        </p:attrNameLst>
                                      </p:cBhvr>
                                      <p:to>
                                        <p:strVal val="visible"/>
                                      </p:to>
                                    </p:set>
                                    <p:animEffect transition="in" filter="slide(fromLeft)">
                                      <p:cBhvr>
                                        <p:cTn id="28" dur="500"/>
                                        <p:tgtEl>
                                          <p:spTgt spid="22542"/>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22537"/>
                                        </p:tgtEl>
                                        <p:attrNameLst>
                                          <p:attrName>style.visibility</p:attrName>
                                        </p:attrNameLst>
                                      </p:cBhvr>
                                      <p:to>
                                        <p:strVal val="visible"/>
                                      </p:to>
                                    </p:set>
                                    <p:animEffect transition="in" filter="wipe(left)">
                                      <p:cBhvr>
                                        <p:cTn id="32" dur="2000"/>
                                        <p:tgtEl>
                                          <p:spTgt spid="225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38">
                                            <p:txEl>
                                              <p:charRg st="0" end="5"/>
                                            </p:txEl>
                                          </p:spTgt>
                                        </p:tgtEl>
                                        <p:attrNameLst>
                                          <p:attrName>style.visibility</p:attrName>
                                        </p:attrNameLst>
                                      </p:cBhvr>
                                      <p:to>
                                        <p:strVal val="visible"/>
                                      </p:to>
                                    </p:set>
                                    <p:animEffect transition="in" filter="wipe(left)">
                                      <p:cBhvr>
                                        <p:cTn id="37" dur="500"/>
                                        <p:tgtEl>
                                          <p:spTgt spid="22538">
                                            <p:txEl>
                                              <p:charRg st="0" end="5"/>
                                            </p:txEl>
                                          </p:spTgt>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2539"/>
                                        </p:tgtEl>
                                        <p:attrNameLst>
                                          <p:attrName>style.visibility</p:attrName>
                                        </p:attrNameLst>
                                      </p:cBhvr>
                                      <p:to>
                                        <p:strVal val="visible"/>
                                      </p:to>
                                    </p:set>
                                    <p:animEffect transition="in" filter="wipe(left)">
                                      <p:cBhvr>
                                        <p:cTn id="41" dur="2000"/>
                                        <p:tgtEl>
                                          <p:spTgt spid="2253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blinds(horizontal)">
                                      <p:cBhvr>
                                        <p:cTn id="46" dur="500"/>
                                        <p:tgtEl>
                                          <p:spTgt spid="4"/>
                                        </p:tgtEl>
                                      </p:cBhvr>
                                    </p:animEffect>
                                  </p:childTnLst>
                                </p:cTn>
                              </p:par>
                            </p:childTnLst>
                          </p:cTn>
                        </p:par>
                        <p:par>
                          <p:cTn id="47" fill="hold">
                            <p:stCondLst>
                              <p:cond delay="500"/>
                            </p:stCondLst>
                            <p:childTnLst>
                              <p:par>
                                <p:cTn id="48" presetID="55" presetClass="entr" presetSubtype="0" fill="hold" grpId="0" nodeType="afterEffect">
                                  <p:stCondLst>
                                    <p:cond delay="0"/>
                                  </p:stCondLst>
                                  <p:childTnLst>
                                    <p:set>
                                      <p:cBhvr>
                                        <p:cTn id="49" dur="1" fill="hold">
                                          <p:stCondLst>
                                            <p:cond delay="0"/>
                                          </p:stCondLst>
                                        </p:cTn>
                                        <p:tgtEl>
                                          <p:spTgt spid="22540"/>
                                        </p:tgtEl>
                                        <p:attrNameLst>
                                          <p:attrName>style.visibility</p:attrName>
                                        </p:attrNameLst>
                                      </p:cBhvr>
                                      <p:to>
                                        <p:strVal val="visible"/>
                                      </p:to>
                                    </p:set>
                                    <p:anim calcmode="lin" valueType="num">
                                      <p:cBhvr>
                                        <p:cTn id="50" dur="1000" fill="hold"/>
                                        <p:tgtEl>
                                          <p:spTgt spid="22540"/>
                                        </p:tgtEl>
                                        <p:attrNameLst>
                                          <p:attrName>ppt_w</p:attrName>
                                        </p:attrNameLst>
                                      </p:cBhvr>
                                      <p:tavLst>
                                        <p:tav tm="0">
                                          <p:val>
                                            <p:strVal val="#ppt_w*0.70"/>
                                          </p:val>
                                        </p:tav>
                                        <p:tav tm="100000">
                                          <p:val>
                                            <p:strVal val="#ppt_w"/>
                                          </p:val>
                                        </p:tav>
                                      </p:tavLst>
                                    </p:anim>
                                    <p:anim calcmode="lin" valueType="num">
                                      <p:cBhvr>
                                        <p:cTn id="51" dur="1000" fill="hold"/>
                                        <p:tgtEl>
                                          <p:spTgt spid="22540"/>
                                        </p:tgtEl>
                                        <p:attrNameLst>
                                          <p:attrName>ppt_h</p:attrName>
                                        </p:attrNameLst>
                                      </p:cBhvr>
                                      <p:tavLst>
                                        <p:tav tm="0">
                                          <p:val>
                                            <p:strVal val="#ppt_h"/>
                                          </p:val>
                                        </p:tav>
                                        <p:tav tm="100000">
                                          <p:val>
                                            <p:strVal val="#ppt_h"/>
                                          </p:val>
                                        </p:tav>
                                      </p:tavLst>
                                    </p:anim>
                                    <p:animEffect transition="in" filter="fade">
                                      <p:cBhvr>
                                        <p:cTn id="52" dur="1000"/>
                                        <p:tgtEl>
                                          <p:spTgt spid="22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8" grpId="0" build="p"/>
      <p:bldP spid="22540" grpId="0"/>
      <p:bldP spid="2254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11" name="Text Box 7"/>
          <p:cNvSpPr txBox="1"/>
          <p:nvPr/>
        </p:nvSpPr>
        <p:spPr>
          <a:xfrm>
            <a:off x="1116013" y="1701800"/>
            <a:ext cx="6408737" cy="579438"/>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上例中</a:t>
            </a:r>
            <a:r>
              <a:rPr lang="zh-CN" altLang="en-US" dirty="0">
                <a:solidFill>
                  <a:srgbClr val="FFFF00"/>
                </a:solidFill>
                <a:latin typeface="Times New Roman" panose="02020603050405020304" pitchFamily="18" charset="0"/>
                <a:ea typeface="宋体" panose="02010600030101010101" pitchFamily="2" charset="-122"/>
              </a:rPr>
              <a:t>，</a:t>
            </a:r>
            <a:r>
              <a:rPr lang="en-US" altLang="zh-CN" sz="3200" b="0" i="1" dirty="0">
                <a:latin typeface="Times New Roman" panose="02020603050405020304" pitchFamily="18" charset="0"/>
                <a:ea typeface="宋体" panose="02010600030101010101" pitchFamily="2" charset="-122"/>
              </a:rPr>
              <a:t>Y</a:t>
            </a:r>
            <a:r>
              <a:rPr lang="en-US" altLang="zh-CN" sz="3200" b="0" baseline="-25000" dirty="0">
                <a:latin typeface="Times New Roman" panose="02020603050405020304" pitchFamily="18" charset="0"/>
                <a:ea typeface="宋体" panose="02010600030101010101" pitchFamily="2" charset="-122"/>
              </a:rPr>
              <a:t>a</a:t>
            </a:r>
            <a:r>
              <a:rPr lang="en-US" altLang="zh-CN" sz="3200" b="0" dirty="0">
                <a:latin typeface="Times New Roman" panose="02020603050405020304" pitchFamily="18" charset="0"/>
                <a:ea typeface="宋体" panose="02010600030101010101" pitchFamily="2" charset="-122"/>
              </a:rPr>
              <a:t>=</a:t>
            </a:r>
            <a:r>
              <a:rPr lang="en-US" altLang="zh-CN" sz="3200" b="0" i="1" dirty="0">
                <a:latin typeface="Times New Roman" panose="02020603050405020304" pitchFamily="18" charset="0"/>
                <a:ea typeface="宋体" panose="02010600030101010101" pitchFamily="2" charset="-122"/>
              </a:rPr>
              <a:t>Y</a:t>
            </a:r>
            <a:r>
              <a:rPr lang="en-US" altLang="zh-CN" sz="3200" b="0" baseline="-25000" dirty="0">
                <a:latin typeface="Times New Roman" panose="02020603050405020304" pitchFamily="18" charset="0"/>
                <a:ea typeface="宋体" panose="02010600030101010101" pitchFamily="2" charset="-122"/>
              </a:rPr>
              <a:t>c</a:t>
            </a:r>
            <a:r>
              <a:rPr lang="en-US" altLang="zh-CN" sz="3200" b="0" dirty="0">
                <a:latin typeface="Times New Roman" panose="02020603050405020304" pitchFamily="18" charset="0"/>
                <a:ea typeface="宋体" panose="02010600030101010101" pitchFamily="2" charset="-122"/>
              </a:rPr>
              <a:t>=</a:t>
            </a:r>
            <a:r>
              <a:rPr lang="en-US" altLang="zh-CN" sz="3200" b="0" i="1" dirty="0">
                <a:latin typeface="Times New Roman" panose="02020603050405020304" pitchFamily="18" charset="0"/>
                <a:ea typeface="宋体" panose="02010600030101010101" pitchFamily="2" charset="-122"/>
              </a:rPr>
              <a:t>Y </a:t>
            </a:r>
            <a:r>
              <a:rPr lang="en-US" altLang="zh-CN" i="1" dirty="0">
                <a:latin typeface="Times New Roman" panose="02020603050405020304" pitchFamily="18" charset="0"/>
                <a:ea typeface="宋体" panose="02010600030101010101" pitchFamily="2" charset="-122"/>
              </a:rPr>
              <a:t> </a:t>
            </a:r>
            <a:r>
              <a:rPr lang="zh-CN" altLang="en-US" dirty="0">
                <a:solidFill>
                  <a:srgbClr val="FFFF00"/>
                </a:solidFill>
                <a:latin typeface="Times New Roman" panose="02020603050405020304" pitchFamily="18" charset="0"/>
              </a:rPr>
              <a:t>时</a:t>
            </a:r>
            <a:r>
              <a:rPr lang="zh-CN" altLang="en-US" dirty="0">
                <a:solidFill>
                  <a:srgbClr val="FFFF00"/>
                </a:solidFill>
                <a:latin typeface="Times New Roman" panose="02020603050405020304" pitchFamily="18" charset="0"/>
                <a:ea typeface="宋体" panose="02010600030101010101" pitchFamily="2" charset="-122"/>
              </a:rPr>
              <a:t>， </a:t>
            </a:r>
            <a:r>
              <a:rPr lang="en-US" altLang="zh-CN" sz="3200" b="0" i="1" dirty="0">
                <a:latin typeface="Times New Roman" panose="02020603050405020304" pitchFamily="18" charset="0"/>
                <a:ea typeface="宋体" panose="02010600030101010101" pitchFamily="2" charset="-122"/>
              </a:rPr>
              <a:t>Y</a:t>
            </a:r>
            <a:r>
              <a:rPr lang="en-US" altLang="zh-CN" sz="3200" b="0" baseline="-25000" dirty="0">
                <a:latin typeface="Times New Roman" panose="02020603050405020304" pitchFamily="18" charset="0"/>
                <a:ea typeface="宋体" panose="02010600030101010101" pitchFamily="2" charset="-122"/>
              </a:rPr>
              <a:t>11</a:t>
            </a:r>
            <a:r>
              <a:rPr lang="en-US" altLang="zh-CN" sz="3200" b="0" dirty="0">
                <a:latin typeface="Times New Roman" panose="02020603050405020304" pitchFamily="18" charset="0"/>
                <a:ea typeface="宋体" panose="02010600030101010101" pitchFamily="2" charset="-122"/>
              </a:rPr>
              <a:t>=</a:t>
            </a:r>
            <a:r>
              <a:rPr lang="en-US" altLang="zh-CN" sz="3200" b="0" i="1" dirty="0">
                <a:latin typeface="Times New Roman" panose="02020603050405020304" pitchFamily="18" charset="0"/>
                <a:ea typeface="宋体" panose="02010600030101010101" pitchFamily="2" charset="-122"/>
              </a:rPr>
              <a:t>Y</a:t>
            </a:r>
            <a:r>
              <a:rPr lang="en-US" altLang="zh-CN" sz="3200" b="0" baseline="-25000" dirty="0">
                <a:latin typeface="Times New Roman" panose="02020603050405020304" pitchFamily="18" charset="0"/>
                <a:ea typeface="宋体" panose="02010600030101010101" pitchFamily="2" charset="-122"/>
              </a:rPr>
              <a:t>22</a:t>
            </a:r>
            <a:r>
              <a:rPr lang="en-US" altLang="zh-CN" sz="3200" b="0" dirty="0">
                <a:latin typeface="Times New Roman" panose="02020603050405020304" pitchFamily="18" charset="0"/>
                <a:ea typeface="宋体" panose="02010600030101010101" pitchFamily="2" charset="-122"/>
              </a:rPr>
              <a:t>=</a:t>
            </a:r>
            <a:r>
              <a:rPr lang="en-US" altLang="zh-CN" sz="3200" b="0" i="1" dirty="0">
                <a:latin typeface="Times New Roman" panose="02020603050405020304" pitchFamily="18" charset="0"/>
                <a:ea typeface="宋体" panose="02010600030101010101" pitchFamily="2" charset="-122"/>
              </a:rPr>
              <a:t>Y+ Y</a:t>
            </a:r>
            <a:r>
              <a:rPr lang="en-US" altLang="zh-CN" sz="3200" b="0" baseline="-25000" dirty="0">
                <a:latin typeface="Times New Roman" panose="02020603050405020304" pitchFamily="18" charset="0"/>
                <a:ea typeface="宋体" panose="02010600030101010101" pitchFamily="2" charset="-122"/>
              </a:rPr>
              <a:t>b</a:t>
            </a:r>
            <a:endParaRPr lang="en-US" altLang="zh-CN" sz="3200" b="0" i="1" dirty="0">
              <a:latin typeface="Times New Roman" panose="02020603050405020304" pitchFamily="18" charset="0"/>
              <a:ea typeface="宋体" panose="02010600030101010101" pitchFamily="2" charset="-122"/>
            </a:endParaRPr>
          </a:p>
        </p:txBody>
      </p:sp>
      <p:sp>
        <p:nvSpPr>
          <p:cNvPr id="21512" name="Text Box 8"/>
          <p:cNvSpPr txBox="1"/>
          <p:nvPr/>
        </p:nvSpPr>
        <p:spPr>
          <a:xfrm>
            <a:off x="2195513" y="2493963"/>
            <a:ext cx="6337300"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对称二端口只有两个参数是独立的。</a:t>
            </a:r>
            <a:endParaRPr lang="zh-CN" altLang="en-US" dirty="0">
              <a:solidFill>
                <a:srgbClr val="FFFF00"/>
              </a:solidFill>
              <a:latin typeface="Times New Roman" panose="02020603050405020304" pitchFamily="18" charset="0"/>
            </a:endParaRPr>
          </a:p>
        </p:txBody>
      </p:sp>
      <p:sp>
        <p:nvSpPr>
          <p:cNvPr id="21513" name="Text Box 9"/>
          <p:cNvSpPr txBox="1"/>
          <p:nvPr/>
        </p:nvSpPr>
        <p:spPr>
          <a:xfrm>
            <a:off x="611188" y="3141663"/>
            <a:ext cx="7696200" cy="2143125"/>
          </a:xfrm>
          <a:prstGeom prst="rect">
            <a:avLst/>
          </a:prstGeom>
          <a:noFill/>
          <a:ln w="9525">
            <a:noFill/>
          </a:ln>
        </p:spPr>
        <p:txBody>
          <a:bodyPr>
            <a:spAutoFit/>
          </a:bodyPr>
          <a:p>
            <a:pPr indent="571500" algn="just">
              <a:lnSpc>
                <a:spcPct val="120000"/>
              </a:lnSpc>
              <a:spcBef>
                <a:spcPct val="50000"/>
              </a:spcBef>
            </a:pPr>
            <a:r>
              <a:rPr lang="en-US" altLang="zh-CN" dirty="0">
                <a:solidFill>
                  <a:srgbClr val="FFFF00"/>
                </a:solidFill>
                <a:latin typeface="Times New Roman" panose="02020603050405020304" pitchFamily="18" charset="0"/>
              </a:rPr>
              <a:t>  </a:t>
            </a:r>
            <a:r>
              <a:rPr lang="zh-CN" altLang="en-US" dirty="0">
                <a:solidFill>
                  <a:srgbClr val="FFFF00"/>
                </a:solidFill>
                <a:latin typeface="Times New Roman" panose="02020603050405020304" pitchFamily="18" charset="0"/>
              </a:rPr>
              <a:t>对称二端口是指两个端口电气特性上对称。</a:t>
            </a:r>
            <a:r>
              <a:rPr lang="zh-CN" altLang="en-US" dirty="0">
                <a:solidFill>
                  <a:srgbClr val="FFFF00"/>
                </a:solidFill>
                <a:latin typeface="Arial" panose="020B0604020202020204" pitchFamily="34" charset="0"/>
              </a:rPr>
              <a:t>电路结构左右对称的一般为对称二端口。</a:t>
            </a:r>
            <a:r>
              <a:rPr lang="zh-CN" altLang="en-US" dirty="0">
                <a:solidFill>
                  <a:srgbClr val="FFFF00"/>
                </a:solidFill>
                <a:latin typeface="Times New Roman" panose="02020603050405020304" pitchFamily="18" charset="0"/>
              </a:rPr>
              <a:t>结构不对称的二端口，其电气特性可能是对称的，这样的二端口也是对称二端口。</a:t>
            </a:r>
            <a:endParaRPr lang="zh-CN" altLang="en-US" dirty="0">
              <a:solidFill>
                <a:srgbClr val="FFFF00"/>
              </a:solidFill>
              <a:latin typeface="Times New Roman" panose="02020603050405020304" pitchFamily="18" charset="0"/>
            </a:endParaRPr>
          </a:p>
        </p:txBody>
      </p:sp>
      <p:sp>
        <p:nvSpPr>
          <p:cNvPr id="21514" name="Text Box 10"/>
          <p:cNvSpPr txBox="1"/>
          <p:nvPr/>
        </p:nvSpPr>
        <p:spPr>
          <a:xfrm>
            <a:off x="827088" y="549275"/>
            <a:ext cx="2819400" cy="519113"/>
          </a:xfrm>
          <a:prstGeom prst="rect">
            <a:avLst/>
          </a:prstGeom>
          <a:noFill/>
          <a:ln w="28575">
            <a:noFill/>
          </a:ln>
        </p:spPr>
        <p:txBody>
          <a:bodyPr>
            <a:spAutoFit/>
          </a:bodyPr>
          <a:p>
            <a:pPr marL="342900" indent="-342900">
              <a:spcBef>
                <a:spcPct val="50000"/>
              </a:spcBef>
              <a:buAutoNum type="circleNumDbPlain" startAt="4"/>
            </a:pPr>
            <a:r>
              <a:rPr lang="zh-CN" altLang="en-US" dirty="0">
                <a:solidFill>
                  <a:srgbClr val="FF9900"/>
                </a:solidFill>
                <a:latin typeface="楷体_GB2312" pitchFamily="49" charset="-122"/>
              </a:rPr>
              <a:t>对称二端口 </a:t>
            </a:r>
            <a:endParaRPr lang="zh-CN" altLang="en-US" dirty="0">
              <a:solidFill>
                <a:srgbClr val="FF9900"/>
              </a:solidFill>
              <a:latin typeface="楷体_GB2312" pitchFamily="49" charset="-122"/>
            </a:endParaRPr>
          </a:p>
        </p:txBody>
      </p:sp>
      <p:grpSp>
        <p:nvGrpSpPr>
          <p:cNvPr id="2" name="Group 27"/>
          <p:cNvGrpSpPr/>
          <p:nvPr/>
        </p:nvGrpSpPr>
        <p:grpSpPr>
          <a:xfrm>
            <a:off x="611188" y="1052513"/>
            <a:ext cx="7283450" cy="584200"/>
            <a:chOff x="385" y="1162"/>
            <a:chExt cx="4588" cy="368"/>
          </a:xfrm>
        </p:grpSpPr>
        <p:graphicFrame>
          <p:nvGraphicFramePr>
            <p:cNvPr id="9218" name="Object 11"/>
            <p:cNvGraphicFramePr/>
            <p:nvPr/>
          </p:nvGraphicFramePr>
          <p:xfrm>
            <a:off x="1903" y="1181"/>
            <a:ext cx="3070" cy="349"/>
          </p:xfrm>
          <a:graphic>
            <a:graphicData uri="http://schemas.openxmlformats.org/presentationml/2006/ole">
              <mc:AlternateContent xmlns:mc="http://schemas.openxmlformats.org/markup-compatibility/2006">
                <mc:Choice xmlns:v="urn:schemas-microsoft-com:vml" Requires="v">
                  <p:oleObj spid="_x0000_s3132" name="" r:id="rId1" imgW="2220595" imgH="254000" progId="Equation.3">
                    <p:embed/>
                  </p:oleObj>
                </mc:Choice>
                <mc:Fallback>
                  <p:oleObj name="" r:id="rId1" imgW="2220595" imgH="254000" progId="Equation.3">
                    <p:embed/>
                    <p:pic>
                      <p:nvPicPr>
                        <p:cNvPr id="0" name="图片 3131"/>
                        <p:cNvPicPr/>
                        <p:nvPr/>
                      </p:nvPicPr>
                      <p:blipFill>
                        <a:blip r:embed="rId2">
                          <a:clrChange>
                            <a:clrFrom>
                              <a:srgbClr val="000000"/>
                            </a:clrFrom>
                            <a:clrTo>
                              <a:srgbClr val="FFFFFF"/>
                            </a:clrTo>
                          </a:clrChange>
                        </a:blip>
                        <a:stretch>
                          <a:fillRect/>
                        </a:stretch>
                      </p:blipFill>
                      <p:spPr>
                        <a:xfrm>
                          <a:off x="1903" y="1181"/>
                          <a:ext cx="3070" cy="349"/>
                        </a:xfrm>
                        <a:prstGeom prst="rect">
                          <a:avLst/>
                        </a:prstGeom>
                        <a:noFill/>
                        <a:ln w="38100">
                          <a:noFill/>
                          <a:miter/>
                        </a:ln>
                      </p:spPr>
                    </p:pic>
                  </p:oleObj>
                </mc:Fallback>
              </mc:AlternateContent>
            </a:graphicData>
          </a:graphic>
        </p:graphicFrame>
        <p:sp>
          <p:nvSpPr>
            <p:cNvPr id="9236" name="Text Box 12"/>
            <p:cNvSpPr txBox="1"/>
            <p:nvPr/>
          </p:nvSpPr>
          <p:spPr>
            <a:xfrm>
              <a:off x="385" y="1162"/>
              <a:ext cx="1920" cy="327"/>
            </a:xfrm>
            <a:prstGeom prst="rect">
              <a:avLst/>
            </a:prstGeom>
            <a:noFill/>
            <a:ln w="9525">
              <a:noFill/>
            </a:ln>
          </p:spPr>
          <p:txBody>
            <a:bodyPr>
              <a:spAutoFit/>
            </a:bodyPr>
            <a:p>
              <a:pPr>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对称二端口</a:t>
              </a:r>
              <a:endParaRPr lang="zh-CN" altLang="en-US" dirty="0">
                <a:solidFill>
                  <a:srgbClr val="FFFF00"/>
                </a:solidFill>
                <a:latin typeface="楷体_GB2312" pitchFamily="49" charset="-122"/>
              </a:endParaRPr>
            </a:p>
          </p:txBody>
        </p:sp>
      </p:grpSp>
      <p:grpSp>
        <p:nvGrpSpPr>
          <p:cNvPr id="9224" name="Group 18"/>
          <p:cNvGrpSpPr/>
          <p:nvPr/>
        </p:nvGrpSpPr>
        <p:grpSpPr>
          <a:xfrm>
            <a:off x="8316913" y="6446838"/>
            <a:ext cx="792162" cy="366712"/>
            <a:chOff x="5193" y="4020"/>
            <a:chExt cx="499" cy="231"/>
          </a:xfrm>
        </p:grpSpPr>
        <p:pic>
          <p:nvPicPr>
            <p:cNvPr id="9234" name="Picture 19"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9235" name="Text Box 2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9225" name="Group 21"/>
          <p:cNvGrpSpPr/>
          <p:nvPr/>
        </p:nvGrpSpPr>
        <p:grpSpPr>
          <a:xfrm>
            <a:off x="7453313" y="6446838"/>
            <a:ext cx="792162" cy="366712"/>
            <a:chOff x="4649" y="4020"/>
            <a:chExt cx="499" cy="231"/>
          </a:xfrm>
        </p:grpSpPr>
        <p:pic>
          <p:nvPicPr>
            <p:cNvPr id="9232" name="Picture 22"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9233" name="Text Box 2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 name="Group 28"/>
          <p:cNvGrpSpPr/>
          <p:nvPr/>
        </p:nvGrpSpPr>
        <p:grpSpPr>
          <a:xfrm>
            <a:off x="538163" y="2278063"/>
            <a:ext cx="1644650" cy="850900"/>
            <a:chOff x="385" y="3022"/>
            <a:chExt cx="1036" cy="536"/>
          </a:xfrm>
        </p:grpSpPr>
        <p:pic>
          <p:nvPicPr>
            <p:cNvPr id="9230" name="Picture 29"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9231" name="Text Box 30"/>
            <p:cNvSpPr txBox="1"/>
            <p:nvPr/>
          </p:nvSpPr>
          <p:spPr>
            <a:xfrm>
              <a:off x="793" y="3125"/>
              <a:ext cx="628" cy="365"/>
            </a:xfrm>
            <a:prstGeom prst="rect">
              <a:avLst/>
            </a:prstGeom>
            <a:noFill/>
            <a:ln w="9525">
              <a:noFill/>
            </a:ln>
          </p:spPr>
          <p:txBody>
            <a:bodyPr wrap="none">
              <a:spAutoFit/>
            </a:bodyPr>
            <a:p>
              <a:r>
                <a:rPr lang="zh-CN" altLang="en-US" sz="3200" b="0" dirty="0">
                  <a:solidFill>
                    <a:srgbClr val="FF6600"/>
                  </a:solidFill>
                  <a:latin typeface="Arial" panose="020B0604020202020204" pitchFamily="34" charset="0"/>
                  <a:ea typeface="华文行楷" panose="02010800040101010101" pitchFamily="2" charset="-122"/>
                </a:rPr>
                <a:t>注意</a:t>
              </a:r>
              <a:endParaRPr lang="zh-CN" altLang="en-US" sz="3200" b="0" dirty="0">
                <a:solidFill>
                  <a:srgbClr val="FF6600"/>
                </a:solidFill>
                <a:latin typeface="Arial" panose="020B0604020202020204" pitchFamily="34" charset="0"/>
                <a:ea typeface="华文行楷" panose="02010800040101010101" pitchFamily="2" charset="-122"/>
              </a:endParaRPr>
            </a:p>
          </p:txBody>
        </p:sp>
      </p:grpSp>
      <p:grpSp>
        <p:nvGrpSpPr>
          <p:cNvPr id="9227" name="Group 34"/>
          <p:cNvGrpSpPr/>
          <p:nvPr/>
        </p:nvGrpSpPr>
        <p:grpSpPr>
          <a:xfrm>
            <a:off x="6588125" y="6446838"/>
            <a:ext cx="792163" cy="366712"/>
            <a:chOff x="4649" y="4020"/>
            <a:chExt cx="499" cy="231"/>
          </a:xfrm>
        </p:grpSpPr>
        <p:pic>
          <p:nvPicPr>
            <p:cNvPr id="9228" name="Picture 35"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9229" name="Text Box 3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514"/>
                                        </p:tgtEl>
                                        <p:attrNameLst>
                                          <p:attrName>style.visibility</p:attrName>
                                        </p:attrNameLst>
                                      </p:cBhvr>
                                      <p:to>
                                        <p:strVal val="visible"/>
                                      </p:to>
                                    </p:set>
                                    <p:anim calcmode="lin" valueType="num">
                                      <p:cBhvr additive="base">
                                        <p:cTn id="7" dur="500" fill="hold"/>
                                        <p:tgtEl>
                                          <p:spTgt spid="21514"/>
                                        </p:tgtEl>
                                        <p:attrNameLst>
                                          <p:attrName>ppt_x</p:attrName>
                                        </p:attrNameLst>
                                      </p:cBhvr>
                                      <p:tavLst>
                                        <p:tav tm="0">
                                          <p:val>
                                            <p:strVal val="0-#ppt_w/2"/>
                                          </p:val>
                                        </p:tav>
                                        <p:tav tm="100000">
                                          <p:val>
                                            <p:strVal val="#ppt_x"/>
                                          </p:val>
                                        </p:tav>
                                      </p:tavLst>
                                    </p:anim>
                                    <p:anim calcmode="lin" valueType="num">
                                      <p:cBhvr additive="base">
                                        <p:cTn id="8" dur="500" fill="hold"/>
                                        <p:tgtEl>
                                          <p:spTgt spid="215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1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511">
                                            <p:txEl>
                                              <p:charRg st="0" end="30"/>
                                            </p:txEl>
                                          </p:spTgt>
                                        </p:tgtEl>
                                        <p:attrNameLst>
                                          <p:attrName>style.visibility</p:attrName>
                                        </p:attrNameLst>
                                      </p:cBhvr>
                                      <p:to>
                                        <p:strVal val="visible"/>
                                      </p:to>
                                    </p:set>
                                    <p:animEffect transition="in" filter="wipe(left)">
                                      <p:cBhvr>
                                        <p:cTn id="18" dur="2000"/>
                                        <p:tgtEl>
                                          <p:spTgt spid="21511">
                                            <p:txEl>
                                              <p:charRg st="0" end="3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par>
                          <p:cTn id="24" fill="hold">
                            <p:stCondLst>
                              <p:cond delay="500"/>
                            </p:stCondLst>
                            <p:childTnLst>
                              <p:par>
                                <p:cTn id="25" presetID="55" presetClass="entr" presetSubtype="0" fill="hold" grpId="0" nodeType="afterEffect">
                                  <p:stCondLst>
                                    <p:cond delay="0"/>
                                  </p:stCondLst>
                                  <p:childTnLst>
                                    <p:set>
                                      <p:cBhvr>
                                        <p:cTn id="26" dur="1" fill="hold">
                                          <p:stCondLst>
                                            <p:cond delay="0"/>
                                          </p:stCondLst>
                                        </p:cTn>
                                        <p:tgtEl>
                                          <p:spTgt spid="21512"/>
                                        </p:tgtEl>
                                        <p:attrNameLst>
                                          <p:attrName>style.visibility</p:attrName>
                                        </p:attrNameLst>
                                      </p:cBhvr>
                                      <p:to>
                                        <p:strVal val="visible"/>
                                      </p:to>
                                    </p:set>
                                    <p:anim calcmode="lin" valueType="num">
                                      <p:cBhvr>
                                        <p:cTn id="27" dur="1000" fill="hold"/>
                                        <p:tgtEl>
                                          <p:spTgt spid="21512"/>
                                        </p:tgtEl>
                                        <p:attrNameLst>
                                          <p:attrName>ppt_w</p:attrName>
                                        </p:attrNameLst>
                                      </p:cBhvr>
                                      <p:tavLst>
                                        <p:tav tm="0">
                                          <p:val>
                                            <p:strVal val="#ppt_w*0.70"/>
                                          </p:val>
                                        </p:tav>
                                        <p:tav tm="100000">
                                          <p:val>
                                            <p:strVal val="#ppt_w"/>
                                          </p:val>
                                        </p:tav>
                                      </p:tavLst>
                                    </p:anim>
                                    <p:anim calcmode="lin" valueType="num">
                                      <p:cBhvr>
                                        <p:cTn id="28" dur="1000" fill="hold"/>
                                        <p:tgtEl>
                                          <p:spTgt spid="21512"/>
                                        </p:tgtEl>
                                        <p:attrNameLst>
                                          <p:attrName>ppt_h</p:attrName>
                                        </p:attrNameLst>
                                      </p:cBhvr>
                                      <p:tavLst>
                                        <p:tav tm="0">
                                          <p:val>
                                            <p:strVal val="#ppt_h"/>
                                          </p:val>
                                        </p:tav>
                                        <p:tav tm="100000">
                                          <p:val>
                                            <p:strVal val="#ppt_h"/>
                                          </p:val>
                                        </p:tav>
                                      </p:tavLst>
                                    </p:anim>
                                    <p:animEffect transition="in" filter="fade">
                                      <p:cBhvr>
                                        <p:cTn id="29" dur="1000"/>
                                        <p:tgtEl>
                                          <p:spTgt spid="215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lt">
                                    <p:tmPct val="100000"/>
                                  </p:iterate>
                                  <p:childTnLst>
                                    <p:set>
                                      <p:cBhvr>
                                        <p:cTn id="33" dur="1" fill="hold">
                                          <p:stCondLst>
                                            <p:cond delay="0"/>
                                          </p:stCondLst>
                                        </p:cTn>
                                        <p:tgtEl>
                                          <p:spTgt spid="21513">
                                            <p:txEl>
                                              <p:charRg st="0" end="76"/>
                                            </p:txEl>
                                          </p:spTgt>
                                        </p:tgtEl>
                                        <p:attrNameLst>
                                          <p:attrName>style.visibility</p:attrName>
                                        </p:attrNameLst>
                                      </p:cBhvr>
                                      <p:to>
                                        <p:strVal val="visible"/>
                                      </p:to>
                                    </p:set>
                                    <p:animEffect transition="in" filter="wipe(left)">
                                      <p:cBhvr>
                                        <p:cTn id="34" dur="100"/>
                                        <p:tgtEl>
                                          <p:spTgt spid="21513">
                                            <p:txEl>
                                              <p:charRg st="0"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build="p"/>
      <p:bldP spid="21512" grpId="0"/>
      <p:bldP spid="21513" grpId="0" build="p"/>
      <p:bldP spid="215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50" name="Text Box 70"/>
          <p:cNvSpPr txBox="1"/>
          <p:nvPr/>
        </p:nvSpPr>
        <p:spPr>
          <a:xfrm>
            <a:off x="611188" y="476250"/>
            <a:ext cx="1296987" cy="579438"/>
          </a:xfrm>
          <a:prstGeom prst="rect">
            <a:avLst/>
          </a:prstGeom>
          <a:noFill/>
          <a:ln w="9525">
            <a:noFill/>
          </a:ln>
        </p:spPr>
        <p:txBody>
          <a:bodyPr>
            <a:spAutoFit/>
          </a:bodyPr>
          <a:p>
            <a:pPr>
              <a:spcBef>
                <a:spcPct val="50000"/>
              </a:spcBef>
            </a:pPr>
            <a:r>
              <a:rPr lang="zh-CN" altLang="en-US" sz="3200" dirty="0">
                <a:latin typeface="宋体" panose="02010600030101010101" pitchFamily="2" charset="-122"/>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2-3</a:t>
            </a:r>
            <a:endParaRPr lang="en-US" altLang="zh-CN" sz="3200" b="0" dirty="0">
              <a:latin typeface="Times New Roman" panose="02020603050405020304" pitchFamily="18" charset="0"/>
              <a:ea typeface="宋体" panose="02010600030101010101" pitchFamily="2" charset="-122"/>
            </a:endParaRPr>
          </a:p>
        </p:txBody>
      </p:sp>
      <p:sp>
        <p:nvSpPr>
          <p:cNvPr id="20551" name="Text Box 71"/>
          <p:cNvSpPr txBox="1"/>
          <p:nvPr/>
        </p:nvSpPr>
        <p:spPr>
          <a:xfrm>
            <a:off x="684213" y="1196975"/>
            <a:ext cx="647700" cy="519113"/>
          </a:xfrm>
          <a:prstGeom prst="rect">
            <a:avLst/>
          </a:prstGeom>
          <a:solidFill>
            <a:srgbClr val="990033"/>
          </a:solidFill>
          <a:ln w="9525">
            <a:noFill/>
          </a:ln>
        </p:spPr>
        <p:txBody>
          <a:bodyPr>
            <a:spAutoFit/>
          </a:bodyPr>
          <a:p>
            <a:pPr>
              <a:spcBef>
                <a:spcPct val="50000"/>
              </a:spcBef>
            </a:pPr>
            <a:r>
              <a:rPr lang="zh-CN" altLang="en-US" dirty="0">
                <a:latin typeface="宋体" panose="02010600030101010101" pitchFamily="2" charset="-122"/>
                <a:ea typeface="宋体" panose="02010600030101010101" pitchFamily="2" charset="-122"/>
              </a:rPr>
              <a:t>解</a:t>
            </a:r>
            <a:endParaRPr lang="zh-CN" altLang="en-US" dirty="0">
              <a:latin typeface="宋体" panose="02010600030101010101" pitchFamily="2" charset="-122"/>
              <a:ea typeface="宋体" panose="02010600030101010101" pitchFamily="2" charset="-122"/>
            </a:endParaRPr>
          </a:p>
        </p:txBody>
      </p:sp>
      <p:graphicFrame>
        <p:nvGraphicFramePr>
          <p:cNvPr id="20561" name="Object 81"/>
          <p:cNvGraphicFramePr/>
          <p:nvPr/>
        </p:nvGraphicFramePr>
        <p:xfrm>
          <a:off x="611188" y="3429000"/>
          <a:ext cx="3979862" cy="1220788"/>
        </p:xfrm>
        <a:graphic>
          <a:graphicData uri="http://schemas.openxmlformats.org/presentationml/2006/ole">
            <mc:AlternateContent xmlns:mc="http://schemas.openxmlformats.org/markup-compatibility/2006">
              <mc:Choice xmlns:v="urn:schemas-microsoft-com:vml" Requires="v">
                <p:oleObj spid="_x0000_s3135" name="" r:id="rId1" imgW="1993900" imgH="609600" progId="Equation.DSMT4">
                  <p:embed/>
                </p:oleObj>
              </mc:Choice>
              <mc:Fallback>
                <p:oleObj name="" r:id="rId1" imgW="1993900" imgH="609600" progId="Equation.DSMT4">
                  <p:embed/>
                  <p:pic>
                    <p:nvPicPr>
                      <p:cNvPr id="0" name="图片 3134"/>
                      <p:cNvPicPr/>
                      <p:nvPr/>
                    </p:nvPicPr>
                    <p:blipFill>
                      <a:blip r:embed="rId2">
                        <a:clrChange>
                          <a:clrFrom>
                            <a:srgbClr val="000000"/>
                          </a:clrFrom>
                          <a:clrTo>
                            <a:srgbClr val="FFFFFF"/>
                          </a:clrTo>
                        </a:clrChange>
                      </a:blip>
                      <a:stretch>
                        <a:fillRect/>
                      </a:stretch>
                    </p:blipFill>
                    <p:spPr>
                      <a:xfrm>
                        <a:off x="611188" y="3429000"/>
                        <a:ext cx="3979862" cy="1220788"/>
                      </a:xfrm>
                      <a:prstGeom prst="rect">
                        <a:avLst/>
                      </a:prstGeom>
                      <a:noFill/>
                      <a:ln w="38100">
                        <a:noFill/>
                        <a:miter/>
                      </a:ln>
                    </p:spPr>
                  </p:pic>
                </p:oleObj>
              </mc:Fallback>
            </mc:AlternateContent>
          </a:graphicData>
        </a:graphic>
      </p:graphicFrame>
      <p:graphicFrame>
        <p:nvGraphicFramePr>
          <p:cNvPr id="20562" name="Object 82"/>
          <p:cNvGraphicFramePr/>
          <p:nvPr/>
        </p:nvGraphicFramePr>
        <p:xfrm>
          <a:off x="836613" y="4706938"/>
          <a:ext cx="3436937" cy="985837"/>
        </p:xfrm>
        <a:graphic>
          <a:graphicData uri="http://schemas.openxmlformats.org/presentationml/2006/ole">
            <mc:AlternateContent xmlns:mc="http://schemas.openxmlformats.org/markup-compatibility/2006">
              <mc:Choice xmlns:v="urn:schemas-microsoft-com:vml" Requires="v">
                <p:oleObj spid="_x0000_s3133" name="" r:id="rId3" imgW="1549400" imgH="457200" progId="Equation.DSMT4">
                  <p:embed/>
                </p:oleObj>
              </mc:Choice>
              <mc:Fallback>
                <p:oleObj name="" r:id="rId3" imgW="1549400" imgH="457200" progId="Equation.DSMT4">
                  <p:embed/>
                  <p:pic>
                    <p:nvPicPr>
                      <p:cNvPr id="0" name="图片 3132"/>
                      <p:cNvPicPr/>
                      <p:nvPr/>
                    </p:nvPicPr>
                    <p:blipFill>
                      <a:blip r:embed="rId4">
                        <a:clrChange>
                          <a:clrFrom>
                            <a:srgbClr val="000000"/>
                          </a:clrFrom>
                          <a:clrTo>
                            <a:srgbClr val="FFFFFF"/>
                          </a:clrTo>
                        </a:clrChange>
                      </a:blip>
                      <a:stretch>
                        <a:fillRect/>
                      </a:stretch>
                    </p:blipFill>
                    <p:spPr>
                      <a:xfrm>
                        <a:off x="836613" y="4706938"/>
                        <a:ext cx="3436937" cy="985837"/>
                      </a:xfrm>
                      <a:prstGeom prst="rect">
                        <a:avLst/>
                      </a:prstGeom>
                      <a:noFill/>
                      <a:ln w="38100">
                        <a:noFill/>
                        <a:miter/>
                      </a:ln>
                    </p:spPr>
                  </p:pic>
                </p:oleObj>
              </mc:Fallback>
            </mc:AlternateContent>
          </a:graphicData>
        </a:graphic>
      </p:graphicFrame>
      <p:graphicFrame>
        <p:nvGraphicFramePr>
          <p:cNvPr id="20563" name="Object 83"/>
          <p:cNvGraphicFramePr/>
          <p:nvPr/>
        </p:nvGraphicFramePr>
        <p:xfrm>
          <a:off x="5364163" y="3417888"/>
          <a:ext cx="3168650" cy="2260600"/>
        </p:xfrm>
        <a:graphic>
          <a:graphicData uri="http://schemas.openxmlformats.org/presentationml/2006/ole">
            <mc:AlternateContent xmlns:mc="http://schemas.openxmlformats.org/markup-compatibility/2006">
              <mc:Choice xmlns:v="urn:schemas-microsoft-com:vml" Requires="v">
                <p:oleObj spid="_x0000_s3134" name="" r:id="rId5" imgW="1562100" imgH="1066800" progId="Equation.DSMT4">
                  <p:embed/>
                </p:oleObj>
              </mc:Choice>
              <mc:Fallback>
                <p:oleObj name="" r:id="rId5" imgW="1562100" imgH="1066800" progId="Equation.DSMT4">
                  <p:embed/>
                  <p:pic>
                    <p:nvPicPr>
                      <p:cNvPr id="0" name="图片 3133"/>
                      <p:cNvPicPr/>
                      <p:nvPr/>
                    </p:nvPicPr>
                    <p:blipFill>
                      <a:blip r:embed="rId6">
                        <a:clrChange>
                          <a:clrFrom>
                            <a:srgbClr val="000000"/>
                          </a:clrFrom>
                          <a:clrTo>
                            <a:srgbClr val="FFFFFF"/>
                          </a:clrTo>
                        </a:clrChange>
                      </a:blip>
                      <a:stretch>
                        <a:fillRect/>
                      </a:stretch>
                    </p:blipFill>
                    <p:spPr>
                      <a:xfrm>
                        <a:off x="5364163" y="3417888"/>
                        <a:ext cx="3168650" cy="2260600"/>
                      </a:xfrm>
                      <a:prstGeom prst="rect">
                        <a:avLst/>
                      </a:prstGeom>
                      <a:noFill/>
                      <a:ln w="38100">
                        <a:noFill/>
                        <a:miter/>
                      </a:ln>
                    </p:spPr>
                  </p:pic>
                </p:oleObj>
              </mc:Fallback>
            </mc:AlternateContent>
          </a:graphicData>
        </a:graphic>
      </p:graphicFrame>
      <p:grpSp>
        <p:nvGrpSpPr>
          <p:cNvPr id="2" name="Group 86"/>
          <p:cNvGrpSpPr/>
          <p:nvPr/>
        </p:nvGrpSpPr>
        <p:grpSpPr>
          <a:xfrm>
            <a:off x="4716463" y="3789363"/>
            <a:ext cx="431800" cy="215900"/>
            <a:chOff x="2789" y="3702"/>
            <a:chExt cx="409" cy="136"/>
          </a:xfrm>
        </p:grpSpPr>
        <p:sp>
          <p:nvSpPr>
            <p:cNvPr id="10289" name="Line 84"/>
            <p:cNvSpPr/>
            <p:nvPr/>
          </p:nvSpPr>
          <p:spPr>
            <a:xfrm>
              <a:off x="2789" y="3702"/>
              <a:ext cx="409" cy="0"/>
            </a:xfrm>
            <a:prstGeom prst="line">
              <a:avLst/>
            </a:prstGeom>
            <a:ln w="38100" cap="flat" cmpd="sng">
              <a:solidFill>
                <a:srgbClr val="FF3300"/>
              </a:solidFill>
              <a:prstDash val="solid"/>
              <a:headEnd type="none" w="med" len="med"/>
              <a:tailEnd type="none" w="med" len="med"/>
            </a:ln>
          </p:spPr>
        </p:sp>
        <p:sp>
          <p:nvSpPr>
            <p:cNvPr id="10290" name="Line 85"/>
            <p:cNvSpPr/>
            <p:nvPr/>
          </p:nvSpPr>
          <p:spPr>
            <a:xfrm>
              <a:off x="2789" y="3838"/>
              <a:ext cx="409" cy="0"/>
            </a:xfrm>
            <a:prstGeom prst="line">
              <a:avLst/>
            </a:prstGeom>
            <a:ln w="38100" cap="flat" cmpd="sng">
              <a:solidFill>
                <a:srgbClr val="FF3300"/>
              </a:solidFill>
              <a:prstDash val="solid"/>
              <a:headEnd type="none" w="med" len="med"/>
              <a:tailEnd type="none" w="med" len="med"/>
            </a:ln>
          </p:spPr>
        </p:sp>
      </p:grpSp>
      <p:grpSp>
        <p:nvGrpSpPr>
          <p:cNvPr id="3" name="Group 87"/>
          <p:cNvGrpSpPr/>
          <p:nvPr/>
        </p:nvGrpSpPr>
        <p:grpSpPr>
          <a:xfrm>
            <a:off x="4716463" y="5084763"/>
            <a:ext cx="504825" cy="215900"/>
            <a:chOff x="2789" y="3702"/>
            <a:chExt cx="409" cy="136"/>
          </a:xfrm>
        </p:grpSpPr>
        <p:sp>
          <p:nvSpPr>
            <p:cNvPr id="10287" name="Line 88"/>
            <p:cNvSpPr/>
            <p:nvPr/>
          </p:nvSpPr>
          <p:spPr>
            <a:xfrm>
              <a:off x="2789" y="3702"/>
              <a:ext cx="409" cy="0"/>
            </a:xfrm>
            <a:prstGeom prst="line">
              <a:avLst/>
            </a:prstGeom>
            <a:ln w="38100" cap="flat" cmpd="sng">
              <a:solidFill>
                <a:srgbClr val="FF3300"/>
              </a:solidFill>
              <a:prstDash val="solid"/>
              <a:headEnd type="none" w="med" len="med"/>
              <a:tailEnd type="none" w="med" len="med"/>
            </a:ln>
          </p:spPr>
        </p:sp>
        <p:sp>
          <p:nvSpPr>
            <p:cNvPr id="10288" name="Line 89"/>
            <p:cNvSpPr/>
            <p:nvPr/>
          </p:nvSpPr>
          <p:spPr>
            <a:xfrm>
              <a:off x="2789" y="3838"/>
              <a:ext cx="409" cy="0"/>
            </a:xfrm>
            <a:prstGeom prst="line">
              <a:avLst/>
            </a:prstGeom>
            <a:ln w="38100" cap="flat" cmpd="sng">
              <a:solidFill>
                <a:srgbClr val="FF3300"/>
              </a:solidFill>
              <a:prstDash val="solid"/>
              <a:headEnd type="none" w="med" len="med"/>
              <a:tailEnd type="none" w="med" len="med"/>
            </a:ln>
          </p:spPr>
        </p:sp>
      </p:grpSp>
      <p:grpSp>
        <p:nvGrpSpPr>
          <p:cNvPr id="10253" name="Group 99"/>
          <p:cNvGrpSpPr/>
          <p:nvPr/>
        </p:nvGrpSpPr>
        <p:grpSpPr>
          <a:xfrm>
            <a:off x="8316913" y="6446838"/>
            <a:ext cx="792162" cy="366712"/>
            <a:chOff x="5193" y="4020"/>
            <a:chExt cx="499" cy="231"/>
          </a:xfrm>
        </p:grpSpPr>
        <p:pic>
          <p:nvPicPr>
            <p:cNvPr id="10285" name="Picture 100"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10286" name="Text Box 10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0254" name="Group 102"/>
          <p:cNvGrpSpPr/>
          <p:nvPr/>
        </p:nvGrpSpPr>
        <p:grpSpPr>
          <a:xfrm>
            <a:off x="7453313" y="6446838"/>
            <a:ext cx="792162" cy="366712"/>
            <a:chOff x="4649" y="4020"/>
            <a:chExt cx="499" cy="231"/>
          </a:xfrm>
        </p:grpSpPr>
        <p:pic>
          <p:nvPicPr>
            <p:cNvPr id="10283" name="Picture 103"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0284" name="Text Box 10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20588" name="Text Box 108"/>
          <p:cNvSpPr txBox="1"/>
          <p:nvPr/>
        </p:nvSpPr>
        <p:spPr>
          <a:xfrm>
            <a:off x="1692275" y="549275"/>
            <a:ext cx="5256213"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求图示两端口的</a:t>
            </a:r>
            <a:r>
              <a:rPr lang="en-US" altLang="zh-CN" b="0" i="1" dirty="0">
                <a:latin typeface="Times New Roman" panose="02020603050405020304" pitchFamily="18" charset="0"/>
              </a:rPr>
              <a:t>Y</a:t>
            </a: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6" name="Group 144"/>
          <p:cNvGrpSpPr/>
          <p:nvPr/>
        </p:nvGrpSpPr>
        <p:grpSpPr>
          <a:xfrm>
            <a:off x="2051050" y="1052513"/>
            <a:ext cx="4795838" cy="2138362"/>
            <a:chOff x="1292" y="663"/>
            <a:chExt cx="3021" cy="1347"/>
          </a:xfrm>
        </p:grpSpPr>
        <p:sp>
          <p:nvSpPr>
            <p:cNvPr id="10261" name="Line 110"/>
            <p:cNvSpPr/>
            <p:nvPr/>
          </p:nvSpPr>
          <p:spPr>
            <a:xfrm flipV="1">
              <a:off x="1429" y="1072"/>
              <a:ext cx="2721" cy="0"/>
            </a:xfrm>
            <a:prstGeom prst="line">
              <a:avLst/>
            </a:prstGeom>
            <a:ln w="28575" cap="flat" cmpd="sng">
              <a:solidFill>
                <a:srgbClr val="FFCC00"/>
              </a:solidFill>
              <a:prstDash val="solid"/>
              <a:headEnd type="none" w="med" len="med"/>
              <a:tailEnd type="none" w="med" len="med"/>
            </a:ln>
          </p:spPr>
        </p:sp>
        <p:sp>
          <p:nvSpPr>
            <p:cNvPr id="10262" name="Line 111"/>
            <p:cNvSpPr/>
            <p:nvPr/>
          </p:nvSpPr>
          <p:spPr>
            <a:xfrm>
              <a:off x="2426" y="1072"/>
              <a:ext cx="0" cy="907"/>
            </a:xfrm>
            <a:prstGeom prst="line">
              <a:avLst/>
            </a:prstGeom>
            <a:ln w="28575" cap="flat" cmpd="sng">
              <a:solidFill>
                <a:srgbClr val="FFCC00"/>
              </a:solidFill>
              <a:prstDash val="solid"/>
              <a:headEnd type="oval" w="med" len="med"/>
              <a:tailEnd type="oval" w="med" len="med"/>
            </a:ln>
          </p:spPr>
        </p:sp>
        <p:sp>
          <p:nvSpPr>
            <p:cNvPr id="10263" name="Line 112"/>
            <p:cNvSpPr/>
            <p:nvPr/>
          </p:nvSpPr>
          <p:spPr>
            <a:xfrm>
              <a:off x="1429" y="1979"/>
              <a:ext cx="2687" cy="1"/>
            </a:xfrm>
            <a:prstGeom prst="line">
              <a:avLst/>
            </a:prstGeom>
            <a:ln w="28575" cap="flat" cmpd="sng">
              <a:solidFill>
                <a:srgbClr val="FFCC00"/>
              </a:solidFill>
              <a:prstDash val="solid"/>
              <a:headEnd type="none" w="med" len="med"/>
              <a:tailEnd type="none" w="med" len="med"/>
            </a:ln>
          </p:spPr>
        </p:sp>
        <p:sp>
          <p:nvSpPr>
            <p:cNvPr id="10264" name="Rectangle 113"/>
            <p:cNvSpPr/>
            <p:nvPr/>
          </p:nvSpPr>
          <p:spPr>
            <a:xfrm>
              <a:off x="1927" y="754"/>
              <a:ext cx="380"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3</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0265" name="Rectangle 114"/>
            <p:cNvSpPr/>
            <p:nvPr/>
          </p:nvSpPr>
          <p:spPr>
            <a:xfrm>
              <a:off x="2653" y="754"/>
              <a:ext cx="380"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6</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0266" name="Rectangle 115"/>
            <p:cNvSpPr/>
            <p:nvPr/>
          </p:nvSpPr>
          <p:spPr>
            <a:xfrm>
              <a:off x="1927" y="1389"/>
              <a:ext cx="380"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3</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0267" name="Rectangle 116"/>
            <p:cNvSpPr/>
            <p:nvPr/>
          </p:nvSpPr>
          <p:spPr>
            <a:xfrm>
              <a:off x="3334" y="1434"/>
              <a:ext cx="575"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sym typeface="Symbol" panose="05050102010706020507" pitchFamily="18" charset="2"/>
                </a:rPr>
                <a:t>15</a:t>
              </a:r>
              <a:endParaRPr lang="en-US" altLang="zh-CN" b="0" dirty="0">
                <a:latin typeface="Times New Roman" panose="02020603050405020304" pitchFamily="18" charset="0"/>
                <a:ea typeface="宋体" panose="02010600030101010101" pitchFamily="2" charset="-122"/>
              </a:endParaRPr>
            </a:p>
          </p:txBody>
        </p:sp>
        <p:sp>
          <p:nvSpPr>
            <p:cNvPr id="10268" name="Line 117"/>
            <p:cNvSpPr/>
            <p:nvPr/>
          </p:nvSpPr>
          <p:spPr>
            <a:xfrm>
              <a:off x="1519" y="1071"/>
              <a:ext cx="294" cy="0"/>
            </a:xfrm>
            <a:prstGeom prst="line">
              <a:avLst/>
            </a:prstGeom>
            <a:ln w="28575" cap="flat" cmpd="sng">
              <a:solidFill>
                <a:srgbClr val="00FFFF"/>
              </a:solidFill>
              <a:prstDash val="solid"/>
              <a:headEnd type="none" w="med" len="med"/>
              <a:tailEnd type="triangle" w="med" len="med"/>
            </a:ln>
          </p:spPr>
        </p:sp>
        <p:sp>
          <p:nvSpPr>
            <p:cNvPr id="10269" name="Text Box 118"/>
            <p:cNvSpPr txBox="1"/>
            <p:nvPr/>
          </p:nvSpPr>
          <p:spPr>
            <a:xfrm>
              <a:off x="1338" y="107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0270" name="Text Box 119"/>
            <p:cNvSpPr txBox="1"/>
            <p:nvPr/>
          </p:nvSpPr>
          <p:spPr>
            <a:xfrm>
              <a:off x="1292" y="166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0271" name="Line 120"/>
            <p:cNvSpPr/>
            <p:nvPr/>
          </p:nvSpPr>
          <p:spPr>
            <a:xfrm flipH="1">
              <a:off x="3696" y="1071"/>
              <a:ext cx="294" cy="0"/>
            </a:xfrm>
            <a:prstGeom prst="line">
              <a:avLst/>
            </a:prstGeom>
            <a:ln w="28575" cap="flat" cmpd="sng">
              <a:solidFill>
                <a:srgbClr val="00FFFF"/>
              </a:solidFill>
              <a:prstDash val="solid"/>
              <a:headEnd type="none" w="med" len="med"/>
              <a:tailEnd type="triangle" w="med" len="med"/>
            </a:ln>
          </p:spPr>
        </p:sp>
        <p:sp>
          <p:nvSpPr>
            <p:cNvPr id="10272" name="Text Box 121"/>
            <p:cNvSpPr txBox="1"/>
            <p:nvPr/>
          </p:nvSpPr>
          <p:spPr>
            <a:xfrm>
              <a:off x="4046" y="110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0273" name="Text Box 122"/>
            <p:cNvSpPr txBox="1"/>
            <p:nvPr/>
          </p:nvSpPr>
          <p:spPr>
            <a:xfrm>
              <a:off x="4014" y="166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0245" name="Object 123"/>
            <p:cNvGraphicFramePr/>
            <p:nvPr/>
          </p:nvGraphicFramePr>
          <p:xfrm>
            <a:off x="1383" y="1298"/>
            <a:ext cx="272" cy="370"/>
          </p:xfrm>
          <a:graphic>
            <a:graphicData uri="http://schemas.openxmlformats.org/presentationml/2006/ole">
              <mc:AlternateContent xmlns:mc="http://schemas.openxmlformats.org/markup-compatibility/2006">
                <mc:Choice xmlns:v="urn:schemas-microsoft-com:vml" Requires="v">
                  <p:oleObj spid="_x0000_s3118" name="" r:id="rId8" imgW="215900" imgH="291465" progId="Equation.3">
                    <p:embed/>
                  </p:oleObj>
                </mc:Choice>
                <mc:Fallback>
                  <p:oleObj name="" r:id="rId8" imgW="215900" imgH="291465" progId="Equation.3">
                    <p:embed/>
                    <p:pic>
                      <p:nvPicPr>
                        <p:cNvPr id="0" name="图片 3117"/>
                        <p:cNvPicPr/>
                        <p:nvPr/>
                      </p:nvPicPr>
                      <p:blipFill>
                        <a:blip r:embed="rId9">
                          <a:clrChange>
                            <a:clrFrom>
                              <a:srgbClr val="000000"/>
                            </a:clrFrom>
                            <a:clrTo>
                              <a:srgbClr val="FFFFFF"/>
                            </a:clrTo>
                          </a:clrChange>
                        </a:blip>
                        <a:stretch>
                          <a:fillRect/>
                        </a:stretch>
                      </p:blipFill>
                      <p:spPr>
                        <a:xfrm>
                          <a:off x="1383" y="1298"/>
                          <a:ext cx="272" cy="370"/>
                        </a:xfrm>
                        <a:prstGeom prst="rect">
                          <a:avLst/>
                        </a:prstGeom>
                        <a:noFill/>
                        <a:ln w="38100">
                          <a:noFill/>
                          <a:miter/>
                        </a:ln>
                      </p:spPr>
                    </p:pic>
                  </p:oleObj>
                </mc:Fallback>
              </mc:AlternateContent>
            </a:graphicData>
          </a:graphic>
        </p:graphicFrame>
        <p:graphicFrame>
          <p:nvGraphicFramePr>
            <p:cNvPr id="10246" name="Object 124"/>
            <p:cNvGraphicFramePr/>
            <p:nvPr/>
          </p:nvGraphicFramePr>
          <p:xfrm>
            <a:off x="1519" y="663"/>
            <a:ext cx="208" cy="370"/>
          </p:xfrm>
          <a:graphic>
            <a:graphicData uri="http://schemas.openxmlformats.org/presentationml/2006/ole">
              <mc:AlternateContent xmlns:mc="http://schemas.openxmlformats.org/markup-compatibility/2006">
                <mc:Choice xmlns:v="urn:schemas-microsoft-com:vml" Requires="v">
                  <p:oleObj spid="_x0000_s3119" name="" r:id="rId10" imgW="165100" imgH="291465" progId="Equation.3">
                    <p:embed/>
                  </p:oleObj>
                </mc:Choice>
                <mc:Fallback>
                  <p:oleObj name="" r:id="rId10" imgW="165100" imgH="291465" progId="Equation.3">
                    <p:embed/>
                    <p:pic>
                      <p:nvPicPr>
                        <p:cNvPr id="0" name="图片 3118"/>
                        <p:cNvPicPr/>
                        <p:nvPr/>
                      </p:nvPicPr>
                      <p:blipFill>
                        <a:blip r:embed="rId11">
                          <a:clrChange>
                            <a:clrFrom>
                              <a:srgbClr val="000000"/>
                            </a:clrFrom>
                            <a:clrTo>
                              <a:srgbClr val="FFFFFF"/>
                            </a:clrTo>
                          </a:clrChange>
                        </a:blip>
                        <a:stretch>
                          <a:fillRect/>
                        </a:stretch>
                      </p:blipFill>
                      <p:spPr>
                        <a:xfrm>
                          <a:off x="1519" y="663"/>
                          <a:ext cx="208" cy="370"/>
                        </a:xfrm>
                        <a:prstGeom prst="rect">
                          <a:avLst/>
                        </a:prstGeom>
                        <a:noFill/>
                        <a:ln w="38100">
                          <a:noFill/>
                          <a:miter/>
                        </a:ln>
                      </p:spPr>
                    </p:pic>
                  </p:oleObj>
                </mc:Fallback>
              </mc:AlternateContent>
            </a:graphicData>
          </a:graphic>
        </p:graphicFrame>
        <p:graphicFrame>
          <p:nvGraphicFramePr>
            <p:cNvPr id="10247" name="Object 125"/>
            <p:cNvGraphicFramePr/>
            <p:nvPr/>
          </p:nvGraphicFramePr>
          <p:xfrm>
            <a:off x="3742" y="663"/>
            <a:ext cx="240" cy="370"/>
          </p:xfrm>
          <a:graphic>
            <a:graphicData uri="http://schemas.openxmlformats.org/presentationml/2006/ole">
              <mc:AlternateContent xmlns:mc="http://schemas.openxmlformats.org/markup-compatibility/2006">
                <mc:Choice xmlns:v="urn:schemas-microsoft-com:vml" Requires="v">
                  <p:oleObj spid="_x0000_s3120" name="" r:id="rId12" imgW="190500" imgH="292100" progId="Equation.3">
                    <p:embed/>
                  </p:oleObj>
                </mc:Choice>
                <mc:Fallback>
                  <p:oleObj name="" r:id="rId12" imgW="190500" imgH="292100" progId="Equation.3">
                    <p:embed/>
                    <p:pic>
                      <p:nvPicPr>
                        <p:cNvPr id="0" name="图片 3119"/>
                        <p:cNvPicPr/>
                        <p:nvPr/>
                      </p:nvPicPr>
                      <p:blipFill>
                        <a:blip r:embed="rId13">
                          <a:clrChange>
                            <a:clrFrom>
                              <a:srgbClr val="000000"/>
                            </a:clrFrom>
                            <a:clrTo>
                              <a:srgbClr val="FFFFFF"/>
                            </a:clrTo>
                          </a:clrChange>
                        </a:blip>
                        <a:stretch>
                          <a:fillRect/>
                        </a:stretch>
                      </p:blipFill>
                      <p:spPr>
                        <a:xfrm>
                          <a:off x="3742" y="663"/>
                          <a:ext cx="240" cy="370"/>
                        </a:xfrm>
                        <a:prstGeom prst="rect">
                          <a:avLst/>
                        </a:prstGeom>
                        <a:noFill/>
                        <a:ln w="38100">
                          <a:noFill/>
                          <a:miter/>
                        </a:ln>
                      </p:spPr>
                    </p:pic>
                  </p:oleObj>
                </mc:Fallback>
              </mc:AlternateContent>
            </a:graphicData>
          </a:graphic>
        </p:graphicFrame>
        <p:graphicFrame>
          <p:nvGraphicFramePr>
            <p:cNvPr id="10248" name="Object 126"/>
            <p:cNvGraphicFramePr/>
            <p:nvPr/>
          </p:nvGraphicFramePr>
          <p:xfrm>
            <a:off x="3969" y="1344"/>
            <a:ext cx="304" cy="370"/>
          </p:xfrm>
          <a:graphic>
            <a:graphicData uri="http://schemas.openxmlformats.org/presentationml/2006/ole">
              <mc:AlternateContent xmlns:mc="http://schemas.openxmlformats.org/markup-compatibility/2006">
                <mc:Choice xmlns:v="urn:schemas-microsoft-com:vml" Requires="v">
                  <p:oleObj spid="_x0000_s3121" name="" r:id="rId14" imgW="241300" imgH="292100" progId="Equation.3">
                    <p:embed/>
                  </p:oleObj>
                </mc:Choice>
                <mc:Fallback>
                  <p:oleObj name="" r:id="rId14" imgW="241300" imgH="292100" progId="Equation.3">
                    <p:embed/>
                    <p:pic>
                      <p:nvPicPr>
                        <p:cNvPr id="0" name="图片 3120"/>
                        <p:cNvPicPr/>
                        <p:nvPr/>
                      </p:nvPicPr>
                      <p:blipFill>
                        <a:blip r:embed="rId15">
                          <a:clrChange>
                            <a:clrFrom>
                              <a:srgbClr val="000000"/>
                            </a:clrFrom>
                            <a:clrTo>
                              <a:srgbClr val="FFFFFF"/>
                            </a:clrTo>
                          </a:clrChange>
                        </a:blip>
                        <a:stretch>
                          <a:fillRect/>
                        </a:stretch>
                      </p:blipFill>
                      <p:spPr>
                        <a:xfrm>
                          <a:off x="3969" y="1344"/>
                          <a:ext cx="304" cy="370"/>
                        </a:xfrm>
                        <a:prstGeom prst="rect">
                          <a:avLst/>
                        </a:prstGeom>
                        <a:noFill/>
                        <a:ln w="38100">
                          <a:noFill/>
                          <a:miter/>
                        </a:ln>
                      </p:spPr>
                    </p:pic>
                  </p:oleObj>
                </mc:Fallback>
              </mc:AlternateContent>
            </a:graphicData>
          </a:graphic>
        </p:graphicFrame>
        <p:sp>
          <p:nvSpPr>
            <p:cNvPr id="10274" name="Oval 127"/>
            <p:cNvSpPr/>
            <p:nvPr/>
          </p:nvSpPr>
          <p:spPr>
            <a:xfrm>
              <a:off x="1374" y="103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75" name="Oval 128"/>
            <p:cNvSpPr/>
            <p:nvPr/>
          </p:nvSpPr>
          <p:spPr>
            <a:xfrm>
              <a:off x="1365" y="194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76" name="Oval 129"/>
            <p:cNvSpPr/>
            <p:nvPr/>
          </p:nvSpPr>
          <p:spPr>
            <a:xfrm>
              <a:off x="4143" y="103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77" name="Oval 130"/>
            <p:cNvSpPr/>
            <p:nvPr/>
          </p:nvSpPr>
          <p:spPr>
            <a:xfrm>
              <a:off x="4114" y="194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78" name="Line 131"/>
            <p:cNvSpPr/>
            <p:nvPr/>
          </p:nvSpPr>
          <p:spPr>
            <a:xfrm>
              <a:off x="3379" y="1072"/>
              <a:ext cx="0" cy="907"/>
            </a:xfrm>
            <a:prstGeom prst="line">
              <a:avLst/>
            </a:prstGeom>
            <a:ln w="28575" cap="flat" cmpd="sng">
              <a:solidFill>
                <a:srgbClr val="FFCC00"/>
              </a:solidFill>
              <a:prstDash val="solid"/>
              <a:headEnd type="oval" w="med" len="med"/>
              <a:tailEnd type="oval" w="med" len="med"/>
            </a:ln>
          </p:spPr>
        </p:sp>
        <p:sp>
          <p:nvSpPr>
            <p:cNvPr id="10279" name="Rectangle 132"/>
            <p:cNvSpPr/>
            <p:nvPr/>
          </p:nvSpPr>
          <p:spPr>
            <a:xfrm>
              <a:off x="3315" y="13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0280" name="Rectangle 133"/>
            <p:cNvSpPr/>
            <p:nvPr/>
          </p:nvSpPr>
          <p:spPr>
            <a:xfrm>
              <a:off x="2363" y="13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0281" name="Rectangle 134"/>
            <p:cNvSpPr/>
            <p:nvPr/>
          </p:nvSpPr>
          <p:spPr>
            <a:xfrm>
              <a:off x="1973" y="10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0282" name="Rectangle 135"/>
            <p:cNvSpPr/>
            <p:nvPr/>
          </p:nvSpPr>
          <p:spPr>
            <a:xfrm>
              <a:off x="2699" y="10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
        <p:nvSpPr>
          <p:cNvPr id="20570" name="AutoShape 90" descr="羊皮纸"/>
          <p:cNvSpPr/>
          <p:nvPr/>
        </p:nvSpPr>
        <p:spPr>
          <a:xfrm>
            <a:off x="6804025" y="620713"/>
            <a:ext cx="2016125" cy="1008062"/>
          </a:xfrm>
          <a:prstGeom prst="wedgeRoundRectCallout">
            <a:avLst>
              <a:gd name="adj1" fmla="val -60787"/>
              <a:gd name="adj2" fmla="val 105593"/>
              <a:gd name="adj3" fmla="val 16667"/>
            </a:avLst>
          </a:prstGeom>
          <a:blipFill rotWithShape="1">
            <a:blip r:embed="rId16"/>
          </a:blipFill>
          <a:ln w="9525">
            <a:noFill/>
          </a:ln>
        </p:spPr>
        <p:txBody>
          <a:bodyPr/>
          <a:p>
            <a:r>
              <a:rPr lang="zh-CN" altLang="en-US" dirty="0">
                <a:solidFill>
                  <a:schemeClr val="tx1"/>
                </a:solidFill>
                <a:latin typeface="Arial" panose="020B0604020202020204" pitchFamily="34" charset="0"/>
              </a:rPr>
              <a:t>为互易对称两端口</a:t>
            </a:r>
            <a:endParaRPr lang="zh-CN" altLang="en-US" dirty="0">
              <a:solidFill>
                <a:schemeClr val="tx1"/>
              </a:solidFill>
              <a:latin typeface="Arial" panose="020B0604020202020204" pitchFamily="34" charset="0"/>
            </a:endParaRPr>
          </a:p>
        </p:txBody>
      </p:sp>
      <p:grpSp>
        <p:nvGrpSpPr>
          <p:cNvPr id="10258" name="Group 141"/>
          <p:cNvGrpSpPr/>
          <p:nvPr/>
        </p:nvGrpSpPr>
        <p:grpSpPr>
          <a:xfrm>
            <a:off x="6588125" y="6446838"/>
            <a:ext cx="792163" cy="366712"/>
            <a:chOff x="4649" y="4020"/>
            <a:chExt cx="499" cy="231"/>
          </a:xfrm>
        </p:grpSpPr>
        <p:pic>
          <p:nvPicPr>
            <p:cNvPr id="10259" name="Picture 142"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0260" name="Text Box 14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0550"/>
                                        </p:tgtEl>
                                        <p:attrNameLst>
                                          <p:attrName>style.visibility</p:attrName>
                                        </p:attrNameLst>
                                      </p:cBhvr>
                                      <p:to>
                                        <p:strVal val="visible"/>
                                      </p:to>
                                    </p:set>
                                    <p:anim calcmode="lin" valueType="num">
                                      <p:cBhvr>
                                        <p:cTn id="7" dur="1000" fill="hold"/>
                                        <p:tgtEl>
                                          <p:spTgt spid="20550"/>
                                        </p:tgtEl>
                                        <p:attrNameLst>
                                          <p:attrName>ppt_w</p:attrName>
                                        </p:attrNameLst>
                                      </p:cBhvr>
                                      <p:tavLst>
                                        <p:tav tm="0">
                                          <p:val>
                                            <p:fltVal val="0.000000"/>
                                          </p:val>
                                        </p:tav>
                                        <p:tav tm="100000">
                                          <p:val>
                                            <p:strVal val="#ppt_w"/>
                                          </p:val>
                                        </p:tav>
                                      </p:tavLst>
                                    </p:anim>
                                    <p:anim calcmode="lin" valueType="num">
                                      <p:cBhvr>
                                        <p:cTn id="8" dur="1000" fill="hold"/>
                                        <p:tgtEl>
                                          <p:spTgt spid="20550"/>
                                        </p:tgtEl>
                                        <p:attrNameLst>
                                          <p:attrName>ppt_h</p:attrName>
                                        </p:attrNameLst>
                                      </p:cBhvr>
                                      <p:tavLst>
                                        <p:tav tm="0">
                                          <p:val>
                                            <p:fltVal val="0.000000"/>
                                          </p:val>
                                        </p:tav>
                                        <p:tav tm="100000">
                                          <p:val>
                                            <p:strVal val="#ppt_h"/>
                                          </p:val>
                                        </p:tav>
                                      </p:tavLst>
                                    </p:anim>
                                    <p:anim calcmode="lin" valueType="num">
                                      <p:cBhvr>
                                        <p:cTn id="9" dur="1000" fill="hold"/>
                                        <p:tgtEl>
                                          <p:spTgt spid="2055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2055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20588">
                                            <p:txEl>
                                              <p:charRg st="0" end="13"/>
                                            </p:txEl>
                                          </p:spTgt>
                                        </p:tgtEl>
                                        <p:attrNameLst>
                                          <p:attrName>style.visibility</p:attrName>
                                        </p:attrNameLst>
                                      </p:cBhvr>
                                      <p:to>
                                        <p:strVal val="visible"/>
                                      </p:to>
                                    </p:set>
                                    <p:animEffect transition="in" filter="wipe(left)">
                                      <p:cBhvr>
                                        <p:cTn id="18" dur="2000"/>
                                        <p:tgtEl>
                                          <p:spTgt spid="20588">
                                            <p:txEl>
                                              <p:charRg st="0" end="1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20551"/>
                                        </p:tgtEl>
                                        <p:attrNameLst>
                                          <p:attrName>style.visibility</p:attrName>
                                        </p:attrNameLst>
                                      </p:cBhvr>
                                      <p:to>
                                        <p:strVal val="visible"/>
                                      </p:to>
                                    </p:set>
                                    <p:anim calcmode="lin" valueType="num">
                                      <p:cBhvr>
                                        <p:cTn id="23" dur="1000" fill="hold"/>
                                        <p:tgtEl>
                                          <p:spTgt spid="20551"/>
                                        </p:tgtEl>
                                        <p:attrNameLst>
                                          <p:attrName>ppt_w</p:attrName>
                                        </p:attrNameLst>
                                      </p:cBhvr>
                                      <p:tavLst>
                                        <p:tav tm="0">
                                          <p:val>
                                            <p:fltVal val="0.000000"/>
                                          </p:val>
                                        </p:tav>
                                        <p:tav tm="100000">
                                          <p:val>
                                            <p:strVal val="#ppt_w"/>
                                          </p:val>
                                        </p:tav>
                                      </p:tavLst>
                                    </p:anim>
                                    <p:anim calcmode="lin" valueType="num">
                                      <p:cBhvr>
                                        <p:cTn id="24" dur="1000" fill="hold"/>
                                        <p:tgtEl>
                                          <p:spTgt spid="20551"/>
                                        </p:tgtEl>
                                        <p:attrNameLst>
                                          <p:attrName>ppt_h</p:attrName>
                                        </p:attrNameLst>
                                      </p:cBhvr>
                                      <p:tavLst>
                                        <p:tav tm="0">
                                          <p:val>
                                            <p:fltVal val="0.000000"/>
                                          </p:val>
                                        </p:tav>
                                        <p:tav tm="100000">
                                          <p:val>
                                            <p:strVal val="#ppt_h"/>
                                          </p:val>
                                        </p:tav>
                                      </p:tavLst>
                                    </p:anim>
                                    <p:anim calcmode="lin" valueType="num">
                                      <p:cBhvr>
                                        <p:cTn id="25" dur="1000" fill="hold"/>
                                        <p:tgtEl>
                                          <p:spTgt spid="20551"/>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2055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0561"/>
                                        </p:tgtEl>
                                        <p:attrNameLst>
                                          <p:attrName>style.visibility</p:attrName>
                                        </p:attrNameLst>
                                      </p:cBhvr>
                                      <p:to>
                                        <p:strVal val="visible"/>
                                      </p:to>
                                    </p:set>
                                    <p:animEffect transition="in" filter="wipe(left)">
                                      <p:cBhvr>
                                        <p:cTn id="31" dur="2000"/>
                                        <p:tgtEl>
                                          <p:spTgt spid="2056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562"/>
                                        </p:tgtEl>
                                        <p:attrNameLst>
                                          <p:attrName>style.visibility</p:attrName>
                                        </p:attrNameLst>
                                      </p:cBhvr>
                                      <p:to>
                                        <p:strVal val="visible"/>
                                      </p:to>
                                    </p:set>
                                    <p:animEffect transition="in" filter="wipe(left)">
                                      <p:cBhvr>
                                        <p:cTn id="36" dur="2000"/>
                                        <p:tgtEl>
                                          <p:spTgt spid="2056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20563"/>
                                        </p:tgtEl>
                                        <p:attrNameLst>
                                          <p:attrName>style.visibility</p:attrName>
                                        </p:attrNameLst>
                                      </p:cBhvr>
                                      <p:to>
                                        <p:strVal val="visible"/>
                                      </p:to>
                                    </p:set>
                                    <p:animEffect transition="in" filter="wipe(up)">
                                      <p:cBhvr>
                                        <p:cTn id="41" dur="2000"/>
                                        <p:tgtEl>
                                          <p:spTgt spid="20563"/>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32"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p:cTn id="46" dur="500" fill="hold"/>
                                        <p:tgtEl>
                                          <p:spTgt spid="2"/>
                                        </p:tgtEl>
                                        <p:attrNameLst>
                                          <p:attrName>ppt_w</p:attrName>
                                        </p:attrNameLst>
                                      </p:cBhvr>
                                      <p:tavLst>
                                        <p:tav tm="0">
                                          <p:val>
                                            <p:strVal val="4*#ppt_w"/>
                                          </p:val>
                                        </p:tav>
                                        <p:tav tm="100000">
                                          <p:val>
                                            <p:strVal val="#ppt_w"/>
                                          </p:val>
                                        </p:tav>
                                      </p:tavLst>
                                    </p:anim>
                                    <p:anim calcmode="lin" valueType="num">
                                      <p:cBhvr>
                                        <p:cTn id="47" dur="500" fill="hold"/>
                                        <p:tgtEl>
                                          <p:spTgt spid="2"/>
                                        </p:tgtEl>
                                        <p:attrNameLst>
                                          <p:attrName>ppt_h</p:attrName>
                                        </p:attrNameLst>
                                      </p:cBhvr>
                                      <p:tavLst>
                                        <p:tav tm="0">
                                          <p:val>
                                            <p:strVal val="4*#ppt_h"/>
                                          </p:val>
                                        </p:tav>
                                        <p:tav tm="100000">
                                          <p:val>
                                            <p:strVal val="#ppt_h"/>
                                          </p:val>
                                        </p:tav>
                                      </p:tavLst>
                                    </p:anim>
                                  </p:childTnLst>
                                </p:cTn>
                              </p:par>
                            </p:childTnLst>
                          </p:cTn>
                        </p:par>
                        <p:par>
                          <p:cTn id="48" fill="hold">
                            <p:stCondLst>
                              <p:cond delay="500"/>
                            </p:stCondLst>
                            <p:childTnLst>
                              <p:par>
                                <p:cTn id="49" presetID="23" presetClass="entr" presetSubtype="32"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p:cTn id="51" dur="500" fill="hold"/>
                                        <p:tgtEl>
                                          <p:spTgt spid="3"/>
                                        </p:tgtEl>
                                        <p:attrNameLst>
                                          <p:attrName>ppt_w</p:attrName>
                                        </p:attrNameLst>
                                      </p:cBhvr>
                                      <p:tavLst>
                                        <p:tav tm="0">
                                          <p:val>
                                            <p:strVal val="4*#ppt_w"/>
                                          </p:val>
                                        </p:tav>
                                        <p:tav tm="100000">
                                          <p:val>
                                            <p:strVal val="#ppt_w"/>
                                          </p:val>
                                        </p:tav>
                                      </p:tavLst>
                                    </p:anim>
                                    <p:anim calcmode="lin" valueType="num">
                                      <p:cBhvr>
                                        <p:cTn id="52" dur="500" fill="hold"/>
                                        <p:tgtEl>
                                          <p:spTgt spid="3"/>
                                        </p:tgtEl>
                                        <p:attrNameLst>
                                          <p:attrName>ppt_h</p:attrName>
                                        </p:attrNameLst>
                                      </p:cBhvr>
                                      <p:tavLst>
                                        <p:tav tm="0">
                                          <p:val>
                                            <p:strVal val="4*#ppt_h"/>
                                          </p:val>
                                        </p:tav>
                                        <p:tav tm="100000">
                                          <p:val>
                                            <p:strVal val="#ppt_h"/>
                                          </p:val>
                                        </p:tav>
                                      </p:tavLst>
                                    </p:anim>
                                  </p:childTnLst>
                                </p:cTn>
                              </p:par>
                            </p:childTnLst>
                          </p:cTn>
                        </p:par>
                        <p:par>
                          <p:cTn id="53" fill="hold">
                            <p:stCondLst>
                              <p:cond delay="1000"/>
                            </p:stCondLst>
                            <p:childTnLst>
                              <p:par>
                                <p:cTn id="54" presetID="20" presetClass="entr" presetSubtype="0" fill="hold" grpId="0" nodeType="afterEffect">
                                  <p:stCondLst>
                                    <p:cond delay="0"/>
                                  </p:stCondLst>
                                  <p:childTnLst>
                                    <p:set>
                                      <p:cBhvr>
                                        <p:cTn id="55" dur="1" fill="hold">
                                          <p:stCondLst>
                                            <p:cond delay="0"/>
                                          </p:stCondLst>
                                        </p:cTn>
                                        <p:tgtEl>
                                          <p:spTgt spid="20570"/>
                                        </p:tgtEl>
                                        <p:attrNameLst>
                                          <p:attrName>style.visibility</p:attrName>
                                        </p:attrNameLst>
                                      </p:cBhvr>
                                      <p:to>
                                        <p:strVal val="visible"/>
                                      </p:to>
                                    </p:set>
                                    <p:animEffect transition="in" filter="wedge">
                                      <p:cBhvr>
                                        <p:cTn id="56" dur="2000"/>
                                        <p:tgtEl>
                                          <p:spTgt spid="20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0" grpId="0"/>
      <p:bldP spid="20551" grpId="0" animBg="1"/>
      <p:bldP spid="20588" grpId="0" build="p"/>
      <p:bldP spid="2057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4" name="Text Box 6"/>
          <p:cNvSpPr txBox="1"/>
          <p:nvPr/>
        </p:nvSpPr>
        <p:spPr>
          <a:xfrm>
            <a:off x="395288" y="549275"/>
            <a:ext cx="3524250"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2.</a:t>
            </a:r>
            <a:r>
              <a:rPr lang="en-US" altLang="zh-CN" sz="3200" dirty="0">
                <a:latin typeface="楷体_GB2312" pitchFamily="49" charset="-122"/>
              </a:rPr>
              <a:t> </a:t>
            </a:r>
            <a:r>
              <a:rPr lang="en-US" altLang="zh-CN" sz="3200" b="0" i="1" dirty="0">
                <a:latin typeface="Times New Roman" panose="02020603050405020304" pitchFamily="18" charset="0"/>
              </a:rPr>
              <a:t>Z </a:t>
            </a:r>
            <a:r>
              <a:rPr lang="zh-CN" altLang="en-US" sz="3200" dirty="0">
                <a:latin typeface="楷体_GB2312" pitchFamily="49" charset="-122"/>
              </a:rPr>
              <a:t>参数和方程</a:t>
            </a:r>
            <a:endParaRPr lang="zh-CN" altLang="en-US" sz="3200" dirty="0">
              <a:latin typeface="楷体_GB2312" pitchFamily="49" charset="-122"/>
            </a:endParaRPr>
          </a:p>
        </p:txBody>
      </p:sp>
      <p:sp>
        <p:nvSpPr>
          <p:cNvPr id="17439" name="Text Box 31"/>
          <p:cNvSpPr txBox="1"/>
          <p:nvPr/>
        </p:nvSpPr>
        <p:spPr>
          <a:xfrm>
            <a:off x="684213" y="2565400"/>
            <a:ext cx="7705725" cy="1117600"/>
          </a:xfrm>
          <a:prstGeom prst="rect">
            <a:avLst/>
          </a:prstGeom>
          <a:noFill/>
          <a:ln w="9525">
            <a:noFill/>
          </a:ln>
        </p:spPr>
        <p:txBody>
          <a:bodyPr>
            <a:spAutoFit/>
          </a:bodyPr>
          <a:p>
            <a:pPr indent="571500" algn="just">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将两个端口各施加一电流源，则端口电压可视为电流源单独作用时产生的电压之和。</a:t>
            </a:r>
            <a:endParaRPr lang="zh-CN" altLang="en-US" dirty="0">
              <a:solidFill>
                <a:srgbClr val="FFFF00"/>
              </a:solidFill>
              <a:latin typeface="楷体_GB2312" pitchFamily="49" charset="-122"/>
            </a:endParaRPr>
          </a:p>
        </p:txBody>
      </p:sp>
      <p:sp>
        <p:nvSpPr>
          <p:cNvPr id="17440" name="Text Box 32"/>
          <p:cNvSpPr txBox="1"/>
          <p:nvPr/>
        </p:nvSpPr>
        <p:spPr>
          <a:xfrm>
            <a:off x="1042988" y="4437063"/>
            <a:ext cx="106680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即</a:t>
            </a:r>
            <a:endParaRPr lang="zh-CN" altLang="en-US" dirty="0">
              <a:solidFill>
                <a:srgbClr val="FFFF00"/>
              </a:solidFill>
              <a:latin typeface="楷体_GB2312" pitchFamily="49" charset="-122"/>
            </a:endParaRPr>
          </a:p>
        </p:txBody>
      </p:sp>
      <p:graphicFrame>
        <p:nvGraphicFramePr>
          <p:cNvPr id="17441" name="Object 33"/>
          <p:cNvGraphicFramePr/>
          <p:nvPr/>
        </p:nvGraphicFramePr>
        <p:xfrm>
          <a:off x="1979613" y="3933825"/>
          <a:ext cx="4202112" cy="1504950"/>
        </p:xfrm>
        <a:graphic>
          <a:graphicData uri="http://schemas.openxmlformats.org/presentationml/2006/ole">
            <mc:AlternateContent xmlns:mc="http://schemas.openxmlformats.org/markup-compatibility/2006">
              <mc:Choice xmlns:v="urn:schemas-microsoft-com:vml" Requires="v">
                <p:oleObj spid="_x0000_s3140" name="" r:id="rId1" imgW="1332865" imgH="546100" progId="Equation.3">
                  <p:embed/>
                </p:oleObj>
              </mc:Choice>
              <mc:Fallback>
                <p:oleObj name="" r:id="rId1" imgW="1332865" imgH="546100" progId="Equation.3">
                  <p:embed/>
                  <p:pic>
                    <p:nvPicPr>
                      <p:cNvPr id="0" name="图片 3139"/>
                      <p:cNvPicPr/>
                      <p:nvPr/>
                    </p:nvPicPr>
                    <p:blipFill>
                      <a:blip r:embed="rId2">
                        <a:clrChange>
                          <a:clrFrom>
                            <a:srgbClr val="000000"/>
                          </a:clrFrom>
                          <a:clrTo>
                            <a:srgbClr val="FFFFFF"/>
                          </a:clrTo>
                        </a:clrChange>
                      </a:blip>
                      <a:stretch>
                        <a:fillRect/>
                      </a:stretch>
                    </p:blipFill>
                    <p:spPr>
                      <a:xfrm>
                        <a:off x="1979613" y="3933825"/>
                        <a:ext cx="4202112" cy="1504950"/>
                      </a:xfrm>
                      <a:prstGeom prst="rect">
                        <a:avLst/>
                      </a:prstGeom>
                      <a:noFill/>
                      <a:ln w="38100">
                        <a:noFill/>
                        <a:miter/>
                      </a:ln>
                    </p:spPr>
                  </p:pic>
                </p:oleObj>
              </mc:Fallback>
            </mc:AlternateContent>
          </a:graphicData>
        </a:graphic>
      </p:graphicFrame>
      <p:sp>
        <p:nvSpPr>
          <p:cNvPr id="17442" name="AutoShape 34" descr="羊皮纸"/>
          <p:cNvSpPr/>
          <p:nvPr/>
        </p:nvSpPr>
        <p:spPr>
          <a:xfrm>
            <a:off x="6588125" y="4797425"/>
            <a:ext cx="2232025" cy="503238"/>
          </a:xfrm>
          <a:prstGeom prst="wedgeRoundRectCallout">
            <a:avLst>
              <a:gd name="adj1" fmla="val -93884"/>
              <a:gd name="adj2" fmla="val -44639"/>
              <a:gd name="adj3" fmla="val 16667"/>
            </a:avLst>
          </a:prstGeom>
          <a:blipFill rotWithShape="1">
            <a:blip r:embed="rId3"/>
          </a:blipFill>
          <a:ln w="9525">
            <a:noFill/>
          </a:ln>
        </p:spPr>
        <p:txBody>
          <a:bodyPr/>
          <a:p>
            <a:r>
              <a:rPr lang="en-US" altLang="zh-CN" b="0" i="1" dirty="0">
                <a:solidFill>
                  <a:schemeClr val="tx1"/>
                </a:solidFill>
                <a:latin typeface="Times New Roman" panose="02020603050405020304" pitchFamily="18" charset="0"/>
              </a:rPr>
              <a:t>Z</a:t>
            </a:r>
            <a:r>
              <a:rPr lang="en-US" altLang="zh-TW" dirty="0">
                <a:solidFill>
                  <a:schemeClr val="tx1"/>
                </a:solidFill>
                <a:latin typeface="楷体_GB2312" pitchFamily="49" charset="-122"/>
              </a:rPr>
              <a:t> </a:t>
            </a:r>
            <a:r>
              <a:rPr lang="zh-CN" altLang="en-US" dirty="0">
                <a:solidFill>
                  <a:schemeClr val="tx1"/>
                </a:solidFill>
                <a:latin typeface="楷体_GB2312" pitchFamily="49" charset="-122"/>
              </a:rPr>
              <a:t>参数方程</a:t>
            </a:r>
            <a:endParaRPr lang="zh-CN" altLang="en-US" dirty="0">
              <a:solidFill>
                <a:schemeClr val="tx1"/>
              </a:solidFill>
              <a:latin typeface="楷体_GB2312" pitchFamily="49" charset="-122"/>
            </a:endParaRPr>
          </a:p>
        </p:txBody>
      </p:sp>
      <p:sp>
        <p:nvSpPr>
          <p:cNvPr id="17443" name="Text Box 35"/>
          <p:cNvSpPr txBox="1"/>
          <p:nvPr/>
        </p:nvSpPr>
        <p:spPr>
          <a:xfrm>
            <a:off x="684213" y="1196975"/>
            <a:ext cx="2808287" cy="519113"/>
          </a:xfrm>
          <a:prstGeom prst="rect">
            <a:avLst/>
          </a:prstGeom>
          <a:noFill/>
          <a:ln w="28575">
            <a:noFill/>
          </a:ln>
        </p:spPr>
        <p:txBody>
          <a:bodyPr>
            <a:spAutoFit/>
          </a:bodyPr>
          <a:p>
            <a:pPr marL="342900" indent="-342900">
              <a:spcBef>
                <a:spcPct val="50000"/>
              </a:spcBef>
              <a:buAutoNum type="circleNumDbPlain"/>
            </a:pPr>
            <a:r>
              <a:rPr lang="en-US" altLang="zh-CN" dirty="0">
                <a:solidFill>
                  <a:srgbClr val="FF9900"/>
                </a:solidFill>
                <a:latin typeface="Times New Roman" panose="02020603050405020304" pitchFamily="18" charset="0"/>
                <a:ea typeface="仿宋_GB2312" pitchFamily="49" charset="-122"/>
              </a:rPr>
              <a:t> </a:t>
            </a:r>
            <a:r>
              <a:rPr lang="en-US" altLang="zh-CN" b="0" i="1" dirty="0">
                <a:solidFill>
                  <a:srgbClr val="FF9900"/>
                </a:solidFill>
                <a:latin typeface="Times New Roman" panose="02020603050405020304" pitchFamily="18" charset="0"/>
                <a:ea typeface="仿宋_GB2312" pitchFamily="49" charset="-122"/>
              </a:rPr>
              <a:t>Z</a:t>
            </a:r>
            <a:r>
              <a:rPr lang="en-US" altLang="zh-CN" dirty="0">
                <a:solidFill>
                  <a:srgbClr val="FF9900"/>
                </a:solidFill>
                <a:latin typeface="Times New Roman" panose="02020603050405020304" pitchFamily="18" charset="0"/>
                <a:ea typeface="仿宋_GB2312" pitchFamily="49" charset="-122"/>
              </a:rPr>
              <a:t> </a:t>
            </a:r>
            <a:r>
              <a:rPr lang="zh-CN" altLang="en-US" dirty="0">
                <a:solidFill>
                  <a:srgbClr val="FF9900"/>
                </a:solidFill>
                <a:latin typeface="楷体_GB2312" pitchFamily="49" charset="-122"/>
              </a:rPr>
              <a:t>参数方程</a:t>
            </a:r>
            <a:endParaRPr lang="zh-CN" altLang="en-US" dirty="0">
              <a:solidFill>
                <a:srgbClr val="FF9900"/>
              </a:solidFill>
              <a:latin typeface="楷体_GB2312" pitchFamily="49" charset="-122"/>
            </a:endParaRPr>
          </a:p>
        </p:txBody>
      </p:sp>
      <p:grpSp>
        <p:nvGrpSpPr>
          <p:cNvPr id="11278" name="Group 40"/>
          <p:cNvGrpSpPr/>
          <p:nvPr/>
        </p:nvGrpSpPr>
        <p:grpSpPr>
          <a:xfrm>
            <a:off x="8316913" y="6446838"/>
            <a:ext cx="792162" cy="366712"/>
            <a:chOff x="5193" y="4020"/>
            <a:chExt cx="499" cy="231"/>
          </a:xfrm>
        </p:grpSpPr>
        <p:pic>
          <p:nvPicPr>
            <p:cNvPr id="11306" name="Picture 41"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11307" name="Text Box 4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1279" name="Group 43"/>
          <p:cNvGrpSpPr/>
          <p:nvPr/>
        </p:nvGrpSpPr>
        <p:grpSpPr>
          <a:xfrm>
            <a:off x="7453313" y="6446838"/>
            <a:ext cx="792162" cy="366712"/>
            <a:chOff x="4649" y="4020"/>
            <a:chExt cx="499" cy="231"/>
          </a:xfrm>
        </p:grpSpPr>
        <p:pic>
          <p:nvPicPr>
            <p:cNvPr id="11304" name="Picture 44" descr="78900"/>
            <p:cNvPicPr>
              <a:picLocks noChangeAspect="1"/>
            </p:cNvPicPr>
            <p:nvPr/>
          </p:nvPicPr>
          <p:blipFill>
            <a:blip r:embed="rId4"/>
            <a:stretch>
              <a:fillRect/>
            </a:stretch>
          </p:blipFill>
          <p:spPr>
            <a:xfrm>
              <a:off x="4649" y="4066"/>
              <a:ext cx="499" cy="181"/>
            </a:xfrm>
            <a:prstGeom prst="rect">
              <a:avLst/>
            </a:prstGeom>
            <a:noFill/>
            <a:ln w="9525">
              <a:noFill/>
            </a:ln>
          </p:spPr>
        </p:pic>
        <p:sp>
          <p:nvSpPr>
            <p:cNvPr id="11305" name="Text Box 4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11280" name="Group 82"/>
          <p:cNvGrpSpPr/>
          <p:nvPr/>
        </p:nvGrpSpPr>
        <p:grpSpPr>
          <a:xfrm>
            <a:off x="6588125" y="6446838"/>
            <a:ext cx="792163" cy="366712"/>
            <a:chOff x="4649" y="4020"/>
            <a:chExt cx="499" cy="231"/>
          </a:xfrm>
        </p:grpSpPr>
        <p:pic>
          <p:nvPicPr>
            <p:cNvPr id="11302" name="Picture 83" descr="78900"/>
            <p:cNvPicPr>
              <a:picLocks noChangeAspect="1"/>
            </p:cNvPicPr>
            <p:nvPr/>
          </p:nvPicPr>
          <p:blipFill>
            <a:blip r:embed="rId4"/>
            <a:stretch>
              <a:fillRect/>
            </a:stretch>
          </p:blipFill>
          <p:spPr>
            <a:xfrm>
              <a:off x="4649" y="4066"/>
              <a:ext cx="499" cy="181"/>
            </a:xfrm>
            <a:prstGeom prst="rect">
              <a:avLst/>
            </a:prstGeom>
            <a:noFill/>
            <a:ln w="9525">
              <a:noFill/>
            </a:ln>
          </p:spPr>
        </p:pic>
        <p:sp>
          <p:nvSpPr>
            <p:cNvPr id="11303" name="Text Box 8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 name="Group 90"/>
          <p:cNvGrpSpPr/>
          <p:nvPr/>
        </p:nvGrpSpPr>
        <p:grpSpPr>
          <a:xfrm>
            <a:off x="3995738" y="561975"/>
            <a:ext cx="4630737" cy="2019300"/>
            <a:chOff x="2517" y="354"/>
            <a:chExt cx="2917" cy="1272"/>
          </a:xfrm>
        </p:grpSpPr>
        <p:sp>
          <p:nvSpPr>
            <p:cNvPr id="11282" name="Line 50"/>
            <p:cNvSpPr/>
            <p:nvPr/>
          </p:nvSpPr>
          <p:spPr>
            <a:xfrm>
              <a:off x="2790" y="719"/>
              <a:ext cx="0" cy="816"/>
            </a:xfrm>
            <a:prstGeom prst="line">
              <a:avLst/>
            </a:prstGeom>
            <a:ln w="28575" cap="flat" cmpd="sng">
              <a:solidFill>
                <a:srgbClr val="FFCC00"/>
              </a:solidFill>
              <a:prstDash val="solid"/>
              <a:headEnd type="none" w="med" len="med"/>
              <a:tailEnd type="none" w="med" len="med"/>
            </a:ln>
          </p:spPr>
        </p:sp>
        <p:sp>
          <p:nvSpPr>
            <p:cNvPr id="11283" name="Text Box 56"/>
            <p:cNvSpPr txBox="1"/>
            <p:nvPr/>
          </p:nvSpPr>
          <p:spPr>
            <a:xfrm>
              <a:off x="4513" y="71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1284" name="Text Box 57"/>
            <p:cNvSpPr txBox="1"/>
            <p:nvPr/>
          </p:nvSpPr>
          <p:spPr>
            <a:xfrm>
              <a:off x="4468" y="117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1285" name="Line 58"/>
            <p:cNvSpPr/>
            <p:nvPr/>
          </p:nvSpPr>
          <p:spPr>
            <a:xfrm>
              <a:off x="5103" y="719"/>
              <a:ext cx="0" cy="816"/>
            </a:xfrm>
            <a:prstGeom prst="line">
              <a:avLst/>
            </a:prstGeom>
            <a:ln w="28575" cap="flat" cmpd="sng">
              <a:solidFill>
                <a:srgbClr val="FFCC00"/>
              </a:solidFill>
              <a:prstDash val="solid"/>
              <a:headEnd type="none" w="med" len="med"/>
              <a:tailEnd type="none" w="med" len="med"/>
            </a:ln>
          </p:spPr>
        </p:sp>
        <p:graphicFrame>
          <p:nvGraphicFramePr>
            <p:cNvPr id="11267" name="Object 59"/>
            <p:cNvGraphicFramePr/>
            <p:nvPr/>
          </p:nvGraphicFramePr>
          <p:xfrm>
            <a:off x="5194" y="673"/>
            <a:ext cx="240" cy="370"/>
          </p:xfrm>
          <a:graphic>
            <a:graphicData uri="http://schemas.openxmlformats.org/presentationml/2006/ole">
              <mc:AlternateContent xmlns:mc="http://schemas.openxmlformats.org/markup-compatibility/2006">
                <mc:Choice xmlns:v="urn:schemas-microsoft-com:vml" Requires="v">
                  <p:oleObj spid="_x0000_s3138" name="" r:id="rId5" imgW="190500" imgH="292100" progId="Equation.3">
                    <p:embed/>
                  </p:oleObj>
                </mc:Choice>
                <mc:Fallback>
                  <p:oleObj name="" r:id="rId5" imgW="190500" imgH="292100" progId="Equation.3">
                    <p:embed/>
                    <p:pic>
                      <p:nvPicPr>
                        <p:cNvPr id="0" name="图片 3137"/>
                        <p:cNvPicPr/>
                        <p:nvPr/>
                      </p:nvPicPr>
                      <p:blipFill>
                        <a:blip r:embed="rId6">
                          <a:clrChange>
                            <a:clrFrom>
                              <a:srgbClr val="000000"/>
                            </a:clrFrom>
                            <a:clrTo>
                              <a:srgbClr val="FFFFFF"/>
                            </a:clrTo>
                          </a:clrChange>
                        </a:blip>
                        <a:stretch>
                          <a:fillRect/>
                        </a:stretch>
                      </p:blipFill>
                      <p:spPr>
                        <a:xfrm>
                          <a:off x="5194" y="673"/>
                          <a:ext cx="240" cy="370"/>
                        </a:xfrm>
                        <a:prstGeom prst="rect">
                          <a:avLst/>
                        </a:prstGeom>
                        <a:noFill/>
                        <a:ln w="38100">
                          <a:noFill/>
                          <a:miter/>
                        </a:ln>
                      </p:spPr>
                    </p:pic>
                  </p:oleObj>
                </mc:Fallback>
              </mc:AlternateContent>
            </a:graphicData>
          </a:graphic>
        </p:graphicFrame>
        <p:graphicFrame>
          <p:nvGraphicFramePr>
            <p:cNvPr id="11268" name="Object 60"/>
            <p:cNvGraphicFramePr/>
            <p:nvPr/>
          </p:nvGraphicFramePr>
          <p:xfrm>
            <a:off x="4468" y="900"/>
            <a:ext cx="304" cy="370"/>
          </p:xfrm>
          <a:graphic>
            <a:graphicData uri="http://schemas.openxmlformats.org/presentationml/2006/ole">
              <mc:AlternateContent xmlns:mc="http://schemas.openxmlformats.org/markup-compatibility/2006">
                <mc:Choice xmlns:v="urn:schemas-microsoft-com:vml" Requires="v">
                  <p:oleObj spid="_x0000_s3136" name="" r:id="rId7" imgW="241300" imgH="292100" progId="Equation.3">
                    <p:embed/>
                  </p:oleObj>
                </mc:Choice>
                <mc:Fallback>
                  <p:oleObj name="" r:id="rId7" imgW="241300" imgH="292100" progId="Equation.3">
                    <p:embed/>
                    <p:pic>
                      <p:nvPicPr>
                        <p:cNvPr id="0" name="图片 3135"/>
                        <p:cNvPicPr/>
                        <p:nvPr/>
                      </p:nvPicPr>
                      <p:blipFill>
                        <a:blip r:embed="rId8">
                          <a:clrChange>
                            <a:clrFrom>
                              <a:srgbClr val="000000"/>
                            </a:clrFrom>
                            <a:clrTo>
                              <a:srgbClr val="FFFFFF"/>
                            </a:clrTo>
                          </a:clrChange>
                        </a:blip>
                        <a:stretch>
                          <a:fillRect/>
                        </a:stretch>
                      </p:blipFill>
                      <p:spPr>
                        <a:xfrm>
                          <a:off x="4468" y="900"/>
                          <a:ext cx="304" cy="370"/>
                        </a:xfrm>
                        <a:prstGeom prst="rect">
                          <a:avLst/>
                        </a:prstGeom>
                        <a:noFill/>
                        <a:ln w="38100">
                          <a:noFill/>
                          <a:miter/>
                        </a:ln>
                      </p:spPr>
                    </p:pic>
                  </p:oleObj>
                </mc:Fallback>
              </mc:AlternateContent>
            </a:graphicData>
          </a:graphic>
        </p:graphicFrame>
        <p:sp>
          <p:nvSpPr>
            <p:cNvPr id="11286" name="Text Box 64"/>
            <p:cNvSpPr txBox="1"/>
            <p:nvPr/>
          </p:nvSpPr>
          <p:spPr>
            <a:xfrm>
              <a:off x="3203" y="76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1287" name="Text Box 65"/>
            <p:cNvSpPr txBox="1"/>
            <p:nvPr/>
          </p:nvSpPr>
          <p:spPr>
            <a:xfrm>
              <a:off x="3203" y="117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1269" name="Object 66"/>
            <p:cNvGraphicFramePr/>
            <p:nvPr/>
          </p:nvGraphicFramePr>
          <p:xfrm>
            <a:off x="3158" y="945"/>
            <a:ext cx="272" cy="370"/>
          </p:xfrm>
          <a:graphic>
            <a:graphicData uri="http://schemas.openxmlformats.org/presentationml/2006/ole">
              <mc:AlternateContent xmlns:mc="http://schemas.openxmlformats.org/markup-compatibility/2006">
                <mc:Choice xmlns:v="urn:schemas-microsoft-com:vml" Requires="v">
                  <p:oleObj spid="_x0000_s3137" name="" r:id="rId9" imgW="215900" imgH="291465" progId="Equation.3">
                    <p:embed/>
                  </p:oleObj>
                </mc:Choice>
                <mc:Fallback>
                  <p:oleObj name="" r:id="rId9" imgW="215900" imgH="291465" progId="Equation.3">
                    <p:embed/>
                    <p:pic>
                      <p:nvPicPr>
                        <p:cNvPr id="0" name="图片 3136"/>
                        <p:cNvPicPr/>
                        <p:nvPr/>
                      </p:nvPicPr>
                      <p:blipFill>
                        <a:blip r:embed="rId10">
                          <a:clrChange>
                            <a:clrFrom>
                              <a:srgbClr val="000000"/>
                            </a:clrFrom>
                            <a:clrTo>
                              <a:srgbClr val="FFFFFF"/>
                            </a:clrTo>
                          </a:clrChange>
                        </a:blip>
                        <a:stretch>
                          <a:fillRect/>
                        </a:stretch>
                      </p:blipFill>
                      <p:spPr>
                        <a:xfrm>
                          <a:off x="3158" y="945"/>
                          <a:ext cx="272" cy="370"/>
                        </a:xfrm>
                        <a:prstGeom prst="rect">
                          <a:avLst/>
                        </a:prstGeom>
                        <a:noFill/>
                        <a:ln w="38100">
                          <a:noFill/>
                          <a:miter/>
                        </a:ln>
                      </p:spPr>
                    </p:pic>
                  </p:oleObj>
                </mc:Fallback>
              </mc:AlternateContent>
            </a:graphicData>
          </a:graphic>
        </p:graphicFrame>
        <p:graphicFrame>
          <p:nvGraphicFramePr>
            <p:cNvPr id="11270" name="Object 67"/>
            <p:cNvGraphicFramePr/>
            <p:nvPr/>
          </p:nvGraphicFramePr>
          <p:xfrm>
            <a:off x="2517" y="673"/>
            <a:ext cx="208" cy="370"/>
          </p:xfrm>
          <a:graphic>
            <a:graphicData uri="http://schemas.openxmlformats.org/presentationml/2006/ole">
              <mc:AlternateContent xmlns:mc="http://schemas.openxmlformats.org/markup-compatibility/2006">
                <mc:Choice xmlns:v="urn:schemas-microsoft-com:vml" Requires="v">
                  <p:oleObj spid="_x0000_s3139" name="" r:id="rId11" imgW="165100" imgH="291465" progId="Equation.3">
                    <p:embed/>
                  </p:oleObj>
                </mc:Choice>
                <mc:Fallback>
                  <p:oleObj name="" r:id="rId11" imgW="165100" imgH="291465" progId="Equation.3">
                    <p:embed/>
                    <p:pic>
                      <p:nvPicPr>
                        <p:cNvPr id="0" name="图片 3138"/>
                        <p:cNvPicPr/>
                        <p:nvPr/>
                      </p:nvPicPr>
                      <p:blipFill>
                        <a:blip r:embed="rId12">
                          <a:clrChange>
                            <a:clrFrom>
                              <a:srgbClr val="000000"/>
                            </a:clrFrom>
                            <a:clrTo>
                              <a:srgbClr val="FFFFFF"/>
                            </a:clrTo>
                          </a:clrChange>
                        </a:blip>
                        <a:stretch>
                          <a:fillRect/>
                        </a:stretch>
                      </p:blipFill>
                      <p:spPr>
                        <a:xfrm>
                          <a:off x="2517" y="673"/>
                          <a:ext cx="208" cy="370"/>
                        </a:xfrm>
                        <a:prstGeom prst="rect">
                          <a:avLst/>
                        </a:prstGeom>
                        <a:noFill/>
                        <a:ln w="38100">
                          <a:noFill/>
                          <a:miter/>
                        </a:ln>
                      </p:spPr>
                    </p:pic>
                  </p:oleObj>
                </mc:Fallback>
              </mc:AlternateContent>
            </a:graphicData>
          </a:graphic>
        </p:graphicFrame>
        <p:sp>
          <p:nvSpPr>
            <p:cNvPr id="11288" name="Line 77"/>
            <p:cNvSpPr/>
            <p:nvPr/>
          </p:nvSpPr>
          <p:spPr>
            <a:xfrm flipH="1">
              <a:off x="2790" y="1535"/>
              <a:ext cx="2313" cy="0"/>
            </a:xfrm>
            <a:prstGeom prst="line">
              <a:avLst/>
            </a:prstGeom>
            <a:ln w="28575" cap="flat" cmpd="sng">
              <a:solidFill>
                <a:srgbClr val="FFCC00"/>
              </a:solidFill>
              <a:prstDash val="solid"/>
              <a:headEnd type="none" w="med" len="med"/>
              <a:tailEnd type="none" w="med" len="med"/>
            </a:ln>
          </p:spPr>
        </p:sp>
        <p:sp>
          <p:nvSpPr>
            <p:cNvPr id="11289" name="Line 78"/>
            <p:cNvSpPr/>
            <p:nvPr/>
          </p:nvSpPr>
          <p:spPr>
            <a:xfrm flipH="1">
              <a:off x="2790" y="719"/>
              <a:ext cx="2313" cy="0"/>
            </a:xfrm>
            <a:prstGeom prst="line">
              <a:avLst/>
            </a:prstGeom>
            <a:ln w="28575" cap="flat" cmpd="sng">
              <a:solidFill>
                <a:srgbClr val="FFCC00"/>
              </a:solidFill>
              <a:prstDash val="solid"/>
              <a:headEnd type="none" w="med" len="med"/>
              <a:tailEnd type="none" w="med" len="med"/>
            </a:ln>
          </p:spPr>
        </p:sp>
        <p:sp>
          <p:nvSpPr>
            <p:cNvPr id="11290" name="Rectangle 68"/>
            <p:cNvSpPr/>
            <p:nvPr/>
          </p:nvSpPr>
          <p:spPr>
            <a:xfrm>
              <a:off x="3488" y="662"/>
              <a:ext cx="96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11291" name="Rectangle 69"/>
            <p:cNvSpPr/>
            <p:nvPr/>
          </p:nvSpPr>
          <p:spPr>
            <a:xfrm>
              <a:off x="3854" y="897"/>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sp>
          <p:nvSpPr>
            <p:cNvPr id="11292" name="Line 79"/>
            <p:cNvSpPr/>
            <p:nvPr/>
          </p:nvSpPr>
          <p:spPr>
            <a:xfrm flipV="1">
              <a:off x="2790" y="809"/>
              <a:ext cx="0" cy="318"/>
            </a:xfrm>
            <a:prstGeom prst="line">
              <a:avLst/>
            </a:prstGeom>
            <a:ln w="28575" cap="flat" cmpd="sng">
              <a:solidFill>
                <a:srgbClr val="00FFFF"/>
              </a:solidFill>
              <a:prstDash val="solid"/>
              <a:headEnd type="none" w="med" len="med"/>
              <a:tailEnd type="triangle" w="med" len="lg"/>
            </a:ln>
          </p:spPr>
        </p:sp>
        <p:grpSp>
          <p:nvGrpSpPr>
            <p:cNvPr id="11293" name="Group 75"/>
            <p:cNvGrpSpPr/>
            <p:nvPr/>
          </p:nvGrpSpPr>
          <p:grpSpPr>
            <a:xfrm>
              <a:off x="2608" y="1081"/>
              <a:ext cx="363" cy="363"/>
              <a:chOff x="2653" y="935"/>
              <a:chExt cx="363" cy="363"/>
            </a:xfrm>
          </p:grpSpPr>
          <p:sp>
            <p:nvSpPr>
              <p:cNvPr id="11300" name="Oval 51"/>
              <p:cNvSpPr/>
              <p:nvPr/>
            </p:nvSpPr>
            <p:spPr>
              <a:xfrm>
                <a:off x="2653"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11301" name="Line 52"/>
              <p:cNvSpPr/>
              <p:nvPr/>
            </p:nvSpPr>
            <p:spPr>
              <a:xfrm>
                <a:off x="2653" y="1117"/>
                <a:ext cx="363" cy="0"/>
              </a:xfrm>
              <a:prstGeom prst="line">
                <a:avLst/>
              </a:prstGeom>
              <a:ln w="38100" cap="flat" cmpd="sng">
                <a:solidFill>
                  <a:srgbClr val="FF9900"/>
                </a:solidFill>
                <a:prstDash val="solid"/>
                <a:headEnd type="none" w="med" len="med"/>
                <a:tailEnd type="none" w="med" len="med"/>
              </a:ln>
            </p:spPr>
          </p:sp>
        </p:grpSp>
        <p:sp>
          <p:nvSpPr>
            <p:cNvPr id="11294" name="Line 80"/>
            <p:cNvSpPr/>
            <p:nvPr/>
          </p:nvSpPr>
          <p:spPr>
            <a:xfrm flipV="1">
              <a:off x="5103" y="809"/>
              <a:ext cx="0" cy="318"/>
            </a:xfrm>
            <a:prstGeom prst="line">
              <a:avLst/>
            </a:prstGeom>
            <a:ln w="28575" cap="flat" cmpd="sng">
              <a:solidFill>
                <a:srgbClr val="00FFFF"/>
              </a:solidFill>
              <a:prstDash val="solid"/>
              <a:headEnd type="none" w="med" len="med"/>
              <a:tailEnd type="triangle" w="med" len="lg"/>
            </a:ln>
          </p:spPr>
        </p:sp>
        <p:grpSp>
          <p:nvGrpSpPr>
            <p:cNvPr id="11295" name="Group 76"/>
            <p:cNvGrpSpPr/>
            <p:nvPr/>
          </p:nvGrpSpPr>
          <p:grpSpPr>
            <a:xfrm>
              <a:off x="4921" y="1081"/>
              <a:ext cx="363" cy="363"/>
              <a:chOff x="4966" y="936"/>
              <a:chExt cx="363" cy="363"/>
            </a:xfrm>
          </p:grpSpPr>
          <p:sp>
            <p:nvSpPr>
              <p:cNvPr id="11298" name="Oval 70"/>
              <p:cNvSpPr/>
              <p:nvPr/>
            </p:nvSpPr>
            <p:spPr>
              <a:xfrm>
                <a:off x="4966" y="9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11299" name="Line 71"/>
              <p:cNvSpPr/>
              <p:nvPr/>
            </p:nvSpPr>
            <p:spPr>
              <a:xfrm>
                <a:off x="4966" y="1117"/>
                <a:ext cx="363" cy="0"/>
              </a:xfrm>
              <a:prstGeom prst="line">
                <a:avLst/>
              </a:prstGeom>
              <a:ln w="38100" cap="flat" cmpd="sng">
                <a:solidFill>
                  <a:srgbClr val="FF9900"/>
                </a:solidFill>
                <a:prstDash val="solid"/>
                <a:headEnd type="none" w="med" len="med"/>
                <a:tailEnd type="none" w="med" len="med"/>
              </a:ln>
            </p:spPr>
          </p:sp>
        </p:grpSp>
        <p:sp>
          <p:nvSpPr>
            <p:cNvPr id="11296" name="Line 85"/>
            <p:cNvSpPr/>
            <p:nvPr/>
          </p:nvSpPr>
          <p:spPr>
            <a:xfrm>
              <a:off x="2925" y="716"/>
              <a:ext cx="318" cy="0"/>
            </a:xfrm>
            <a:prstGeom prst="line">
              <a:avLst/>
            </a:prstGeom>
            <a:ln w="28575" cap="flat" cmpd="sng">
              <a:solidFill>
                <a:srgbClr val="00FFFF"/>
              </a:solidFill>
              <a:prstDash val="solid"/>
              <a:headEnd type="none" w="med" len="med"/>
              <a:tailEnd type="triangle" w="med" len="med"/>
            </a:ln>
          </p:spPr>
        </p:sp>
        <p:sp>
          <p:nvSpPr>
            <p:cNvPr id="11297" name="Line 86"/>
            <p:cNvSpPr/>
            <p:nvPr/>
          </p:nvSpPr>
          <p:spPr>
            <a:xfrm>
              <a:off x="4604" y="716"/>
              <a:ext cx="318" cy="0"/>
            </a:xfrm>
            <a:prstGeom prst="line">
              <a:avLst/>
            </a:prstGeom>
            <a:ln w="28575" cap="flat" cmpd="sng">
              <a:solidFill>
                <a:srgbClr val="00FFFF"/>
              </a:solidFill>
              <a:prstDash val="solid"/>
              <a:headEnd type="triangle" w="med" len="med"/>
              <a:tailEnd type="none" w="med" len="med"/>
            </a:ln>
          </p:spPr>
        </p:sp>
        <p:graphicFrame>
          <p:nvGraphicFramePr>
            <p:cNvPr id="11271" name="Object 87"/>
            <p:cNvGraphicFramePr/>
            <p:nvPr/>
          </p:nvGraphicFramePr>
          <p:xfrm>
            <a:off x="3016" y="354"/>
            <a:ext cx="208" cy="370"/>
          </p:xfrm>
          <a:graphic>
            <a:graphicData uri="http://schemas.openxmlformats.org/presentationml/2006/ole">
              <mc:AlternateContent xmlns:mc="http://schemas.openxmlformats.org/markup-compatibility/2006">
                <mc:Choice xmlns:v="urn:schemas-microsoft-com:vml" Requires="v">
                  <p:oleObj spid="_x0000_s3145" name="" r:id="rId13" imgW="165100" imgH="291465" progId="Equation.3">
                    <p:embed/>
                  </p:oleObj>
                </mc:Choice>
                <mc:Fallback>
                  <p:oleObj name="" r:id="rId13" imgW="165100" imgH="291465" progId="Equation.3">
                    <p:embed/>
                    <p:pic>
                      <p:nvPicPr>
                        <p:cNvPr id="0" name="图片 3144"/>
                        <p:cNvPicPr/>
                        <p:nvPr/>
                      </p:nvPicPr>
                      <p:blipFill>
                        <a:blip r:embed="rId12">
                          <a:clrChange>
                            <a:clrFrom>
                              <a:srgbClr val="000000"/>
                            </a:clrFrom>
                            <a:clrTo>
                              <a:srgbClr val="FFFFFF"/>
                            </a:clrTo>
                          </a:clrChange>
                        </a:blip>
                        <a:stretch>
                          <a:fillRect/>
                        </a:stretch>
                      </p:blipFill>
                      <p:spPr>
                        <a:xfrm>
                          <a:off x="3016" y="354"/>
                          <a:ext cx="208" cy="370"/>
                        </a:xfrm>
                        <a:prstGeom prst="rect">
                          <a:avLst/>
                        </a:prstGeom>
                        <a:noFill/>
                        <a:ln w="38100">
                          <a:noFill/>
                          <a:miter/>
                        </a:ln>
                      </p:spPr>
                    </p:pic>
                  </p:oleObj>
                </mc:Fallback>
              </mc:AlternateContent>
            </a:graphicData>
          </a:graphic>
        </p:graphicFrame>
        <p:graphicFrame>
          <p:nvGraphicFramePr>
            <p:cNvPr id="11272" name="Object 88"/>
            <p:cNvGraphicFramePr/>
            <p:nvPr/>
          </p:nvGraphicFramePr>
          <p:xfrm>
            <a:off x="4649" y="354"/>
            <a:ext cx="240" cy="370"/>
          </p:xfrm>
          <a:graphic>
            <a:graphicData uri="http://schemas.openxmlformats.org/presentationml/2006/ole">
              <mc:AlternateContent xmlns:mc="http://schemas.openxmlformats.org/markup-compatibility/2006">
                <mc:Choice xmlns:v="urn:schemas-microsoft-com:vml" Requires="v">
                  <p:oleObj spid="_x0000_s3144" name="" r:id="rId14" imgW="190500" imgH="292100" progId="Equation.3">
                    <p:embed/>
                  </p:oleObj>
                </mc:Choice>
                <mc:Fallback>
                  <p:oleObj name="" r:id="rId14" imgW="190500" imgH="292100" progId="Equation.3">
                    <p:embed/>
                    <p:pic>
                      <p:nvPicPr>
                        <p:cNvPr id="0" name="图片 3143"/>
                        <p:cNvPicPr/>
                        <p:nvPr/>
                      </p:nvPicPr>
                      <p:blipFill>
                        <a:blip r:embed="rId6">
                          <a:clrChange>
                            <a:clrFrom>
                              <a:srgbClr val="000000"/>
                            </a:clrFrom>
                            <a:clrTo>
                              <a:srgbClr val="FFFFFF"/>
                            </a:clrTo>
                          </a:clrChange>
                        </a:blip>
                        <a:stretch>
                          <a:fillRect/>
                        </a:stretch>
                      </p:blipFill>
                      <p:spPr>
                        <a:xfrm>
                          <a:off x="4649" y="354"/>
                          <a:ext cx="240" cy="370"/>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7414"/>
                                        </p:tgtEl>
                                        <p:attrNameLst>
                                          <p:attrName>style.visibility</p:attrName>
                                        </p:attrNameLst>
                                      </p:cBhvr>
                                      <p:to>
                                        <p:strVal val="visible"/>
                                      </p:to>
                                    </p:set>
                                    <p:anim calcmode="lin" valueType="num">
                                      <p:cBhvr additive="base">
                                        <p:cTn id="7" dur="500" fill="hold"/>
                                        <p:tgtEl>
                                          <p:spTgt spid="17414"/>
                                        </p:tgtEl>
                                        <p:attrNameLst>
                                          <p:attrName>ppt_x</p:attrName>
                                        </p:attrNameLst>
                                      </p:cBhvr>
                                      <p:tavLst>
                                        <p:tav tm="0">
                                          <p:val>
                                            <p:strVal val="0-#ppt_w/2"/>
                                          </p:val>
                                        </p:tav>
                                        <p:tav tm="100000">
                                          <p:val>
                                            <p:strVal val="#ppt_x"/>
                                          </p:val>
                                        </p:tav>
                                      </p:tavLst>
                                    </p:anim>
                                    <p:anim calcmode="lin" valueType="num">
                                      <p:cBhvr additive="base">
                                        <p:cTn id="8" dur="500" fill="hold"/>
                                        <p:tgtEl>
                                          <p:spTgt spid="174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43"/>
                                        </p:tgtEl>
                                        <p:attrNameLst>
                                          <p:attrName>style.visibility</p:attrName>
                                        </p:attrNameLst>
                                      </p:cBhvr>
                                      <p:to>
                                        <p:strVal val="visible"/>
                                      </p:to>
                                    </p:set>
                                    <p:anim calcmode="lin" valueType="num">
                                      <p:cBhvr additive="base">
                                        <p:cTn id="13" dur="500" fill="hold"/>
                                        <p:tgtEl>
                                          <p:spTgt spid="17443"/>
                                        </p:tgtEl>
                                        <p:attrNameLst>
                                          <p:attrName>ppt_x</p:attrName>
                                        </p:attrNameLst>
                                      </p:cBhvr>
                                      <p:tavLst>
                                        <p:tav tm="0">
                                          <p:val>
                                            <p:strVal val="0-#ppt_w/2"/>
                                          </p:val>
                                        </p:tav>
                                        <p:tav tm="100000">
                                          <p:val>
                                            <p:strVal val="#ppt_x"/>
                                          </p:val>
                                        </p:tav>
                                      </p:tavLst>
                                    </p:anim>
                                    <p:anim calcmode="lin" valueType="num">
                                      <p:cBhvr additive="base">
                                        <p:cTn id="14" dur="500" fill="hold"/>
                                        <p:tgtEl>
                                          <p:spTgt spid="1744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7439"/>
                                        </p:tgtEl>
                                        <p:attrNameLst>
                                          <p:attrName>style.visibility</p:attrName>
                                        </p:attrNameLst>
                                      </p:cBhvr>
                                      <p:to>
                                        <p:strVal val="visible"/>
                                      </p:to>
                                    </p:set>
                                    <p:animEffect transition="in" filter="slide(fromBottom)">
                                      <p:cBhvr>
                                        <p:cTn id="24" dur="2000"/>
                                        <p:tgtEl>
                                          <p:spTgt spid="17439"/>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17440">
                                            <p:txEl>
                                              <p:charRg st="0" end="2"/>
                                            </p:txEl>
                                          </p:spTgt>
                                        </p:tgtEl>
                                        <p:attrNameLst>
                                          <p:attrName>style.visibility</p:attrName>
                                        </p:attrNameLst>
                                      </p:cBhvr>
                                      <p:to>
                                        <p:strVal val="visible"/>
                                      </p:to>
                                    </p:set>
                                    <p:animEffect transition="in" filter="slide(fromLeft)">
                                      <p:cBhvr>
                                        <p:cTn id="29" dur="500"/>
                                        <p:tgtEl>
                                          <p:spTgt spid="17440">
                                            <p:txEl>
                                              <p:charRg st="0" end="2"/>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7441"/>
                                        </p:tgtEl>
                                        <p:attrNameLst>
                                          <p:attrName>style.visibility</p:attrName>
                                        </p:attrNameLst>
                                      </p:cBhvr>
                                      <p:to>
                                        <p:strVal val="visible"/>
                                      </p:to>
                                    </p:set>
                                    <p:animEffect transition="in" filter="wipe(left)">
                                      <p:cBhvr>
                                        <p:cTn id="33" dur="2000"/>
                                        <p:tgtEl>
                                          <p:spTgt spid="17441"/>
                                        </p:tgtEl>
                                      </p:cBhvr>
                                    </p:animEffect>
                                  </p:childTnLst>
                                </p:cTn>
                              </p:par>
                            </p:childTnLst>
                          </p:cTn>
                        </p:par>
                        <p:par>
                          <p:cTn id="34" fill="hold">
                            <p:stCondLst>
                              <p:cond delay="2500"/>
                            </p:stCondLst>
                            <p:childTnLst>
                              <p:par>
                                <p:cTn id="35" presetID="20" presetClass="entr" presetSubtype="0" fill="hold" grpId="0" nodeType="afterEffect">
                                  <p:stCondLst>
                                    <p:cond delay="0"/>
                                  </p:stCondLst>
                                  <p:childTnLst>
                                    <p:set>
                                      <p:cBhvr>
                                        <p:cTn id="36" dur="1" fill="hold">
                                          <p:stCondLst>
                                            <p:cond delay="0"/>
                                          </p:stCondLst>
                                        </p:cTn>
                                        <p:tgtEl>
                                          <p:spTgt spid="17442"/>
                                        </p:tgtEl>
                                        <p:attrNameLst>
                                          <p:attrName>style.visibility</p:attrName>
                                        </p:attrNameLst>
                                      </p:cBhvr>
                                      <p:to>
                                        <p:strVal val="visible"/>
                                      </p:to>
                                    </p:set>
                                    <p:animEffect transition="in" filter="wedge">
                                      <p:cBhvr>
                                        <p:cTn id="37" dur="2000"/>
                                        <p:tgtEl>
                                          <p:spTgt spid="17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p:bldP spid="17439" grpId="0"/>
      <p:bldP spid="17440" grpId="0" build="p"/>
      <p:bldP spid="17442" grpId="0" animBg="1"/>
      <p:bldP spid="1744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9" name="Text Box 7"/>
          <p:cNvSpPr txBox="1"/>
          <p:nvPr/>
        </p:nvSpPr>
        <p:spPr>
          <a:xfrm>
            <a:off x="395288" y="620713"/>
            <a:ext cx="3024187"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也可由</a:t>
            </a:r>
            <a:r>
              <a:rPr lang="en-US" altLang="zh-CN" b="0" i="1" dirty="0">
                <a:latin typeface="Times New Roman" panose="02020603050405020304" pitchFamily="18" charset="0"/>
              </a:rPr>
              <a:t>Y</a:t>
            </a:r>
            <a:r>
              <a:rPr lang="en-US" altLang="zh-CN" b="0" i="1"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参数方程</a:t>
            </a:r>
            <a:endParaRPr lang="zh-CN" altLang="en-US" dirty="0">
              <a:solidFill>
                <a:srgbClr val="FFFF00"/>
              </a:solidFill>
              <a:latin typeface="楷体_GB2312" pitchFamily="49" charset="-122"/>
            </a:endParaRPr>
          </a:p>
        </p:txBody>
      </p:sp>
      <p:graphicFrame>
        <p:nvGraphicFramePr>
          <p:cNvPr id="18440" name="Object 8"/>
          <p:cNvGraphicFramePr/>
          <p:nvPr/>
        </p:nvGraphicFramePr>
        <p:xfrm>
          <a:off x="3348038" y="476250"/>
          <a:ext cx="3025775" cy="1250950"/>
        </p:xfrm>
        <a:graphic>
          <a:graphicData uri="http://schemas.openxmlformats.org/presentationml/2006/ole">
            <mc:AlternateContent xmlns:mc="http://schemas.openxmlformats.org/markup-compatibility/2006">
              <mc:Choice xmlns:v="urn:schemas-microsoft-com:vml" Requires="v">
                <p:oleObj spid="_x0000_s3141" name="" r:id="rId1" imgW="1320165" imgH="546100" progId="Equation.3">
                  <p:embed/>
                </p:oleObj>
              </mc:Choice>
              <mc:Fallback>
                <p:oleObj name="" r:id="rId1" imgW="1320165" imgH="546100" progId="Equation.3">
                  <p:embed/>
                  <p:pic>
                    <p:nvPicPr>
                      <p:cNvPr id="0" name="图片 3140"/>
                      <p:cNvPicPr/>
                      <p:nvPr/>
                    </p:nvPicPr>
                    <p:blipFill>
                      <a:blip r:embed="rId2">
                        <a:clrChange>
                          <a:clrFrom>
                            <a:srgbClr val="000000"/>
                          </a:clrFrom>
                          <a:clrTo>
                            <a:srgbClr val="FFFFFF"/>
                          </a:clrTo>
                        </a:clrChange>
                      </a:blip>
                      <a:stretch>
                        <a:fillRect/>
                      </a:stretch>
                    </p:blipFill>
                    <p:spPr>
                      <a:xfrm>
                        <a:off x="3348038" y="476250"/>
                        <a:ext cx="3025775" cy="1250950"/>
                      </a:xfrm>
                      <a:prstGeom prst="rect">
                        <a:avLst/>
                      </a:prstGeom>
                      <a:noFill/>
                      <a:ln w="38100">
                        <a:noFill/>
                        <a:miter/>
                      </a:ln>
                    </p:spPr>
                  </p:pic>
                </p:oleObj>
              </mc:Fallback>
            </mc:AlternateContent>
          </a:graphicData>
        </a:graphic>
      </p:graphicFrame>
      <p:graphicFrame>
        <p:nvGraphicFramePr>
          <p:cNvPr id="18441" name="Object 9"/>
          <p:cNvGraphicFramePr/>
          <p:nvPr/>
        </p:nvGraphicFramePr>
        <p:xfrm>
          <a:off x="6659563" y="620713"/>
          <a:ext cx="1800225" cy="587375"/>
        </p:xfrm>
        <a:graphic>
          <a:graphicData uri="http://schemas.openxmlformats.org/presentationml/2006/ole">
            <mc:AlternateContent xmlns:mc="http://schemas.openxmlformats.org/markup-compatibility/2006">
              <mc:Choice xmlns:v="urn:schemas-microsoft-com:vml" Requires="v">
                <p:oleObj spid="_x0000_s3146" name="" r:id="rId3" imgW="774065" imgH="241300" progId="Equation.DSMT4">
                  <p:embed/>
                </p:oleObj>
              </mc:Choice>
              <mc:Fallback>
                <p:oleObj name="" r:id="rId3" imgW="774065" imgH="241300" progId="Equation.DSMT4">
                  <p:embed/>
                  <p:pic>
                    <p:nvPicPr>
                      <p:cNvPr id="0" name="图片 3145"/>
                      <p:cNvPicPr/>
                      <p:nvPr/>
                    </p:nvPicPr>
                    <p:blipFill>
                      <a:blip r:embed="rId4">
                        <a:clrChange>
                          <a:clrFrom>
                            <a:srgbClr val="000000"/>
                          </a:clrFrom>
                          <a:clrTo>
                            <a:srgbClr val="FFFFFF"/>
                          </a:clrTo>
                        </a:clrChange>
                      </a:blip>
                      <a:stretch>
                        <a:fillRect/>
                      </a:stretch>
                    </p:blipFill>
                    <p:spPr>
                      <a:xfrm>
                        <a:off x="6659563" y="620713"/>
                        <a:ext cx="1800225" cy="587375"/>
                      </a:xfrm>
                      <a:prstGeom prst="rect">
                        <a:avLst/>
                      </a:prstGeom>
                      <a:noFill/>
                      <a:ln w="38100">
                        <a:noFill/>
                        <a:miter/>
                      </a:ln>
                    </p:spPr>
                  </p:pic>
                </p:oleObj>
              </mc:Fallback>
            </mc:AlternateContent>
          </a:graphicData>
        </a:graphic>
      </p:graphicFrame>
      <p:graphicFrame>
        <p:nvGraphicFramePr>
          <p:cNvPr id="18442" name="Object 10"/>
          <p:cNvGraphicFramePr/>
          <p:nvPr/>
        </p:nvGraphicFramePr>
        <p:xfrm>
          <a:off x="1619250" y="1628775"/>
          <a:ext cx="5376863" cy="2043113"/>
        </p:xfrm>
        <a:graphic>
          <a:graphicData uri="http://schemas.openxmlformats.org/presentationml/2006/ole">
            <mc:AlternateContent xmlns:mc="http://schemas.openxmlformats.org/markup-compatibility/2006">
              <mc:Choice xmlns:v="urn:schemas-microsoft-com:vml" Requires="v">
                <p:oleObj spid="_x0000_s3142" name="" r:id="rId5" imgW="2209800" imgH="838200" progId="Equation.DSMT4">
                  <p:embed/>
                </p:oleObj>
              </mc:Choice>
              <mc:Fallback>
                <p:oleObj name="" r:id="rId5" imgW="2209800" imgH="838200" progId="Equation.DSMT4">
                  <p:embed/>
                  <p:pic>
                    <p:nvPicPr>
                      <p:cNvPr id="0" name="图片 3141"/>
                      <p:cNvPicPr/>
                      <p:nvPr/>
                    </p:nvPicPr>
                    <p:blipFill>
                      <a:blip r:embed="rId6">
                        <a:clrChange>
                          <a:clrFrom>
                            <a:srgbClr val="000000"/>
                          </a:clrFrom>
                          <a:clrTo>
                            <a:srgbClr val="FFFFFF"/>
                          </a:clrTo>
                        </a:clrChange>
                      </a:blip>
                      <a:stretch>
                        <a:fillRect/>
                      </a:stretch>
                    </p:blipFill>
                    <p:spPr>
                      <a:xfrm>
                        <a:off x="1619250" y="1628775"/>
                        <a:ext cx="5376863" cy="2043113"/>
                      </a:xfrm>
                      <a:prstGeom prst="rect">
                        <a:avLst/>
                      </a:prstGeom>
                      <a:noFill/>
                      <a:ln w="38100">
                        <a:noFill/>
                        <a:miter/>
                      </a:ln>
                    </p:spPr>
                  </p:pic>
                </p:oleObj>
              </mc:Fallback>
            </mc:AlternateContent>
          </a:graphicData>
        </a:graphic>
      </p:graphicFrame>
      <p:sp>
        <p:nvSpPr>
          <p:cNvPr id="18443" name="Text Box 11"/>
          <p:cNvSpPr txBox="1"/>
          <p:nvPr/>
        </p:nvSpPr>
        <p:spPr>
          <a:xfrm>
            <a:off x="539750" y="2133600"/>
            <a:ext cx="1152525"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即</a:t>
            </a:r>
            <a:endParaRPr lang="zh-CN" altLang="en-US" dirty="0">
              <a:solidFill>
                <a:srgbClr val="FFFF00"/>
              </a:solidFill>
              <a:latin typeface="Times New Roman" panose="02020603050405020304" pitchFamily="18" charset="0"/>
            </a:endParaRPr>
          </a:p>
        </p:txBody>
      </p:sp>
      <p:sp>
        <p:nvSpPr>
          <p:cNvPr id="18444" name="Text Box 12"/>
          <p:cNvSpPr txBox="1"/>
          <p:nvPr/>
        </p:nvSpPr>
        <p:spPr>
          <a:xfrm>
            <a:off x="684213" y="3644900"/>
            <a:ext cx="7632700" cy="579438"/>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得到</a:t>
            </a:r>
            <a:r>
              <a:rPr lang="en-US" altLang="zh-CN" b="0" i="1" dirty="0">
                <a:latin typeface="Times New Roman" panose="02020603050405020304" pitchFamily="18" charset="0"/>
              </a:rPr>
              <a:t>Z</a:t>
            </a:r>
            <a:r>
              <a:rPr lang="en-US" altLang="zh-CN" i="1" dirty="0">
                <a:solidFill>
                  <a:srgbClr val="FFFF00"/>
                </a:solidFill>
                <a:latin typeface="楷体_GB2312" pitchFamily="49" charset="-122"/>
              </a:rPr>
              <a:t> </a:t>
            </a:r>
            <a:r>
              <a:rPr lang="zh-CN" altLang="en-US" dirty="0">
                <a:solidFill>
                  <a:srgbClr val="FFFF00"/>
                </a:solidFill>
                <a:latin typeface="楷体_GB2312" pitchFamily="49" charset="-122"/>
              </a:rPr>
              <a:t>参数方程。其中</a:t>
            </a:r>
            <a:r>
              <a:rPr lang="zh-CN" altLang="en-US" dirty="0">
                <a:solidFill>
                  <a:srgbClr val="FFFF00"/>
                </a:solidFill>
                <a:latin typeface="仿宋_GB2312" pitchFamily="49" charset="-122"/>
                <a:ea typeface="仿宋_GB2312" pitchFamily="49" charset="-122"/>
              </a:rPr>
              <a:t>  </a:t>
            </a:r>
            <a:r>
              <a:rPr lang="zh-CN" altLang="en-US" sz="3200" b="0" i="1" dirty="0">
                <a:latin typeface="宋体" panose="02010600030101010101" pitchFamily="2" charset="-122"/>
                <a:ea typeface="宋体" panose="02010600030101010101" pitchFamily="2" charset="-122"/>
                <a:sym typeface="Symbol" panose="05050102010706020507" pitchFamily="18" charset="2"/>
              </a:rPr>
              <a:t> </a:t>
            </a:r>
            <a:r>
              <a:rPr lang="en-US" altLang="zh-CN" sz="3200" b="0" dirty="0">
                <a:latin typeface="宋体" panose="02010600030101010101" pitchFamily="2" charset="-122"/>
                <a:ea typeface="宋体" panose="02010600030101010101" pitchFamily="2" charset="-122"/>
                <a:sym typeface="Symbol" panose="05050102010706020507" pitchFamily="18" charset="2"/>
              </a:rPr>
              <a:t>=</a:t>
            </a:r>
            <a:r>
              <a:rPr lang="en-US" altLang="zh-CN" sz="3200" b="0" i="1" dirty="0">
                <a:latin typeface="宋体" panose="02010600030101010101" pitchFamily="2" charset="-122"/>
                <a:ea typeface="宋体" panose="02010600030101010101" pitchFamily="2" charset="-122"/>
                <a:sym typeface="Symbol" panose="05050102010706020507" pitchFamily="18" charset="2"/>
              </a:rPr>
              <a:t>Y</a:t>
            </a:r>
            <a:r>
              <a:rPr lang="en-US" altLang="zh-CN" sz="3200" b="0" baseline="-25000" dirty="0">
                <a:latin typeface="宋体" panose="02010600030101010101" pitchFamily="2" charset="-122"/>
                <a:ea typeface="宋体" panose="02010600030101010101" pitchFamily="2" charset="-122"/>
                <a:sym typeface="Symbol" panose="05050102010706020507" pitchFamily="18" charset="2"/>
              </a:rPr>
              <a:t>11</a:t>
            </a:r>
            <a:r>
              <a:rPr lang="en-US" altLang="zh-CN" sz="3200" b="0" i="1" dirty="0">
                <a:latin typeface="宋体" panose="02010600030101010101" pitchFamily="2" charset="-122"/>
                <a:ea typeface="宋体" panose="02010600030101010101" pitchFamily="2" charset="-122"/>
                <a:sym typeface="Symbol" panose="05050102010706020507" pitchFamily="18" charset="2"/>
              </a:rPr>
              <a:t>Y</a:t>
            </a:r>
            <a:r>
              <a:rPr lang="en-US" altLang="zh-CN" sz="3200" b="0" baseline="-25000" dirty="0">
                <a:latin typeface="宋体" panose="02010600030101010101" pitchFamily="2" charset="-122"/>
                <a:ea typeface="宋体" panose="02010600030101010101" pitchFamily="2" charset="-122"/>
                <a:sym typeface="Symbol" panose="05050102010706020507" pitchFamily="18" charset="2"/>
              </a:rPr>
              <a:t>22 </a:t>
            </a:r>
            <a:r>
              <a:rPr lang="en-US" altLang="zh-CN" sz="3200" b="0" dirty="0">
                <a:latin typeface="Times New Roman" panose="02020603050405020304" pitchFamily="18" charset="0"/>
                <a:ea typeface="宋体" panose="02010600030101010101" pitchFamily="2" charset="-122"/>
                <a:sym typeface="Symbol" panose="05050102010706020507" pitchFamily="18" charset="2"/>
              </a:rPr>
              <a:t>–</a:t>
            </a:r>
            <a:r>
              <a:rPr lang="en-US" altLang="zh-CN" sz="3200" b="0" i="1" dirty="0">
                <a:latin typeface="宋体" panose="02010600030101010101" pitchFamily="2" charset="-122"/>
                <a:ea typeface="宋体" panose="02010600030101010101" pitchFamily="2" charset="-122"/>
                <a:sym typeface="Symbol" panose="05050102010706020507" pitchFamily="18" charset="2"/>
              </a:rPr>
              <a:t>Y</a:t>
            </a:r>
            <a:r>
              <a:rPr lang="en-US" altLang="zh-CN" sz="3200" b="0" baseline="-25000" dirty="0">
                <a:latin typeface="宋体" panose="02010600030101010101" pitchFamily="2" charset="-122"/>
                <a:ea typeface="宋体" panose="02010600030101010101" pitchFamily="2" charset="-122"/>
                <a:sym typeface="Symbol" panose="05050102010706020507" pitchFamily="18" charset="2"/>
              </a:rPr>
              <a:t>12</a:t>
            </a:r>
            <a:r>
              <a:rPr lang="en-US" altLang="zh-CN" sz="3200" b="0" i="1" dirty="0">
                <a:latin typeface="宋体" panose="02010600030101010101" pitchFamily="2" charset="-122"/>
                <a:ea typeface="宋体" panose="02010600030101010101" pitchFamily="2" charset="-122"/>
                <a:sym typeface="Symbol" panose="05050102010706020507" pitchFamily="18" charset="2"/>
              </a:rPr>
              <a:t>Y</a:t>
            </a:r>
            <a:r>
              <a:rPr lang="en-US" altLang="zh-CN" sz="3200" b="0" baseline="-25000" dirty="0">
                <a:latin typeface="宋体" panose="02010600030101010101" pitchFamily="2" charset="-122"/>
                <a:ea typeface="宋体" panose="02010600030101010101" pitchFamily="2" charset="-122"/>
                <a:sym typeface="Symbol" panose="05050102010706020507" pitchFamily="18" charset="2"/>
              </a:rPr>
              <a:t>21</a:t>
            </a:r>
            <a:endParaRPr lang="en-US" altLang="zh-CN" sz="3200" b="0" baseline="-25000" dirty="0">
              <a:latin typeface="宋体" panose="02010600030101010101" pitchFamily="2" charset="-122"/>
              <a:ea typeface="宋体" panose="02010600030101010101" pitchFamily="2" charset="-122"/>
              <a:sym typeface="Symbol" panose="05050102010706020507" pitchFamily="18" charset="2"/>
            </a:endParaRPr>
          </a:p>
        </p:txBody>
      </p:sp>
      <p:sp>
        <p:nvSpPr>
          <p:cNvPr id="18487" name="Text Box 55"/>
          <p:cNvSpPr txBox="1"/>
          <p:nvPr/>
        </p:nvSpPr>
        <p:spPr>
          <a:xfrm>
            <a:off x="611188" y="4292600"/>
            <a:ext cx="3097212"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其矩阵形式为</a:t>
            </a:r>
            <a:endParaRPr lang="zh-CN" altLang="en-US" dirty="0">
              <a:solidFill>
                <a:srgbClr val="FFFF00"/>
              </a:solidFill>
              <a:latin typeface="Times New Roman" panose="02020603050405020304" pitchFamily="18" charset="0"/>
            </a:endParaRPr>
          </a:p>
        </p:txBody>
      </p:sp>
      <p:graphicFrame>
        <p:nvGraphicFramePr>
          <p:cNvPr id="18488" name="Object 56"/>
          <p:cNvGraphicFramePr/>
          <p:nvPr/>
        </p:nvGraphicFramePr>
        <p:xfrm>
          <a:off x="1547813" y="4797425"/>
          <a:ext cx="5680075" cy="1352550"/>
        </p:xfrm>
        <a:graphic>
          <a:graphicData uri="http://schemas.openxmlformats.org/presentationml/2006/ole">
            <mc:AlternateContent xmlns:mc="http://schemas.openxmlformats.org/markup-compatibility/2006">
              <mc:Choice xmlns:v="urn:schemas-microsoft-com:vml" Requires="v">
                <p:oleObj spid="_x0000_s3143" name="" r:id="rId7" imgW="2018665" imgH="482600" progId="Equation.DSMT4">
                  <p:embed/>
                </p:oleObj>
              </mc:Choice>
              <mc:Fallback>
                <p:oleObj name="" r:id="rId7" imgW="2018665" imgH="482600" progId="Equation.DSMT4">
                  <p:embed/>
                  <p:pic>
                    <p:nvPicPr>
                      <p:cNvPr id="0" name="图片 3142"/>
                      <p:cNvPicPr/>
                      <p:nvPr/>
                    </p:nvPicPr>
                    <p:blipFill>
                      <a:blip r:embed="rId8">
                        <a:clrChange>
                          <a:clrFrom>
                            <a:srgbClr val="000000"/>
                          </a:clrFrom>
                          <a:clrTo>
                            <a:srgbClr val="FFFFFF"/>
                          </a:clrTo>
                        </a:clrChange>
                      </a:blip>
                      <a:stretch>
                        <a:fillRect/>
                      </a:stretch>
                    </p:blipFill>
                    <p:spPr>
                      <a:xfrm>
                        <a:off x="1547813" y="4797425"/>
                        <a:ext cx="5680075" cy="1352550"/>
                      </a:xfrm>
                      <a:prstGeom prst="rect">
                        <a:avLst/>
                      </a:prstGeom>
                      <a:noFill/>
                      <a:ln w="38100">
                        <a:noFill/>
                        <a:miter/>
                      </a:ln>
                    </p:spPr>
                  </p:pic>
                </p:oleObj>
              </mc:Fallback>
            </mc:AlternateContent>
          </a:graphicData>
        </a:graphic>
      </p:graphicFrame>
      <p:grpSp>
        <p:nvGrpSpPr>
          <p:cNvPr id="12298" name="Group 61"/>
          <p:cNvGrpSpPr/>
          <p:nvPr/>
        </p:nvGrpSpPr>
        <p:grpSpPr>
          <a:xfrm>
            <a:off x="8316913" y="6446838"/>
            <a:ext cx="792162" cy="366712"/>
            <a:chOff x="5193" y="4020"/>
            <a:chExt cx="499" cy="231"/>
          </a:xfrm>
        </p:grpSpPr>
        <p:pic>
          <p:nvPicPr>
            <p:cNvPr id="12305" name="Picture 62"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12306" name="Text Box 6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2299" name="Group 64"/>
          <p:cNvGrpSpPr/>
          <p:nvPr/>
        </p:nvGrpSpPr>
        <p:grpSpPr>
          <a:xfrm>
            <a:off x="7453313" y="6446838"/>
            <a:ext cx="792162" cy="366712"/>
            <a:chOff x="4649" y="4020"/>
            <a:chExt cx="499" cy="231"/>
          </a:xfrm>
        </p:grpSpPr>
        <p:pic>
          <p:nvPicPr>
            <p:cNvPr id="12303" name="Picture 65"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12304" name="Text Box 6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12300" name="Group 76"/>
          <p:cNvGrpSpPr/>
          <p:nvPr/>
        </p:nvGrpSpPr>
        <p:grpSpPr>
          <a:xfrm>
            <a:off x="6588125" y="6446838"/>
            <a:ext cx="792163" cy="366712"/>
            <a:chOff x="4649" y="4020"/>
            <a:chExt cx="499" cy="231"/>
          </a:xfrm>
        </p:grpSpPr>
        <p:pic>
          <p:nvPicPr>
            <p:cNvPr id="12301" name="Picture 77"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12302" name="Text Box 7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439">
                                            <p:txEl>
                                              <p:charRg st="0" end="10"/>
                                            </p:txEl>
                                          </p:spTgt>
                                        </p:tgtEl>
                                        <p:attrNameLst>
                                          <p:attrName>style.visibility</p:attrName>
                                        </p:attrNameLst>
                                      </p:cBhvr>
                                      <p:to>
                                        <p:strVal val="visible"/>
                                      </p:to>
                                    </p:set>
                                    <p:animEffect transition="in" filter="wipe(left)">
                                      <p:cBhvr>
                                        <p:cTn id="7" dur="500"/>
                                        <p:tgtEl>
                                          <p:spTgt spid="18439">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440"/>
                                        </p:tgtEl>
                                        <p:attrNameLst>
                                          <p:attrName>style.visibility</p:attrName>
                                        </p:attrNameLst>
                                      </p:cBhvr>
                                      <p:to>
                                        <p:strVal val="visible"/>
                                      </p:to>
                                    </p:set>
                                    <p:animEffect transition="in" filter="wipe(left)">
                                      <p:cBhvr>
                                        <p:cTn id="12" dur="500"/>
                                        <p:tgtEl>
                                          <p:spTgt spid="18440"/>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8441"/>
                                        </p:tgtEl>
                                        <p:attrNameLst>
                                          <p:attrName>style.visibility</p:attrName>
                                        </p:attrNameLst>
                                      </p:cBhvr>
                                      <p:to>
                                        <p:strVal val="visible"/>
                                      </p:to>
                                    </p:set>
                                    <p:animEffect transition="in" filter="wipe(left)">
                                      <p:cBhvr>
                                        <p:cTn id="16" dur="500"/>
                                        <p:tgtEl>
                                          <p:spTgt spid="1844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8443">
                                            <p:txEl>
                                              <p:charRg st="0" end="2"/>
                                            </p:txEl>
                                          </p:spTgt>
                                        </p:tgtEl>
                                        <p:attrNameLst>
                                          <p:attrName>style.visibility</p:attrName>
                                        </p:attrNameLst>
                                      </p:cBhvr>
                                      <p:to>
                                        <p:strVal val="visible"/>
                                      </p:to>
                                    </p:set>
                                    <p:anim calcmode="lin" valueType="num">
                                      <p:cBhvr additive="base">
                                        <p:cTn id="21" dur="500" fill="hold"/>
                                        <p:tgtEl>
                                          <p:spTgt spid="18443">
                                            <p:txEl>
                                              <p:charRg st="0"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8443">
                                            <p:txEl>
                                              <p:charRg st="0" end="2"/>
                                            </p:txEl>
                                          </p:spTgt>
                                        </p:tgtEl>
                                        <p:attrNameLst>
                                          <p:attrName>ppt_y</p:attrName>
                                        </p:attrNameLst>
                                      </p:cBhvr>
                                      <p:tavLst>
                                        <p:tav tm="0">
                                          <p:val>
                                            <p:strVal val="#ppt_y"/>
                                          </p:val>
                                        </p:tav>
                                        <p:tav tm="100000">
                                          <p:val>
                                            <p:strVal val="#ppt_y"/>
                                          </p:val>
                                        </p:tav>
                                      </p:tavLst>
                                    </p:anim>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8442"/>
                                        </p:tgtEl>
                                        <p:attrNameLst>
                                          <p:attrName>style.visibility</p:attrName>
                                        </p:attrNameLst>
                                      </p:cBhvr>
                                      <p:to>
                                        <p:strVal val="visible"/>
                                      </p:to>
                                    </p:set>
                                    <p:animEffect transition="in" filter="wipe(left)">
                                      <p:cBhvr>
                                        <p:cTn id="26" dur="500"/>
                                        <p:tgtEl>
                                          <p:spTgt spid="1844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444">
                                            <p:txEl>
                                              <p:charRg st="0" end="31"/>
                                            </p:txEl>
                                          </p:spTgt>
                                        </p:tgtEl>
                                        <p:attrNameLst>
                                          <p:attrName>style.visibility</p:attrName>
                                        </p:attrNameLst>
                                      </p:cBhvr>
                                      <p:to>
                                        <p:strVal val="visible"/>
                                      </p:to>
                                    </p:set>
                                    <p:anim calcmode="lin" valueType="num">
                                      <p:cBhvr additive="base">
                                        <p:cTn id="31" dur="500" fill="hold"/>
                                        <p:tgtEl>
                                          <p:spTgt spid="18444">
                                            <p:txEl>
                                              <p:charRg st="0" end="31"/>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444">
                                            <p:txEl>
                                              <p:charRg st="0" end="31"/>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487"/>
                                        </p:tgtEl>
                                        <p:attrNameLst>
                                          <p:attrName>style.visibility</p:attrName>
                                        </p:attrNameLst>
                                      </p:cBhvr>
                                      <p:to>
                                        <p:strVal val="visible"/>
                                      </p:to>
                                    </p:set>
                                    <p:animEffect transition="in" filter="blinds(horizontal)">
                                      <p:cBhvr>
                                        <p:cTn id="37" dur="500"/>
                                        <p:tgtEl>
                                          <p:spTgt spid="18487"/>
                                        </p:tgtEl>
                                      </p:cBhvr>
                                    </p:animEffect>
                                  </p:child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18488"/>
                                        </p:tgtEl>
                                        <p:attrNameLst>
                                          <p:attrName>style.visibility</p:attrName>
                                        </p:attrNameLst>
                                      </p:cBhvr>
                                      <p:to>
                                        <p:strVal val="visible"/>
                                      </p:to>
                                    </p:set>
                                    <p:anim calcmode="lin" valueType="num">
                                      <p:cBhvr additive="base">
                                        <p:cTn id="41" dur="500" fill="hold"/>
                                        <p:tgtEl>
                                          <p:spTgt spid="18488"/>
                                        </p:tgtEl>
                                        <p:attrNameLst>
                                          <p:attrName>ppt_x</p:attrName>
                                        </p:attrNameLst>
                                      </p:cBhvr>
                                      <p:tavLst>
                                        <p:tav tm="0">
                                          <p:val>
                                            <p:strVal val="#ppt_x"/>
                                          </p:val>
                                        </p:tav>
                                        <p:tav tm="100000">
                                          <p:val>
                                            <p:strVal val="#ppt_x"/>
                                          </p:val>
                                        </p:tav>
                                      </p:tavLst>
                                    </p:anim>
                                    <p:anim calcmode="lin" valueType="num">
                                      <p:cBhvr additive="base">
                                        <p:cTn id="42" dur="500" fill="hold"/>
                                        <p:tgtEl>
                                          <p:spTgt spid="184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uild="p"/>
      <p:bldP spid="18443" grpId="0" build="p"/>
      <p:bldP spid="18444" grpId="0" build="p"/>
      <p:bldP spid="1848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45"/>
          <p:cNvGrpSpPr/>
          <p:nvPr/>
        </p:nvGrpSpPr>
        <p:grpSpPr>
          <a:xfrm>
            <a:off x="4211638" y="2506663"/>
            <a:ext cx="4630737" cy="2019300"/>
            <a:chOff x="2653" y="1579"/>
            <a:chExt cx="2917" cy="1272"/>
          </a:xfrm>
        </p:grpSpPr>
        <p:sp>
          <p:nvSpPr>
            <p:cNvPr id="13343" name="Line 119"/>
            <p:cNvSpPr/>
            <p:nvPr/>
          </p:nvSpPr>
          <p:spPr>
            <a:xfrm>
              <a:off x="2926" y="1944"/>
              <a:ext cx="0" cy="816"/>
            </a:xfrm>
            <a:prstGeom prst="line">
              <a:avLst/>
            </a:prstGeom>
            <a:ln w="28575" cap="flat" cmpd="sng">
              <a:solidFill>
                <a:srgbClr val="FFCC00"/>
              </a:solidFill>
              <a:prstDash val="solid"/>
              <a:headEnd type="none" w="med" len="med"/>
              <a:tailEnd type="none" w="med" len="med"/>
            </a:ln>
          </p:spPr>
        </p:sp>
        <p:sp>
          <p:nvSpPr>
            <p:cNvPr id="13344" name="Text Box 120"/>
            <p:cNvSpPr txBox="1"/>
            <p:nvPr/>
          </p:nvSpPr>
          <p:spPr>
            <a:xfrm>
              <a:off x="4649" y="194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3345" name="Text Box 121"/>
            <p:cNvSpPr txBox="1"/>
            <p:nvPr/>
          </p:nvSpPr>
          <p:spPr>
            <a:xfrm>
              <a:off x="4604" y="239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3346" name="Line 122"/>
            <p:cNvSpPr/>
            <p:nvPr/>
          </p:nvSpPr>
          <p:spPr>
            <a:xfrm>
              <a:off x="5239" y="1944"/>
              <a:ext cx="0" cy="816"/>
            </a:xfrm>
            <a:prstGeom prst="line">
              <a:avLst/>
            </a:prstGeom>
            <a:ln w="28575" cap="flat" cmpd="sng">
              <a:solidFill>
                <a:srgbClr val="FFCC00"/>
              </a:solidFill>
              <a:prstDash val="solid"/>
              <a:headEnd type="none" w="med" len="med"/>
              <a:tailEnd type="none" w="med" len="med"/>
            </a:ln>
          </p:spPr>
        </p:sp>
        <p:graphicFrame>
          <p:nvGraphicFramePr>
            <p:cNvPr id="13318" name="Object 123"/>
            <p:cNvGraphicFramePr/>
            <p:nvPr/>
          </p:nvGraphicFramePr>
          <p:xfrm>
            <a:off x="5330" y="1898"/>
            <a:ext cx="240" cy="370"/>
          </p:xfrm>
          <a:graphic>
            <a:graphicData uri="http://schemas.openxmlformats.org/presentationml/2006/ole">
              <mc:AlternateContent xmlns:mc="http://schemas.openxmlformats.org/markup-compatibility/2006">
                <mc:Choice xmlns:v="urn:schemas-microsoft-com:vml" Requires="v">
                  <p:oleObj spid="_x0000_s3147" name="" r:id="rId1" imgW="190500" imgH="292100" progId="Equation.3">
                    <p:embed/>
                  </p:oleObj>
                </mc:Choice>
                <mc:Fallback>
                  <p:oleObj name="" r:id="rId1" imgW="190500" imgH="292100" progId="Equation.3">
                    <p:embed/>
                    <p:pic>
                      <p:nvPicPr>
                        <p:cNvPr id="0" name="图片 3146"/>
                        <p:cNvPicPr/>
                        <p:nvPr/>
                      </p:nvPicPr>
                      <p:blipFill>
                        <a:blip r:embed="rId2">
                          <a:clrChange>
                            <a:clrFrom>
                              <a:srgbClr val="000000"/>
                            </a:clrFrom>
                            <a:clrTo>
                              <a:srgbClr val="FFFFFF"/>
                            </a:clrTo>
                          </a:clrChange>
                        </a:blip>
                        <a:stretch>
                          <a:fillRect/>
                        </a:stretch>
                      </p:blipFill>
                      <p:spPr>
                        <a:xfrm>
                          <a:off x="5330" y="1898"/>
                          <a:ext cx="240" cy="370"/>
                        </a:xfrm>
                        <a:prstGeom prst="rect">
                          <a:avLst/>
                        </a:prstGeom>
                        <a:noFill/>
                        <a:ln w="38100">
                          <a:noFill/>
                          <a:miter/>
                        </a:ln>
                      </p:spPr>
                    </p:pic>
                  </p:oleObj>
                </mc:Fallback>
              </mc:AlternateContent>
            </a:graphicData>
          </a:graphic>
        </p:graphicFrame>
        <p:graphicFrame>
          <p:nvGraphicFramePr>
            <p:cNvPr id="13319" name="Object 124"/>
            <p:cNvGraphicFramePr/>
            <p:nvPr/>
          </p:nvGraphicFramePr>
          <p:xfrm>
            <a:off x="4604" y="2125"/>
            <a:ext cx="304" cy="370"/>
          </p:xfrm>
          <a:graphic>
            <a:graphicData uri="http://schemas.openxmlformats.org/presentationml/2006/ole">
              <mc:AlternateContent xmlns:mc="http://schemas.openxmlformats.org/markup-compatibility/2006">
                <mc:Choice xmlns:v="urn:schemas-microsoft-com:vml" Requires="v">
                  <p:oleObj spid="_x0000_s3149" name="" r:id="rId3" imgW="241300" imgH="292100" progId="Equation.3">
                    <p:embed/>
                  </p:oleObj>
                </mc:Choice>
                <mc:Fallback>
                  <p:oleObj name="" r:id="rId3" imgW="241300" imgH="292100" progId="Equation.3">
                    <p:embed/>
                    <p:pic>
                      <p:nvPicPr>
                        <p:cNvPr id="0" name="图片 3148"/>
                        <p:cNvPicPr/>
                        <p:nvPr/>
                      </p:nvPicPr>
                      <p:blipFill>
                        <a:blip r:embed="rId4">
                          <a:clrChange>
                            <a:clrFrom>
                              <a:srgbClr val="000000"/>
                            </a:clrFrom>
                            <a:clrTo>
                              <a:srgbClr val="FFFFFF"/>
                            </a:clrTo>
                          </a:clrChange>
                        </a:blip>
                        <a:stretch>
                          <a:fillRect/>
                        </a:stretch>
                      </p:blipFill>
                      <p:spPr>
                        <a:xfrm>
                          <a:off x="4604" y="2125"/>
                          <a:ext cx="304" cy="370"/>
                        </a:xfrm>
                        <a:prstGeom prst="rect">
                          <a:avLst/>
                        </a:prstGeom>
                        <a:noFill/>
                        <a:ln w="38100">
                          <a:noFill/>
                          <a:miter/>
                        </a:ln>
                      </p:spPr>
                    </p:pic>
                  </p:oleObj>
                </mc:Fallback>
              </mc:AlternateContent>
            </a:graphicData>
          </a:graphic>
        </p:graphicFrame>
        <p:sp>
          <p:nvSpPr>
            <p:cNvPr id="13347" name="Text Box 125"/>
            <p:cNvSpPr txBox="1"/>
            <p:nvPr/>
          </p:nvSpPr>
          <p:spPr>
            <a:xfrm>
              <a:off x="3339" y="198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3348" name="Text Box 126"/>
            <p:cNvSpPr txBox="1"/>
            <p:nvPr/>
          </p:nvSpPr>
          <p:spPr>
            <a:xfrm>
              <a:off x="3339" y="239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3320" name="Object 127"/>
            <p:cNvGraphicFramePr/>
            <p:nvPr/>
          </p:nvGraphicFramePr>
          <p:xfrm>
            <a:off x="3294" y="2170"/>
            <a:ext cx="272" cy="370"/>
          </p:xfrm>
          <a:graphic>
            <a:graphicData uri="http://schemas.openxmlformats.org/presentationml/2006/ole">
              <mc:AlternateContent xmlns:mc="http://schemas.openxmlformats.org/markup-compatibility/2006">
                <mc:Choice xmlns:v="urn:schemas-microsoft-com:vml" Requires="v">
                  <p:oleObj spid="_x0000_s3150" name="" r:id="rId5" imgW="215900" imgH="291465" progId="Equation.3">
                    <p:embed/>
                  </p:oleObj>
                </mc:Choice>
                <mc:Fallback>
                  <p:oleObj name="" r:id="rId5" imgW="215900" imgH="291465" progId="Equation.3">
                    <p:embed/>
                    <p:pic>
                      <p:nvPicPr>
                        <p:cNvPr id="0" name="图片 3149"/>
                        <p:cNvPicPr/>
                        <p:nvPr/>
                      </p:nvPicPr>
                      <p:blipFill>
                        <a:blip r:embed="rId6">
                          <a:clrChange>
                            <a:clrFrom>
                              <a:srgbClr val="000000"/>
                            </a:clrFrom>
                            <a:clrTo>
                              <a:srgbClr val="FFFFFF"/>
                            </a:clrTo>
                          </a:clrChange>
                        </a:blip>
                        <a:stretch>
                          <a:fillRect/>
                        </a:stretch>
                      </p:blipFill>
                      <p:spPr>
                        <a:xfrm>
                          <a:off x="3294" y="2170"/>
                          <a:ext cx="272" cy="370"/>
                        </a:xfrm>
                        <a:prstGeom prst="rect">
                          <a:avLst/>
                        </a:prstGeom>
                        <a:noFill/>
                        <a:ln w="38100">
                          <a:noFill/>
                          <a:miter/>
                        </a:ln>
                      </p:spPr>
                    </p:pic>
                  </p:oleObj>
                </mc:Fallback>
              </mc:AlternateContent>
            </a:graphicData>
          </a:graphic>
        </p:graphicFrame>
        <p:graphicFrame>
          <p:nvGraphicFramePr>
            <p:cNvPr id="13321" name="Object 128"/>
            <p:cNvGraphicFramePr/>
            <p:nvPr/>
          </p:nvGraphicFramePr>
          <p:xfrm>
            <a:off x="2653" y="1898"/>
            <a:ext cx="208" cy="370"/>
          </p:xfrm>
          <a:graphic>
            <a:graphicData uri="http://schemas.openxmlformats.org/presentationml/2006/ole">
              <mc:AlternateContent xmlns:mc="http://schemas.openxmlformats.org/markup-compatibility/2006">
                <mc:Choice xmlns:v="urn:schemas-microsoft-com:vml" Requires="v">
                  <p:oleObj spid="_x0000_s3151" name="" r:id="rId7" imgW="165100" imgH="291465" progId="Equation.3">
                    <p:embed/>
                  </p:oleObj>
                </mc:Choice>
                <mc:Fallback>
                  <p:oleObj name="" r:id="rId7" imgW="165100" imgH="291465" progId="Equation.3">
                    <p:embed/>
                    <p:pic>
                      <p:nvPicPr>
                        <p:cNvPr id="0" name="图片 3150"/>
                        <p:cNvPicPr/>
                        <p:nvPr/>
                      </p:nvPicPr>
                      <p:blipFill>
                        <a:blip r:embed="rId8">
                          <a:clrChange>
                            <a:clrFrom>
                              <a:srgbClr val="000000"/>
                            </a:clrFrom>
                            <a:clrTo>
                              <a:srgbClr val="FFFFFF"/>
                            </a:clrTo>
                          </a:clrChange>
                        </a:blip>
                        <a:stretch>
                          <a:fillRect/>
                        </a:stretch>
                      </p:blipFill>
                      <p:spPr>
                        <a:xfrm>
                          <a:off x="2653" y="1898"/>
                          <a:ext cx="208" cy="370"/>
                        </a:xfrm>
                        <a:prstGeom prst="rect">
                          <a:avLst/>
                        </a:prstGeom>
                        <a:noFill/>
                        <a:ln w="38100">
                          <a:noFill/>
                          <a:miter/>
                        </a:ln>
                      </p:spPr>
                    </p:pic>
                  </p:oleObj>
                </mc:Fallback>
              </mc:AlternateContent>
            </a:graphicData>
          </a:graphic>
        </p:graphicFrame>
        <p:sp>
          <p:nvSpPr>
            <p:cNvPr id="13349" name="Line 129"/>
            <p:cNvSpPr/>
            <p:nvPr/>
          </p:nvSpPr>
          <p:spPr>
            <a:xfrm flipH="1">
              <a:off x="2926" y="2760"/>
              <a:ext cx="2313" cy="0"/>
            </a:xfrm>
            <a:prstGeom prst="line">
              <a:avLst/>
            </a:prstGeom>
            <a:ln w="28575" cap="flat" cmpd="sng">
              <a:solidFill>
                <a:srgbClr val="FFCC00"/>
              </a:solidFill>
              <a:prstDash val="solid"/>
              <a:headEnd type="none" w="med" len="med"/>
              <a:tailEnd type="none" w="med" len="med"/>
            </a:ln>
          </p:spPr>
        </p:sp>
        <p:sp>
          <p:nvSpPr>
            <p:cNvPr id="13350" name="Line 130"/>
            <p:cNvSpPr/>
            <p:nvPr/>
          </p:nvSpPr>
          <p:spPr>
            <a:xfrm flipH="1">
              <a:off x="2926" y="1944"/>
              <a:ext cx="2313" cy="0"/>
            </a:xfrm>
            <a:prstGeom prst="line">
              <a:avLst/>
            </a:prstGeom>
            <a:ln w="28575" cap="flat" cmpd="sng">
              <a:solidFill>
                <a:srgbClr val="FFCC00"/>
              </a:solidFill>
              <a:prstDash val="solid"/>
              <a:headEnd type="none" w="med" len="med"/>
              <a:tailEnd type="none" w="med" len="med"/>
            </a:ln>
          </p:spPr>
        </p:sp>
        <p:sp>
          <p:nvSpPr>
            <p:cNvPr id="13351" name="Rectangle 131"/>
            <p:cNvSpPr/>
            <p:nvPr/>
          </p:nvSpPr>
          <p:spPr>
            <a:xfrm>
              <a:off x="3624" y="1887"/>
              <a:ext cx="96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13352" name="Rectangle 132"/>
            <p:cNvSpPr/>
            <p:nvPr/>
          </p:nvSpPr>
          <p:spPr>
            <a:xfrm>
              <a:off x="3990" y="2122"/>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sp>
          <p:nvSpPr>
            <p:cNvPr id="13353" name="Line 133"/>
            <p:cNvSpPr/>
            <p:nvPr/>
          </p:nvSpPr>
          <p:spPr>
            <a:xfrm flipV="1">
              <a:off x="2926" y="2034"/>
              <a:ext cx="0" cy="318"/>
            </a:xfrm>
            <a:prstGeom prst="line">
              <a:avLst/>
            </a:prstGeom>
            <a:ln w="28575" cap="flat" cmpd="sng">
              <a:solidFill>
                <a:srgbClr val="00FFFF"/>
              </a:solidFill>
              <a:prstDash val="solid"/>
              <a:headEnd type="none" w="med" len="med"/>
              <a:tailEnd type="triangle" w="med" len="lg"/>
            </a:ln>
          </p:spPr>
        </p:sp>
        <p:grpSp>
          <p:nvGrpSpPr>
            <p:cNvPr id="13354" name="Group 134"/>
            <p:cNvGrpSpPr/>
            <p:nvPr/>
          </p:nvGrpSpPr>
          <p:grpSpPr>
            <a:xfrm>
              <a:off x="2744" y="2306"/>
              <a:ext cx="363" cy="363"/>
              <a:chOff x="2653" y="935"/>
              <a:chExt cx="363" cy="363"/>
            </a:xfrm>
          </p:grpSpPr>
          <p:sp>
            <p:nvSpPr>
              <p:cNvPr id="13361" name="Oval 135"/>
              <p:cNvSpPr/>
              <p:nvPr/>
            </p:nvSpPr>
            <p:spPr>
              <a:xfrm>
                <a:off x="2653"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13362" name="Line 136"/>
              <p:cNvSpPr/>
              <p:nvPr/>
            </p:nvSpPr>
            <p:spPr>
              <a:xfrm>
                <a:off x="2653" y="1117"/>
                <a:ext cx="363" cy="0"/>
              </a:xfrm>
              <a:prstGeom prst="line">
                <a:avLst/>
              </a:prstGeom>
              <a:ln w="38100" cap="flat" cmpd="sng">
                <a:solidFill>
                  <a:srgbClr val="FF9900"/>
                </a:solidFill>
                <a:prstDash val="solid"/>
                <a:headEnd type="none" w="med" len="med"/>
                <a:tailEnd type="none" w="med" len="med"/>
              </a:ln>
            </p:spPr>
          </p:sp>
        </p:grpSp>
        <p:sp>
          <p:nvSpPr>
            <p:cNvPr id="13355" name="Line 137"/>
            <p:cNvSpPr/>
            <p:nvPr/>
          </p:nvSpPr>
          <p:spPr>
            <a:xfrm flipV="1">
              <a:off x="5239" y="2034"/>
              <a:ext cx="0" cy="318"/>
            </a:xfrm>
            <a:prstGeom prst="line">
              <a:avLst/>
            </a:prstGeom>
            <a:ln w="28575" cap="flat" cmpd="sng">
              <a:solidFill>
                <a:srgbClr val="00FFFF"/>
              </a:solidFill>
              <a:prstDash val="solid"/>
              <a:headEnd type="none" w="med" len="med"/>
              <a:tailEnd type="triangle" w="med" len="lg"/>
            </a:ln>
          </p:spPr>
        </p:sp>
        <p:grpSp>
          <p:nvGrpSpPr>
            <p:cNvPr id="13356" name="Group 138"/>
            <p:cNvGrpSpPr/>
            <p:nvPr/>
          </p:nvGrpSpPr>
          <p:grpSpPr>
            <a:xfrm>
              <a:off x="5057" y="2306"/>
              <a:ext cx="363" cy="363"/>
              <a:chOff x="4966" y="936"/>
              <a:chExt cx="363" cy="363"/>
            </a:xfrm>
          </p:grpSpPr>
          <p:sp>
            <p:nvSpPr>
              <p:cNvPr id="13359" name="Oval 139"/>
              <p:cNvSpPr/>
              <p:nvPr/>
            </p:nvSpPr>
            <p:spPr>
              <a:xfrm>
                <a:off x="4966" y="9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13360" name="Line 140"/>
              <p:cNvSpPr/>
              <p:nvPr/>
            </p:nvSpPr>
            <p:spPr>
              <a:xfrm>
                <a:off x="4966" y="1117"/>
                <a:ext cx="363" cy="0"/>
              </a:xfrm>
              <a:prstGeom prst="line">
                <a:avLst/>
              </a:prstGeom>
              <a:ln w="38100" cap="flat" cmpd="sng">
                <a:solidFill>
                  <a:srgbClr val="FF9900"/>
                </a:solidFill>
                <a:prstDash val="solid"/>
                <a:headEnd type="none" w="med" len="med"/>
                <a:tailEnd type="none" w="med" len="med"/>
              </a:ln>
            </p:spPr>
          </p:sp>
        </p:grpSp>
        <p:sp>
          <p:nvSpPr>
            <p:cNvPr id="13357" name="Line 141"/>
            <p:cNvSpPr/>
            <p:nvPr/>
          </p:nvSpPr>
          <p:spPr>
            <a:xfrm>
              <a:off x="3061" y="1941"/>
              <a:ext cx="318" cy="0"/>
            </a:xfrm>
            <a:prstGeom prst="line">
              <a:avLst/>
            </a:prstGeom>
            <a:ln w="28575" cap="flat" cmpd="sng">
              <a:solidFill>
                <a:srgbClr val="00FFFF"/>
              </a:solidFill>
              <a:prstDash val="solid"/>
              <a:headEnd type="none" w="med" len="med"/>
              <a:tailEnd type="triangle" w="med" len="med"/>
            </a:ln>
          </p:spPr>
        </p:sp>
        <p:sp>
          <p:nvSpPr>
            <p:cNvPr id="13358" name="Line 142"/>
            <p:cNvSpPr/>
            <p:nvPr/>
          </p:nvSpPr>
          <p:spPr>
            <a:xfrm>
              <a:off x="4740" y="1941"/>
              <a:ext cx="318" cy="0"/>
            </a:xfrm>
            <a:prstGeom prst="line">
              <a:avLst/>
            </a:prstGeom>
            <a:ln w="28575" cap="flat" cmpd="sng">
              <a:solidFill>
                <a:srgbClr val="00FFFF"/>
              </a:solidFill>
              <a:prstDash val="solid"/>
              <a:headEnd type="triangle" w="med" len="med"/>
              <a:tailEnd type="none" w="med" len="med"/>
            </a:ln>
          </p:spPr>
        </p:sp>
        <p:graphicFrame>
          <p:nvGraphicFramePr>
            <p:cNvPr id="13322" name="Object 143"/>
            <p:cNvGraphicFramePr/>
            <p:nvPr/>
          </p:nvGraphicFramePr>
          <p:xfrm>
            <a:off x="3152" y="1579"/>
            <a:ext cx="208" cy="370"/>
          </p:xfrm>
          <a:graphic>
            <a:graphicData uri="http://schemas.openxmlformats.org/presentationml/2006/ole">
              <mc:AlternateContent xmlns:mc="http://schemas.openxmlformats.org/markup-compatibility/2006">
                <mc:Choice xmlns:v="urn:schemas-microsoft-com:vml" Requires="v">
                  <p:oleObj spid="_x0000_s3152" name="" r:id="rId9" imgW="165100" imgH="291465" progId="Equation.3">
                    <p:embed/>
                  </p:oleObj>
                </mc:Choice>
                <mc:Fallback>
                  <p:oleObj name="" r:id="rId9" imgW="165100" imgH="291465" progId="Equation.3">
                    <p:embed/>
                    <p:pic>
                      <p:nvPicPr>
                        <p:cNvPr id="0" name="图片 3151"/>
                        <p:cNvPicPr/>
                        <p:nvPr/>
                      </p:nvPicPr>
                      <p:blipFill>
                        <a:blip r:embed="rId8">
                          <a:clrChange>
                            <a:clrFrom>
                              <a:srgbClr val="000000"/>
                            </a:clrFrom>
                            <a:clrTo>
                              <a:srgbClr val="FFFFFF"/>
                            </a:clrTo>
                          </a:clrChange>
                        </a:blip>
                        <a:stretch>
                          <a:fillRect/>
                        </a:stretch>
                      </p:blipFill>
                      <p:spPr>
                        <a:xfrm>
                          <a:off x="3152" y="1579"/>
                          <a:ext cx="208" cy="370"/>
                        </a:xfrm>
                        <a:prstGeom prst="rect">
                          <a:avLst/>
                        </a:prstGeom>
                        <a:noFill/>
                        <a:ln w="38100">
                          <a:noFill/>
                          <a:miter/>
                        </a:ln>
                      </p:spPr>
                    </p:pic>
                  </p:oleObj>
                </mc:Fallback>
              </mc:AlternateContent>
            </a:graphicData>
          </a:graphic>
        </p:graphicFrame>
        <p:graphicFrame>
          <p:nvGraphicFramePr>
            <p:cNvPr id="13323" name="Object 144"/>
            <p:cNvGraphicFramePr/>
            <p:nvPr/>
          </p:nvGraphicFramePr>
          <p:xfrm>
            <a:off x="4785" y="1579"/>
            <a:ext cx="240" cy="370"/>
          </p:xfrm>
          <a:graphic>
            <a:graphicData uri="http://schemas.openxmlformats.org/presentationml/2006/ole">
              <mc:AlternateContent xmlns:mc="http://schemas.openxmlformats.org/markup-compatibility/2006">
                <mc:Choice xmlns:v="urn:schemas-microsoft-com:vml" Requires="v">
                  <p:oleObj spid="_x0000_s3154" name="" r:id="rId10" imgW="190500" imgH="292100" progId="Equation.3">
                    <p:embed/>
                  </p:oleObj>
                </mc:Choice>
                <mc:Fallback>
                  <p:oleObj name="" r:id="rId10" imgW="190500" imgH="292100" progId="Equation.3">
                    <p:embed/>
                    <p:pic>
                      <p:nvPicPr>
                        <p:cNvPr id="0" name="图片 3153"/>
                        <p:cNvPicPr/>
                        <p:nvPr/>
                      </p:nvPicPr>
                      <p:blipFill>
                        <a:blip r:embed="rId2">
                          <a:clrChange>
                            <a:clrFrom>
                              <a:srgbClr val="000000"/>
                            </a:clrFrom>
                            <a:clrTo>
                              <a:srgbClr val="FFFFFF"/>
                            </a:clrTo>
                          </a:clrChange>
                        </a:blip>
                        <a:stretch>
                          <a:fillRect/>
                        </a:stretch>
                      </p:blipFill>
                      <p:spPr>
                        <a:xfrm>
                          <a:off x="4785" y="1579"/>
                          <a:ext cx="240" cy="370"/>
                        </a:xfrm>
                        <a:prstGeom prst="rect">
                          <a:avLst/>
                        </a:prstGeom>
                        <a:noFill/>
                        <a:ln w="38100">
                          <a:noFill/>
                          <a:miter/>
                        </a:ln>
                      </p:spPr>
                    </p:pic>
                  </p:oleObj>
                </mc:Fallback>
              </mc:AlternateContent>
            </a:graphicData>
          </a:graphic>
        </p:graphicFrame>
      </p:grpSp>
      <p:graphicFrame>
        <p:nvGraphicFramePr>
          <p:cNvPr id="16392" name="Object 8"/>
          <p:cNvGraphicFramePr/>
          <p:nvPr/>
        </p:nvGraphicFramePr>
        <p:xfrm>
          <a:off x="844550" y="481013"/>
          <a:ext cx="2455863" cy="1181100"/>
        </p:xfrm>
        <a:graphic>
          <a:graphicData uri="http://schemas.openxmlformats.org/presentationml/2006/ole">
            <mc:AlternateContent xmlns:mc="http://schemas.openxmlformats.org/markup-compatibility/2006">
              <mc:Choice xmlns:v="urn:schemas-microsoft-com:vml" Requires="v">
                <p:oleObj spid="_x0000_s3153" name="" r:id="rId11" imgW="1002665" imgH="482600" progId="Equation.DSMT4">
                  <p:embed/>
                </p:oleObj>
              </mc:Choice>
              <mc:Fallback>
                <p:oleObj name="" r:id="rId11" imgW="1002665" imgH="482600" progId="Equation.DSMT4">
                  <p:embed/>
                  <p:pic>
                    <p:nvPicPr>
                      <p:cNvPr id="0" name="图片 3152"/>
                      <p:cNvPicPr/>
                      <p:nvPr/>
                    </p:nvPicPr>
                    <p:blipFill>
                      <a:blip r:embed="rId12">
                        <a:clrChange>
                          <a:clrFrom>
                            <a:srgbClr val="000000"/>
                          </a:clrFrom>
                          <a:clrTo>
                            <a:srgbClr val="FFFFFF"/>
                          </a:clrTo>
                        </a:clrChange>
                      </a:blip>
                      <a:stretch>
                        <a:fillRect/>
                      </a:stretch>
                    </p:blipFill>
                    <p:spPr>
                      <a:xfrm>
                        <a:off x="844550" y="481013"/>
                        <a:ext cx="2455863" cy="1181100"/>
                      </a:xfrm>
                      <a:prstGeom prst="rect">
                        <a:avLst/>
                      </a:prstGeom>
                      <a:noFill/>
                      <a:ln w="38100">
                        <a:noFill/>
                        <a:miter/>
                      </a:ln>
                    </p:spPr>
                  </p:pic>
                </p:oleObj>
              </mc:Fallback>
            </mc:AlternateContent>
          </a:graphicData>
        </a:graphic>
      </p:graphicFrame>
      <p:graphicFrame>
        <p:nvGraphicFramePr>
          <p:cNvPr id="16395" name="Object 11"/>
          <p:cNvGraphicFramePr/>
          <p:nvPr/>
        </p:nvGraphicFramePr>
        <p:xfrm>
          <a:off x="611188" y="2492375"/>
          <a:ext cx="2520950" cy="1992313"/>
        </p:xfrm>
        <a:graphic>
          <a:graphicData uri="http://schemas.openxmlformats.org/presentationml/2006/ole">
            <mc:AlternateContent xmlns:mc="http://schemas.openxmlformats.org/markup-compatibility/2006">
              <mc:Choice xmlns:v="urn:schemas-microsoft-com:vml" Requires="v">
                <p:oleObj spid="_x0000_s3155" name="" r:id="rId13" imgW="1269365" imgH="1002665" progId="Equation.3">
                  <p:embed/>
                </p:oleObj>
              </mc:Choice>
              <mc:Fallback>
                <p:oleObj name="" r:id="rId13" imgW="1269365" imgH="1002665" progId="Equation.3">
                  <p:embed/>
                  <p:pic>
                    <p:nvPicPr>
                      <p:cNvPr id="0" name="图片 3154"/>
                      <p:cNvPicPr/>
                      <p:nvPr/>
                    </p:nvPicPr>
                    <p:blipFill>
                      <a:blip r:embed="rId14">
                        <a:clrChange>
                          <a:clrFrom>
                            <a:srgbClr val="000000"/>
                          </a:clrFrom>
                          <a:clrTo>
                            <a:srgbClr val="FFFFFF"/>
                          </a:clrTo>
                        </a:clrChange>
                      </a:blip>
                      <a:stretch>
                        <a:fillRect/>
                      </a:stretch>
                    </p:blipFill>
                    <p:spPr>
                      <a:xfrm>
                        <a:off x="611188" y="2492375"/>
                        <a:ext cx="2520950" cy="1992313"/>
                      </a:xfrm>
                      <a:prstGeom prst="rect">
                        <a:avLst/>
                      </a:prstGeom>
                      <a:noFill/>
                      <a:ln w="38100">
                        <a:noFill/>
                        <a:miter/>
                      </a:ln>
                    </p:spPr>
                  </p:pic>
                </p:oleObj>
              </mc:Fallback>
            </mc:AlternateContent>
          </a:graphicData>
        </a:graphic>
      </p:graphicFrame>
      <p:sp>
        <p:nvSpPr>
          <p:cNvPr id="16398" name="AutoShape 14" descr="羊皮纸"/>
          <p:cNvSpPr/>
          <p:nvPr/>
        </p:nvSpPr>
        <p:spPr>
          <a:xfrm>
            <a:off x="3995738" y="549275"/>
            <a:ext cx="2087562" cy="647700"/>
          </a:xfrm>
          <a:prstGeom prst="wedgeRoundRectCallout">
            <a:avLst>
              <a:gd name="adj1" fmla="val -82852"/>
              <a:gd name="adj2" fmla="val 17648"/>
              <a:gd name="adj3" fmla="val 16667"/>
            </a:avLst>
          </a:prstGeom>
          <a:blipFill rotWithShape="1">
            <a:blip r:embed="rId15"/>
          </a:blipFill>
          <a:ln w="9525">
            <a:noFill/>
          </a:ln>
        </p:spPr>
        <p:txBody>
          <a:bodyPr/>
          <a:p>
            <a:pPr algn="ctr"/>
            <a:r>
              <a:rPr lang="en-US" altLang="zh-CN" b="0" i="1" dirty="0">
                <a:solidFill>
                  <a:schemeClr val="tx1"/>
                </a:solidFill>
                <a:latin typeface="Times New Roman" panose="02020603050405020304" pitchFamily="18" charset="0"/>
              </a:rPr>
              <a:t>Z</a:t>
            </a:r>
            <a:r>
              <a:rPr lang="en-US" altLang="zh-TW" b="0" dirty="0">
                <a:solidFill>
                  <a:schemeClr val="tx1"/>
                </a:solidFill>
                <a:latin typeface="Times New Roman" panose="02020603050405020304" pitchFamily="18" charset="0"/>
              </a:rPr>
              <a:t> </a:t>
            </a:r>
            <a:r>
              <a:rPr lang="zh-CN" altLang="en-US" dirty="0">
                <a:solidFill>
                  <a:schemeClr val="tx1"/>
                </a:solidFill>
                <a:latin typeface="楷体_GB2312" pitchFamily="49" charset="-122"/>
              </a:rPr>
              <a:t>参数矩阵</a:t>
            </a:r>
            <a:endParaRPr lang="zh-CN" altLang="en-US" dirty="0">
              <a:solidFill>
                <a:schemeClr val="tx1"/>
              </a:solidFill>
              <a:latin typeface="楷体_GB2312" pitchFamily="49" charset="-122"/>
            </a:endParaRPr>
          </a:p>
        </p:txBody>
      </p:sp>
      <p:sp>
        <p:nvSpPr>
          <p:cNvPr id="16399" name="Text Box 15"/>
          <p:cNvSpPr txBox="1"/>
          <p:nvPr/>
        </p:nvSpPr>
        <p:spPr>
          <a:xfrm>
            <a:off x="468313" y="1773238"/>
            <a:ext cx="6264275" cy="519112"/>
          </a:xfrm>
          <a:prstGeom prst="rect">
            <a:avLst/>
          </a:prstGeom>
          <a:noFill/>
          <a:ln w="28575">
            <a:noFill/>
          </a:ln>
        </p:spPr>
        <p:txBody>
          <a:bodyPr>
            <a:spAutoFit/>
          </a:bodyPr>
          <a:p>
            <a:pPr marL="342900" indent="-342900">
              <a:spcBef>
                <a:spcPct val="50000"/>
              </a:spcBef>
              <a:buAutoNum type="circleNumDbPlain" startAt="2"/>
            </a:pPr>
            <a:r>
              <a:rPr lang="en-US" altLang="zh-CN" dirty="0">
                <a:solidFill>
                  <a:srgbClr val="FF9900"/>
                </a:solidFill>
                <a:latin typeface="Times New Roman" panose="02020603050405020304" pitchFamily="18" charset="0"/>
                <a:ea typeface="仿宋_GB2312" pitchFamily="49" charset="-122"/>
              </a:rPr>
              <a:t> </a:t>
            </a:r>
            <a:r>
              <a:rPr lang="en-US" altLang="zh-CN" b="0" i="1" dirty="0">
                <a:solidFill>
                  <a:srgbClr val="FF9900"/>
                </a:solidFill>
                <a:latin typeface="Times New Roman" panose="02020603050405020304" pitchFamily="18" charset="0"/>
                <a:ea typeface="仿宋_GB2312" pitchFamily="49" charset="-122"/>
              </a:rPr>
              <a:t>Z</a:t>
            </a:r>
            <a:r>
              <a:rPr lang="en-US" altLang="zh-CN" i="1" dirty="0">
                <a:solidFill>
                  <a:srgbClr val="FF9900"/>
                </a:solidFill>
                <a:latin typeface="Times New Roman" panose="02020603050405020304" pitchFamily="18" charset="0"/>
                <a:ea typeface="仿宋_GB2312" pitchFamily="49" charset="-122"/>
              </a:rPr>
              <a:t> </a:t>
            </a:r>
            <a:r>
              <a:rPr lang="zh-CN" altLang="en-US" dirty="0">
                <a:solidFill>
                  <a:srgbClr val="FF9900"/>
                </a:solidFill>
                <a:latin typeface="楷体_GB2312" pitchFamily="49" charset="-122"/>
              </a:rPr>
              <a:t>参数的物理意义及计算和测定</a:t>
            </a:r>
            <a:endParaRPr lang="zh-CN" altLang="en-US" dirty="0">
              <a:solidFill>
                <a:srgbClr val="FF9900"/>
              </a:solidFill>
              <a:latin typeface="楷体_GB2312" pitchFamily="49" charset="-122"/>
            </a:endParaRPr>
          </a:p>
        </p:txBody>
      </p:sp>
      <p:graphicFrame>
        <p:nvGraphicFramePr>
          <p:cNvPr id="16400" name="Object 16"/>
          <p:cNvGraphicFramePr/>
          <p:nvPr/>
        </p:nvGraphicFramePr>
        <p:xfrm>
          <a:off x="323850" y="4611688"/>
          <a:ext cx="2160588" cy="2006600"/>
        </p:xfrm>
        <a:graphic>
          <a:graphicData uri="http://schemas.openxmlformats.org/presentationml/2006/ole">
            <mc:AlternateContent xmlns:mc="http://schemas.openxmlformats.org/markup-compatibility/2006">
              <mc:Choice xmlns:v="urn:schemas-microsoft-com:vml" Requires="v">
                <p:oleObj spid="_x0000_s3148" name="" r:id="rId16" imgW="1078865" imgH="1002665" progId="Equation.3">
                  <p:embed/>
                </p:oleObj>
              </mc:Choice>
              <mc:Fallback>
                <p:oleObj name="" r:id="rId16" imgW="1078865" imgH="1002665" progId="Equation.3">
                  <p:embed/>
                  <p:pic>
                    <p:nvPicPr>
                      <p:cNvPr id="0" name="图片 3147"/>
                      <p:cNvPicPr/>
                      <p:nvPr/>
                    </p:nvPicPr>
                    <p:blipFill>
                      <a:blip r:embed="rId17">
                        <a:clrChange>
                          <a:clrFrom>
                            <a:srgbClr val="000000"/>
                          </a:clrFrom>
                          <a:clrTo>
                            <a:srgbClr val="FFFFFF"/>
                          </a:clrTo>
                        </a:clrChange>
                      </a:blip>
                      <a:stretch>
                        <a:fillRect/>
                      </a:stretch>
                    </p:blipFill>
                    <p:spPr>
                      <a:xfrm>
                        <a:off x="323850" y="4611688"/>
                        <a:ext cx="2160588" cy="2006600"/>
                      </a:xfrm>
                      <a:prstGeom prst="rect">
                        <a:avLst/>
                      </a:prstGeom>
                      <a:noFill/>
                      <a:ln w="38100">
                        <a:noFill/>
                        <a:miter/>
                      </a:ln>
                    </p:spPr>
                  </p:pic>
                </p:oleObj>
              </mc:Fallback>
            </mc:AlternateContent>
          </a:graphicData>
        </a:graphic>
      </p:graphicFrame>
      <p:sp>
        <p:nvSpPr>
          <p:cNvPr id="16402" name="Text Box 18"/>
          <p:cNvSpPr txBox="1"/>
          <p:nvPr/>
        </p:nvSpPr>
        <p:spPr>
          <a:xfrm>
            <a:off x="4932363" y="4941888"/>
            <a:ext cx="3494087" cy="701675"/>
          </a:xfrm>
          <a:prstGeom prst="rect">
            <a:avLst/>
          </a:prstGeom>
          <a:solidFill>
            <a:srgbClr val="3399FF"/>
          </a:solidFill>
          <a:ln w="9525">
            <a:noFill/>
          </a:ln>
        </p:spPr>
        <p:txBody>
          <a:bodyPr wrap="none">
            <a:spAutoFit/>
          </a:bodyPr>
          <a:p>
            <a:r>
              <a:rPr lang="en-US" altLang="zh-CN" sz="4000" b="0" i="1" dirty="0">
                <a:latin typeface="Times New Roman" panose="02020603050405020304" pitchFamily="18" charset="0"/>
              </a:rPr>
              <a:t>Z </a:t>
            </a:r>
            <a:r>
              <a:rPr lang="en-US" altLang="zh-CN" sz="4000" dirty="0">
                <a:latin typeface="楷体_GB2312" pitchFamily="49" charset="-122"/>
                <a:sym typeface="Symbol" panose="05050102010706020507" pitchFamily="18" charset="2"/>
              </a:rPr>
              <a:t> </a:t>
            </a:r>
            <a:r>
              <a:rPr lang="zh-CN" altLang="en-US" dirty="0">
                <a:latin typeface="楷体_GB2312" pitchFamily="49" charset="-122"/>
              </a:rPr>
              <a:t>开路阻抗参数</a:t>
            </a:r>
            <a:endParaRPr lang="zh-CN" altLang="en-US" dirty="0">
              <a:latin typeface="楷体_GB2312" pitchFamily="49" charset="-122"/>
            </a:endParaRPr>
          </a:p>
        </p:txBody>
      </p:sp>
      <p:sp>
        <p:nvSpPr>
          <p:cNvPr id="16403" name="Text Box 19"/>
          <p:cNvSpPr txBox="1"/>
          <p:nvPr/>
        </p:nvSpPr>
        <p:spPr>
          <a:xfrm>
            <a:off x="2627313" y="4797425"/>
            <a:ext cx="1612900" cy="519113"/>
          </a:xfrm>
          <a:prstGeom prst="rect">
            <a:avLst/>
          </a:prstGeom>
          <a:noFill/>
          <a:ln w="9525">
            <a:noFill/>
          </a:ln>
        </p:spPr>
        <p:txBody>
          <a:bodyPr wrap="none">
            <a:spAutoFit/>
          </a:bodyPr>
          <a:p>
            <a:r>
              <a:rPr lang="zh-CN" altLang="en-US" dirty="0">
                <a:solidFill>
                  <a:srgbClr val="FFFF00"/>
                </a:solidFill>
                <a:latin typeface="楷体_GB2312" pitchFamily="49" charset="-122"/>
              </a:rPr>
              <a:t>转移阻抗</a:t>
            </a:r>
            <a:endParaRPr lang="zh-CN" altLang="en-US" dirty="0">
              <a:solidFill>
                <a:srgbClr val="FFFF00"/>
              </a:solidFill>
              <a:latin typeface="楷体_GB2312" pitchFamily="49" charset="-122"/>
            </a:endParaRPr>
          </a:p>
        </p:txBody>
      </p:sp>
      <p:sp>
        <p:nvSpPr>
          <p:cNvPr id="16404" name="Text Box 20"/>
          <p:cNvSpPr txBox="1"/>
          <p:nvPr/>
        </p:nvSpPr>
        <p:spPr>
          <a:xfrm>
            <a:off x="2627313" y="5805488"/>
            <a:ext cx="1792287" cy="519112"/>
          </a:xfrm>
          <a:prstGeom prst="rect">
            <a:avLst/>
          </a:prstGeom>
          <a:noFill/>
          <a:ln w="9525">
            <a:noFill/>
          </a:ln>
        </p:spPr>
        <p:txBody>
          <a:bodyPr wrap="none">
            <a:spAutoFit/>
          </a:bodyPr>
          <a:p>
            <a:r>
              <a:rPr lang="zh-CN" altLang="en-US" dirty="0">
                <a:solidFill>
                  <a:srgbClr val="FFFF00"/>
                </a:solidFill>
                <a:latin typeface="楷体_GB2312" pitchFamily="49" charset="-122"/>
              </a:rPr>
              <a:t>输入阻抗 </a:t>
            </a:r>
            <a:endParaRPr lang="zh-CN" altLang="en-US" b="0" dirty="0">
              <a:solidFill>
                <a:srgbClr val="FFFF00"/>
              </a:solidFill>
              <a:latin typeface="楷体_GB2312" pitchFamily="49" charset="-122"/>
            </a:endParaRPr>
          </a:p>
        </p:txBody>
      </p:sp>
      <p:sp>
        <p:nvSpPr>
          <p:cNvPr id="16405" name="Text Box 21"/>
          <p:cNvSpPr txBox="1"/>
          <p:nvPr/>
        </p:nvSpPr>
        <p:spPr>
          <a:xfrm>
            <a:off x="2484438" y="2781300"/>
            <a:ext cx="1612900" cy="519113"/>
          </a:xfrm>
          <a:prstGeom prst="rect">
            <a:avLst/>
          </a:prstGeom>
          <a:noFill/>
          <a:ln w="9525">
            <a:noFill/>
          </a:ln>
        </p:spPr>
        <p:txBody>
          <a:bodyPr wrap="none">
            <a:spAutoFit/>
          </a:bodyPr>
          <a:p>
            <a:r>
              <a:rPr lang="zh-CN" altLang="en-US" dirty="0">
                <a:solidFill>
                  <a:srgbClr val="FFFF00"/>
                </a:solidFill>
                <a:latin typeface="楷体_GB2312" pitchFamily="49" charset="-122"/>
              </a:rPr>
              <a:t>输入阻抗</a:t>
            </a:r>
            <a:endParaRPr lang="zh-CN" altLang="en-US" dirty="0">
              <a:solidFill>
                <a:srgbClr val="FFFF00"/>
              </a:solidFill>
              <a:latin typeface="楷体_GB2312" pitchFamily="49" charset="-122"/>
            </a:endParaRPr>
          </a:p>
        </p:txBody>
      </p:sp>
      <p:sp>
        <p:nvSpPr>
          <p:cNvPr id="16406" name="Text Box 22"/>
          <p:cNvSpPr txBox="1"/>
          <p:nvPr/>
        </p:nvSpPr>
        <p:spPr>
          <a:xfrm>
            <a:off x="2555875" y="3789363"/>
            <a:ext cx="1612900" cy="519112"/>
          </a:xfrm>
          <a:prstGeom prst="rect">
            <a:avLst/>
          </a:prstGeom>
          <a:noFill/>
          <a:ln w="9525">
            <a:noFill/>
          </a:ln>
        </p:spPr>
        <p:txBody>
          <a:bodyPr wrap="none">
            <a:spAutoFit/>
          </a:bodyPr>
          <a:p>
            <a:r>
              <a:rPr lang="zh-CN" altLang="en-US" dirty="0">
                <a:solidFill>
                  <a:srgbClr val="FFFF00"/>
                </a:solidFill>
                <a:latin typeface="楷体_GB2312" pitchFamily="49" charset="-122"/>
              </a:rPr>
              <a:t>转移阻抗</a:t>
            </a:r>
            <a:endParaRPr lang="zh-CN" altLang="en-US" b="0" dirty="0">
              <a:solidFill>
                <a:srgbClr val="FFFF00"/>
              </a:solidFill>
              <a:latin typeface="楷体_GB2312" pitchFamily="49" charset="-122"/>
            </a:endParaRPr>
          </a:p>
        </p:txBody>
      </p:sp>
      <p:graphicFrame>
        <p:nvGraphicFramePr>
          <p:cNvPr id="16434" name="Object 50"/>
          <p:cNvGraphicFramePr/>
          <p:nvPr/>
        </p:nvGraphicFramePr>
        <p:xfrm>
          <a:off x="6300788" y="620713"/>
          <a:ext cx="1625600" cy="595312"/>
        </p:xfrm>
        <a:graphic>
          <a:graphicData uri="http://schemas.openxmlformats.org/presentationml/2006/ole">
            <mc:AlternateContent xmlns:mc="http://schemas.openxmlformats.org/markup-compatibility/2006">
              <mc:Choice xmlns:v="urn:schemas-microsoft-com:vml" Requires="v">
                <p:oleObj spid="_x0000_s3157" name="" r:id="rId18" imgW="520700" imgH="190500" progId="Equation.DSMT4">
                  <p:embed/>
                </p:oleObj>
              </mc:Choice>
              <mc:Fallback>
                <p:oleObj name="" r:id="rId18" imgW="520700" imgH="190500" progId="Equation.DSMT4">
                  <p:embed/>
                  <p:pic>
                    <p:nvPicPr>
                      <p:cNvPr id="0" name="图片 3156"/>
                      <p:cNvPicPr/>
                      <p:nvPr/>
                    </p:nvPicPr>
                    <p:blipFill>
                      <a:blip r:embed="rId19">
                        <a:clrChange>
                          <a:clrFrom>
                            <a:srgbClr val="000000"/>
                          </a:clrFrom>
                          <a:clrTo>
                            <a:srgbClr val="FFFFFF"/>
                          </a:clrTo>
                        </a:clrChange>
                      </a:blip>
                      <a:stretch>
                        <a:fillRect/>
                      </a:stretch>
                    </p:blipFill>
                    <p:spPr>
                      <a:xfrm>
                        <a:off x="6300788" y="620713"/>
                        <a:ext cx="1625600" cy="595312"/>
                      </a:xfrm>
                      <a:prstGeom prst="rect">
                        <a:avLst/>
                      </a:prstGeom>
                      <a:noFill/>
                      <a:ln w="38100">
                        <a:noFill/>
                        <a:miter/>
                      </a:ln>
                    </p:spPr>
                  </p:pic>
                </p:oleObj>
              </mc:Fallback>
            </mc:AlternateContent>
          </a:graphicData>
        </a:graphic>
      </p:graphicFrame>
      <p:grpSp>
        <p:nvGrpSpPr>
          <p:cNvPr id="13332" name="Group 55"/>
          <p:cNvGrpSpPr/>
          <p:nvPr/>
        </p:nvGrpSpPr>
        <p:grpSpPr>
          <a:xfrm>
            <a:off x="8316913" y="6446838"/>
            <a:ext cx="792162" cy="366712"/>
            <a:chOff x="5193" y="4020"/>
            <a:chExt cx="499" cy="231"/>
          </a:xfrm>
        </p:grpSpPr>
        <p:pic>
          <p:nvPicPr>
            <p:cNvPr id="13341" name="Picture 56" descr="78900"/>
            <p:cNvPicPr>
              <a:picLocks noChangeAspect="1"/>
            </p:cNvPicPr>
            <p:nvPr/>
          </p:nvPicPr>
          <p:blipFill>
            <a:blip r:embed="rId20"/>
            <a:stretch>
              <a:fillRect/>
            </a:stretch>
          </p:blipFill>
          <p:spPr>
            <a:xfrm>
              <a:off x="5193" y="4066"/>
              <a:ext cx="499" cy="181"/>
            </a:xfrm>
            <a:prstGeom prst="rect">
              <a:avLst/>
            </a:prstGeom>
            <a:noFill/>
            <a:ln w="9525">
              <a:noFill/>
            </a:ln>
          </p:spPr>
        </p:pic>
        <p:sp>
          <p:nvSpPr>
            <p:cNvPr id="13342" name="Text Box 5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3333" name="Group 58"/>
          <p:cNvGrpSpPr/>
          <p:nvPr/>
        </p:nvGrpSpPr>
        <p:grpSpPr>
          <a:xfrm>
            <a:off x="7453313" y="6446838"/>
            <a:ext cx="792162" cy="366712"/>
            <a:chOff x="4649" y="4020"/>
            <a:chExt cx="499" cy="231"/>
          </a:xfrm>
        </p:grpSpPr>
        <p:pic>
          <p:nvPicPr>
            <p:cNvPr id="13339" name="Picture 59" descr="78900"/>
            <p:cNvPicPr>
              <a:picLocks noChangeAspect="1"/>
            </p:cNvPicPr>
            <p:nvPr/>
          </p:nvPicPr>
          <p:blipFill>
            <a:blip r:embed="rId20"/>
            <a:stretch>
              <a:fillRect/>
            </a:stretch>
          </p:blipFill>
          <p:spPr>
            <a:xfrm>
              <a:off x="4649" y="4066"/>
              <a:ext cx="499" cy="181"/>
            </a:xfrm>
            <a:prstGeom prst="rect">
              <a:avLst/>
            </a:prstGeom>
            <a:noFill/>
            <a:ln w="9525">
              <a:noFill/>
            </a:ln>
          </p:spPr>
        </p:pic>
        <p:sp>
          <p:nvSpPr>
            <p:cNvPr id="13340" name="Text Box 6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16471" name="Rectangle 87"/>
          <p:cNvSpPr/>
          <p:nvPr/>
        </p:nvSpPr>
        <p:spPr>
          <a:xfrm>
            <a:off x="7740650" y="3141663"/>
            <a:ext cx="1209675" cy="1150937"/>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sp>
        <p:nvSpPr>
          <p:cNvPr id="16472" name="Rectangle 88"/>
          <p:cNvSpPr/>
          <p:nvPr/>
        </p:nvSpPr>
        <p:spPr>
          <a:xfrm>
            <a:off x="4140200" y="3141663"/>
            <a:ext cx="936625" cy="1150937"/>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grpSp>
        <p:nvGrpSpPr>
          <p:cNvPr id="13336" name="Group 115"/>
          <p:cNvGrpSpPr/>
          <p:nvPr/>
        </p:nvGrpSpPr>
        <p:grpSpPr>
          <a:xfrm>
            <a:off x="6588125" y="6446838"/>
            <a:ext cx="792163" cy="366712"/>
            <a:chOff x="4649" y="4020"/>
            <a:chExt cx="499" cy="231"/>
          </a:xfrm>
        </p:grpSpPr>
        <p:pic>
          <p:nvPicPr>
            <p:cNvPr id="13337" name="Picture 116" descr="78900"/>
            <p:cNvPicPr>
              <a:picLocks noChangeAspect="1"/>
            </p:cNvPicPr>
            <p:nvPr/>
          </p:nvPicPr>
          <p:blipFill>
            <a:blip r:embed="rId20"/>
            <a:stretch>
              <a:fillRect/>
            </a:stretch>
          </p:blipFill>
          <p:spPr>
            <a:xfrm>
              <a:off x="4649" y="4066"/>
              <a:ext cx="499" cy="181"/>
            </a:xfrm>
            <a:prstGeom prst="rect">
              <a:avLst/>
            </a:prstGeom>
            <a:noFill/>
            <a:ln w="9525">
              <a:noFill/>
            </a:ln>
          </p:spPr>
        </p:pic>
        <p:sp>
          <p:nvSpPr>
            <p:cNvPr id="13338" name="Text Box 11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6392"/>
                                        </p:tgtEl>
                                        <p:attrNameLst>
                                          <p:attrName>style.visibility</p:attrName>
                                        </p:attrNameLst>
                                      </p:cBhvr>
                                      <p:to>
                                        <p:strVal val="visible"/>
                                      </p:to>
                                    </p:set>
                                    <p:animEffect transition="in" filter="dissolve">
                                      <p:cBhvr>
                                        <p:cTn id="7" dur="500"/>
                                        <p:tgtEl>
                                          <p:spTgt spid="16392"/>
                                        </p:tgtEl>
                                      </p:cBhvr>
                                    </p:animEffect>
                                  </p:childTnLst>
                                </p:cTn>
                              </p:par>
                            </p:childTnLst>
                          </p:cTn>
                        </p:par>
                        <p:par>
                          <p:cTn id="8" fill="hold">
                            <p:stCondLst>
                              <p:cond delay="500"/>
                            </p:stCondLst>
                            <p:childTnLst>
                              <p:par>
                                <p:cTn id="9" presetID="20" presetClass="entr" presetSubtype="0" fill="hold" grpId="0" nodeType="afterEffect">
                                  <p:stCondLst>
                                    <p:cond delay="0"/>
                                  </p:stCondLst>
                                  <p:childTnLst>
                                    <p:set>
                                      <p:cBhvr>
                                        <p:cTn id="10" dur="1" fill="hold">
                                          <p:stCondLst>
                                            <p:cond delay="0"/>
                                          </p:stCondLst>
                                        </p:cTn>
                                        <p:tgtEl>
                                          <p:spTgt spid="16398"/>
                                        </p:tgtEl>
                                        <p:attrNameLst>
                                          <p:attrName>style.visibility</p:attrName>
                                        </p:attrNameLst>
                                      </p:cBhvr>
                                      <p:to>
                                        <p:strVal val="visible"/>
                                      </p:to>
                                    </p:set>
                                    <p:animEffect transition="in" filter="wedge">
                                      <p:cBhvr>
                                        <p:cTn id="11" dur="2000"/>
                                        <p:tgtEl>
                                          <p:spTgt spid="16398"/>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2" fill="hold" nodeType="clickEffect">
                                  <p:stCondLst>
                                    <p:cond delay="0"/>
                                  </p:stCondLst>
                                  <p:childTnLst>
                                    <p:set>
                                      <p:cBhvr>
                                        <p:cTn id="15" dur="1" fill="hold">
                                          <p:stCondLst>
                                            <p:cond delay="0"/>
                                          </p:stCondLst>
                                        </p:cTn>
                                        <p:tgtEl>
                                          <p:spTgt spid="16434"/>
                                        </p:tgtEl>
                                        <p:attrNameLst>
                                          <p:attrName>style.visibility</p:attrName>
                                        </p:attrNameLst>
                                      </p:cBhvr>
                                      <p:to>
                                        <p:strVal val="visible"/>
                                      </p:to>
                                    </p:set>
                                    <p:animEffect transition="in" filter="slide(fromRight)">
                                      <p:cBhvr>
                                        <p:cTn id="16" dur="500"/>
                                        <p:tgtEl>
                                          <p:spTgt spid="1643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6399"/>
                                        </p:tgtEl>
                                        <p:attrNameLst>
                                          <p:attrName>style.visibility</p:attrName>
                                        </p:attrNameLst>
                                      </p:cBhvr>
                                      <p:to>
                                        <p:strVal val="visible"/>
                                      </p:to>
                                    </p:set>
                                    <p:anim calcmode="lin" valueType="num">
                                      <p:cBhvr additive="base">
                                        <p:cTn id="21" dur="500" fill="hold"/>
                                        <p:tgtEl>
                                          <p:spTgt spid="16399"/>
                                        </p:tgtEl>
                                        <p:attrNameLst>
                                          <p:attrName>ppt_x</p:attrName>
                                        </p:attrNameLst>
                                      </p:cBhvr>
                                      <p:tavLst>
                                        <p:tav tm="0">
                                          <p:val>
                                            <p:strVal val="0-#ppt_w/2"/>
                                          </p:val>
                                        </p:tav>
                                        <p:tav tm="100000">
                                          <p:val>
                                            <p:strVal val="#ppt_x"/>
                                          </p:val>
                                        </p:tav>
                                      </p:tavLst>
                                    </p:anim>
                                    <p:anim calcmode="lin" valueType="num">
                                      <p:cBhvr additive="base">
                                        <p:cTn id="22" dur="500" fill="hold"/>
                                        <p:tgtEl>
                                          <p:spTgt spid="16399"/>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471"/>
                                        </p:tgtEl>
                                        <p:attrNameLst>
                                          <p:attrName>style.visibility</p:attrName>
                                        </p:attrNameLst>
                                      </p:cBhvr>
                                      <p:to>
                                        <p:strVal val="visible"/>
                                      </p:to>
                                    </p:set>
                                    <p:animEffect transition="in" filter="wipe(up)">
                                      <p:cBhvr>
                                        <p:cTn id="32" dur="500"/>
                                        <p:tgtEl>
                                          <p:spTgt spid="1647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6395"/>
                                        </p:tgtEl>
                                        <p:attrNameLst>
                                          <p:attrName>style.visibility</p:attrName>
                                        </p:attrNameLst>
                                      </p:cBhvr>
                                      <p:to>
                                        <p:strVal val="visible"/>
                                      </p:to>
                                    </p:set>
                                    <p:animEffect transition="in" filter="wipe(up)">
                                      <p:cBhvr>
                                        <p:cTn id="37" dur="2000"/>
                                        <p:tgtEl>
                                          <p:spTgt spid="16395"/>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6405">
                                            <p:txEl>
                                              <p:charRg st="0" end="5"/>
                                            </p:txEl>
                                          </p:spTgt>
                                        </p:tgtEl>
                                        <p:attrNameLst>
                                          <p:attrName>style.visibility</p:attrName>
                                        </p:attrNameLst>
                                      </p:cBhvr>
                                      <p:to>
                                        <p:strVal val="visible"/>
                                      </p:to>
                                    </p:set>
                                    <p:animEffect transition="in" filter="box(out)">
                                      <p:cBhvr>
                                        <p:cTn id="42" dur="500"/>
                                        <p:tgtEl>
                                          <p:spTgt spid="16405">
                                            <p:txEl>
                                              <p:charRg st="0"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6406">
                                            <p:txEl>
                                              <p:charRg st="0" end="5"/>
                                            </p:txEl>
                                          </p:spTgt>
                                        </p:tgtEl>
                                        <p:attrNameLst>
                                          <p:attrName>style.visibility</p:attrName>
                                        </p:attrNameLst>
                                      </p:cBhvr>
                                      <p:to>
                                        <p:strVal val="visible"/>
                                      </p:to>
                                    </p:set>
                                    <p:animEffect transition="in" filter="box(out)">
                                      <p:cBhvr>
                                        <p:cTn id="47" dur="500"/>
                                        <p:tgtEl>
                                          <p:spTgt spid="16406">
                                            <p:txEl>
                                              <p:charRg st="0"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1" nodeType="clickEffect">
                                  <p:stCondLst>
                                    <p:cond delay="0"/>
                                  </p:stCondLst>
                                  <p:childTnLst>
                                    <p:animEffect transition="out" filter="blinds(horizontal)">
                                      <p:cBhvr>
                                        <p:cTn id="51" dur="500"/>
                                        <p:tgtEl>
                                          <p:spTgt spid="16471"/>
                                        </p:tgtEl>
                                      </p:cBhvr>
                                    </p:animEffect>
                                    <p:set>
                                      <p:cBhvr>
                                        <p:cTn id="52" dur="1" fill="hold">
                                          <p:stCondLst>
                                            <p:cond delay="499"/>
                                          </p:stCondLst>
                                        </p:cTn>
                                        <p:tgtEl>
                                          <p:spTgt spid="16471"/>
                                        </p:tgtEl>
                                        <p:attrNameLst>
                                          <p:attrName>style.visibility</p:attrName>
                                        </p:attrNameLst>
                                      </p:cBhvr>
                                      <p:to>
                                        <p:strVal val="hidden"/>
                                      </p:to>
                                    </p:set>
                                  </p:childTnLst>
                                </p:cTn>
                              </p:par>
                              <p:par>
                                <p:cTn id="53" presetID="22" presetClass="entr" presetSubtype="1" fill="hold" grpId="0" nodeType="withEffect">
                                  <p:stCondLst>
                                    <p:cond delay="0"/>
                                  </p:stCondLst>
                                  <p:childTnLst>
                                    <p:set>
                                      <p:cBhvr>
                                        <p:cTn id="54" dur="1" fill="hold">
                                          <p:stCondLst>
                                            <p:cond delay="0"/>
                                          </p:stCondLst>
                                        </p:cTn>
                                        <p:tgtEl>
                                          <p:spTgt spid="16472"/>
                                        </p:tgtEl>
                                        <p:attrNameLst>
                                          <p:attrName>style.visibility</p:attrName>
                                        </p:attrNameLst>
                                      </p:cBhvr>
                                      <p:to>
                                        <p:strVal val="visible"/>
                                      </p:to>
                                    </p:set>
                                    <p:animEffect transition="in" filter="wipe(up)">
                                      <p:cBhvr>
                                        <p:cTn id="55" dur="500"/>
                                        <p:tgtEl>
                                          <p:spTgt spid="1647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16400"/>
                                        </p:tgtEl>
                                        <p:attrNameLst>
                                          <p:attrName>style.visibility</p:attrName>
                                        </p:attrNameLst>
                                      </p:cBhvr>
                                      <p:to>
                                        <p:strVal val="visible"/>
                                      </p:to>
                                    </p:set>
                                    <p:animEffect transition="in" filter="wipe(up)">
                                      <p:cBhvr>
                                        <p:cTn id="60" dur="2000"/>
                                        <p:tgtEl>
                                          <p:spTgt spid="16400"/>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32" fill="hold" grpId="0" nodeType="clickEffect">
                                  <p:stCondLst>
                                    <p:cond delay="0"/>
                                  </p:stCondLst>
                                  <p:childTnLst>
                                    <p:set>
                                      <p:cBhvr>
                                        <p:cTn id="64" dur="1" fill="hold">
                                          <p:stCondLst>
                                            <p:cond delay="0"/>
                                          </p:stCondLst>
                                        </p:cTn>
                                        <p:tgtEl>
                                          <p:spTgt spid="16403">
                                            <p:txEl>
                                              <p:charRg st="0" end="5"/>
                                            </p:txEl>
                                          </p:spTgt>
                                        </p:tgtEl>
                                        <p:attrNameLst>
                                          <p:attrName>style.visibility</p:attrName>
                                        </p:attrNameLst>
                                      </p:cBhvr>
                                      <p:to>
                                        <p:strVal val="visible"/>
                                      </p:to>
                                    </p:set>
                                    <p:animEffect transition="in" filter="box(out)">
                                      <p:cBhvr>
                                        <p:cTn id="65" dur="500"/>
                                        <p:tgtEl>
                                          <p:spTgt spid="16403">
                                            <p:txEl>
                                              <p:charRg st="0"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4" presetClass="entr" presetSubtype="32" fill="hold" grpId="0" nodeType="clickEffect">
                                  <p:stCondLst>
                                    <p:cond delay="0"/>
                                  </p:stCondLst>
                                  <p:childTnLst>
                                    <p:set>
                                      <p:cBhvr>
                                        <p:cTn id="69" dur="1" fill="hold">
                                          <p:stCondLst>
                                            <p:cond delay="0"/>
                                          </p:stCondLst>
                                        </p:cTn>
                                        <p:tgtEl>
                                          <p:spTgt spid="16404">
                                            <p:txEl>
                                              <p:charRg st="0" end="6"/>
                                            </p:txEl>
                                          </p:spTgt>
                                        </p:tgtEl>
                                        <p:attrNameLst>
                                          <p:attrName>style.visibility</p:attrName>
                                        </p:attrNameLst>
                                      </p:cBhvr>
                                      <p:to>
                                        <p:strVal val="visible"/>
                                      </p:to>
                                    </p:set>
                                    <p:animEffect transition="in" filter="box(out)">
                                      <p:cBhvr>
                                        <p:cTn id="70" dur="500"/>
                                        <p:tgtEl>
                                          <p:spTgt spid="16404">
                                            <p:txEl>
                                              <p:charRg st="0" end="6"/>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5" presetClass="entr" presetSubtype="0" fill="hold" grpId="0" nodeType="clickEffect">
                                  <p:stCondLst>
                                    <p:cond delay="0"/>
                                  </p:stCondLst>
                                  <p:childTnLst>
                                    <p:set>
                                      <p:cBhvr>
                                        <p:cTn id="74" dur="1" fill="hold">
                                          <p:stCondLst>
                                            <p:cond delay="0"/>
                                          </p:stCondLst>
                                        </p:cTn>
                                        <p:tgtEl>
                                          <p:spTgt spid="16402"/>
                                        </p:tgtEl>
                                        <p:attrNameLst>
                                          <p:attrName>style.visibility</p:attrName>
                                        </p:attrNameLst>
                                      </p:cBhvr>
                                      <p:to>
                                        <p:strVal val="visible"/>
                                      </p:to>
                                    </p:set>
                                    <p:anim calcmode="lin" valueType="num">
                                      <p:cBhvr>
                                        <p:cTn id="75" dur="1000" fill="hold"/>
                                        <p:tgtEl>
                                          <p:spTgt spid="16402"/>
                                        </p:tgtEl>
                                        <p:attrNameLst>
                                          <p:attrName>ppt_w</p:attrName>
                                        </p:attrNameLst>
                                      </p:cBhvr>
                                      <p:tavLst>
                                        <p:tav tm="0">
                                          <p:val>
                                            <p:strVal val="#ppt_w*0.70"/>
                                          </p:val>
                                        </p:tav>
                                        <p:tav tm="100000">
                                          <p:val>
                                            <p:strVal val="#ppt_w"/>
                                          </p:val>
                                        </p:tav>
                                      </p:tavLst>
                                    </p:anim>
                                    <p:anim calcmode="lin" valueType="num">
                                      <p:cBhvr>
                                        <p:cTn id="76" dur="1000" fill="hold"/>
                                        <p:tgtEl>
                                          <p:spTgt spid="16402"/>
                                        </p:tgtEl>
                                        <p:attrNameLst>
                                          <p:attrName>ppt_h</p:attrName>
                                        </p:attrNameLst>
                                      </p:cBhvr>
                                      <p:tavLst>
                                        <p:tav tm="0">
                                          <p:val>
                                            <p:strVal val="#ppt_h"/>
                                          </p:val>
                                        </p:tav>
                                        <p:tav tm="100000">
                                          <p:val>
                                            <p:strVal val="#ppt_h"/>
                                          </p:val>
                                        </p:tav>
                                      </p:tavLst>
                                    </p:anim>
                                    <p:animEffect transition="in" filter="fade">
                                      <p:cBhvr>
                                        <p:cTn id="77" dur="1000"/>
                                        <p:tgtEl>
                                          <p:spTgt spid="16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8" grpId="0" animBg="1"/>
      <p:bldP spid="16399" grpId="0"/>
      <p:bldP spid="16402" grpId="0" animBg="1"/>
      <p:bldP spid="16403" grpId="0" build="p"/>
      <p:bldP spid="16404" grpId="0" build="p"/>
      <p:bldP spid="16405" grpId="0" build="p"/>
      <p:bldP spid="16406" grpId="0" build="p"/>
      <p:bldP spid="16471" grpId="0" animBg="1"/>
      <p:bldP spid="16471" grpId="1" animBg="1"/>
      <p:bldP spid="1647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7" name="Text Box 7"/>
          <p:cNvSpPr txBox="1"/>
          <p:nvPr/>
        </p:nvSpPr>
        <p:spPr>
          <a:xfrm>
            <a:off x="755650" y="1268413"/>
            <a:ext cx="2879725"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互易二端口满足</a:t>
            </a:r>
            <a:r>
              <a:rPr lang="en-US" altLang="zh-CN" dirty="0">
                <a:solidFill>
                  <a:srgbClr val="FFFF00"/>
                </a:solidFill>
                <a:latin typeface="楷体_GB2312" pitchFamily="49" charset="-122"/>
              </a:rPr>
              <a:t>:</a:t>
            </a:r>
            <a:endParaRPr lang="en-US" altLang="zh-CN" dirty="0">
              <a:solidFill>
                <a:srgbClr val="FFFF00"/>
              </a:solidFill>
              <a:latin typeface="楷体_GB2312" pitchFamily="49" charset="-122"/>
            </a:endParaRPr>
          </a:p>
        </p:txBody>
      </p:sp>
      <p:graphicFrame>
        <p:nvGraphicFramePr>
          <p:cNvPr id="15368" name="Object 8"/>
          <p:cNvGraphicFramePr/>
          <p:nvPr/>
        </p:nvGraphicFramePr>
        <p:xfrm>
          <a:off x="4284663" y="1341438"/>
          <a:ext cx="1544637" cy="595312"/>
        </p:xfrm>
        <a:graphic>
          <a:graphicData uri="http://schemas.openxmlformats.org/presentationml/2006/ole">
            <mc:AlternateContent xmlns:mc="http://schemas.openxmlformats.org/markup-compatibility/2006">
              <mc:Choice xmlns:v="urn:schemas-microsoft-com:vml" Requires="v">
                <p:oleObj spid="_x0000_s3156" name="" r:id="rId1" imgW="622300" imgH="241300" progId="Equation.3">
                  <p:embed/>
                </p:oleObj>
              </mc:Choice>
              <mc:Fallback>
                <p:oleObj name="" r:id="rId1" imgW="622300" imgH="241300" progId="Equation.3">
                  <p:embed/>
                  <p:pic>
                    <p:nvPicPr>
                      <p:cNvPr id="0" name="图片 3155"/>
                      <p:cNvPicPr/>
                      <p:nvPr/>
                    </p:nvPicPr>
                    <p:blipFill>
                      <a:blip r:embed="rId2">
                        <a:clrChange>
                          <a:clrFrom>
                            <a:srgbClr val="000000"/>
                          </a:clrFrom>
                          <a:clrTo>
                            <a:srgbClr val="FFFFFF"/>
                          </a:clrTo>
                        </a:clrChange>
                      </a:blip>
                      <a:stretch>
                        <a:fillRect/>
                      </a:stretch>
                    </p:blipFill>
                    <p:spPr>
                      <a:xfrm>
                        <a:off x="4284663" y="1341438"/>
                        <a:ext cx="1544637" cy="595312"/>
                      </a:xfrm>
                      <a:prstGeom prst="rect">
                        <a:avLst/>
                      </a:prstGeom>
                      <a:noFill/>
                      <a:ln w="38100">
                        <a:noFill/>
                        <a:miter/>
                      </a:ln>
                    </p:spPr>
                  </p:pic>
                </p:oleObj>
              </mc:Fallback>
            </mc:AlternateContent>
          </a:graphicData>
        </a:graphic>
      </p:graphicFrame>
      <p:graphicFrame>
        <p:nvGraphicFramePr>
          <p:cNvPr id="15370" name="Object 10"/>
          <p:cNvGraphicFramePr/>
          <p:nvPr/>
        </p:nvGraphicFramePr>
        <p:xfrm>
          <a:off x="4284663" y="1989138"/>
          <a:ext cx="1765300" cy="550862"/>
        </p:xfrm>
        <a:graphic>
          <a:graphicData uri="http://schemas.openxmlformats.org/presentationml/2006/ole">
            <mc:AlternateContent xmlns:mc="http://schemas.openxmlformats.org/markup-compatibility/2006">
              <mc:Choice xmlns:v="urn:schemas-microsoft-com:vml" Requires="v">
                <p:oleObj spid="_x0000_s3158" name="" r:id="rId3" imgW="622300" imgH="241300" progId="Equation.3">
                  <p:embed/>
                </p:oleObj>
              </mc:Choice>
              <mc:Fallback>
                <p:oleObj name="" r:id="rId3" imgW="622300" imgH="241300" progId="Equation.3">
                  <p:embed/>
                  <p:pic>
                    <p:nvPicPr>
                      <p:cNvPr id="0" name="图片 3157"/>
                      <p:cNvPicPr/>
                      <p:nvPr/>
                    </p:nvPicPr>
                    <p:blipFill>
                      <a:blip r:embed="rId4">
                        <a:clrChange>
                          <a:clrFrom>
                            <a:srgbClr val="000000"/>
                          </a:clrFrom>
                          <a:clrTo>
                            <a:srgbClr val="FFFFFF"/>
                          </a:clrTo>
                        </a:clrChange>
                      </a:blip>
                      <a:stretch>
                        <a:fillRect/>
                      </a:stretch>
                    </p:blipFill>
                    <p:spPr>
                      <a:xfrm>
                        <a:off x="4284663" y="1989138"/>
                        <a:ext cx="1765300" cy="550862"/>
                      </a:xfrm>
                      <a:prstGeom prst="rect">
                        <a:avLst/>
                      </a:prstGeom>
                      <a:noFill/>
                      <a:ln w="38100">
                        <a:noFill/>
                        <a:miter/>
                      </a:ln>
                    </p:spPr>
                  </p:pic>
                </p:oleObj>
              </mc:Fallback>
            </mc:AlternateContent>
          </a:graphicData>
        </a:graphic>
      </p:graphicFrame>
      <p:sp>
        <p:nvSpPr>
          <p:cNvPr id="15371" name="Text Box 11"/>
          <p:cNvSpPr txBox="1"/>
          <p:nvPr/>
        </p:nvSpPr>
        <p:spPr>
          <a:xfrm>
            <a:off x="827088" y="1916113"/>
            <a:ext cx="273685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对称二端口满足</a:t>
            </a:r>
            <a:r>
              <a:rPr lang="en-US" altLang="zh-CN" dirty="0">
                <a:solidFill>
                  <a:srgbClr val="FFFF00"/>
                </a:solidFill>
                <a:latin typeface="楷体_GB2312" pitchFamily="49" charset="-122"/>
              </a:rPr>
              <a:t>:</a:t>
            </a:r>
            <a:endParaRPr lang="en-US" altLang="zh-CN" dirty="0">
              <a:solidFill>
                <a:srgbClr val="FFFF00"/>
              </a:solidFill>
              <a:latin typeface="楷体_GB2312" pitchFamily="49" charset="-122"/>
            </a:endParaRPr>
          </a:p>
        </p:txBody>
      </p:sp>
      <p:sp>
        <p:nvSpPr>
          <p:cNvPr id="15378" name="Text Box 18"/>
          <p:cNvSpPr txBox="1"/>
          <p:nvPr/>
        </p:nvSpPr>
        <p:spPr>
          <a:xfrm>
            <a:off x="539750" y="549275"/>
            <a:ext cx="3663950" cy="519113"/>
          </a:xfrm>
          <a:prstGeom prst="rect">
            <a:avLst/>
          </a:prstGeom>
          <a:noFill/>
          <a:ln w="28575">
            <a:noFill/>
          </a:ln>
        </p:spPr>
        <p:txBody>
          <a:bodyPr>
            <a:spAutoFit/>
          </a:bodyPr>
          <a:p>
            <a:pPr marL="342900" indent="-342900">
              <a:spcBef>
                <a:spcPct val="50000"/>
              </a:spcBef>
              <a:buAutoNum type="circleNumDbPlain" startAt="3"/>
            </a:pPr>
            <a:r>
              <a:rPr lang="zh-CN" altLang="en-US" dirty="0">
                <a:solidFill>
                  <a:srgbClr val="FF9900"/>
                </a:solidFill>
                <a:latin typeface="楷体_GB2312" pitchFamily="49" charset="-122"/>
              </a:rPr>
              <a:t>互易性和对称性</a:t>
            </a:r>
            <a:endParaRPr lang="zh-CN" altLang="en-US" dirty="0">
              <a:solidFill>
                <a:srgbClr val="FF9900"/>
              </a:solidFill>
              <a:latin typeface="楷体_GB2312" pitchFamily="49" charset="-122"/>
            </a:endParaRPr>
          </a:p>
        </p:txBody>
      </p:sp>
      <p:grpSp>
        <p:nvGrpSpPr>
          <p:cNvPr id="14347" name="Group 72"/>
          <p:cNvGrpSpPr/>
          <p:nvPr/>
        </p:nvGrpSpPr>
        <p:grpSpPr>
          <a:xfrm>
            <a:off x="8316913" y="6446838"/>
            <a:ext cx="792162" cy="366712"/>
            <a:chOff x="5193" y="4020"/>
            <a:chExt cx="499" cy="231"/>
          </a:xfrm>
        </p:grpSpPr>
        <p:pic>
          <p:nvPicPr>
            <p:cNvPr id="14376" name="Picture 73"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14377" name="Text Box 7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4348" name="Group 75"/>
          <p:cNvGrpSpPr/>
          <p:nvPr/>
        </p:nvGrpSpPr>
        <p:grpSpPr>
          <a:xfrm>
            <a:off x="7453313" y="6446838"/>
            <a:ext cx="792162" cy="366712"/>
            <a:chOff x="4649" y="4020"/>
            <a:chExt cx="499" cy="231"/>
          </a:xfrm>
        </p:grpSpPr>
        <p:pic>
          <p:nvPicPr>
            <p:cNvPr id="14374" name="Picture 76"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4375" name="Text Box 7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15463" name="Text Box 103"/>
          <p:cNvSpPr txBox="1"/>
          <p:nvPr/>
        </p:nvSpPr>
        <p:spPr>
          <a:xfrm>
            <a:off x="611188" y="2708275"/>
            <a:ext cx="1439862"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2-4</a:t>
            </a:r>
            <a:endParaRPr lang="en-US" altLang="zh-CN" sz="3200" b="0" dirty="0">
              <a:latin typeface="Times New Roman" panose="02020603050405020304" pitchFamily="18" charset="0"/>
              <a:ea typeface="宋体" panose="02010600030101010101" pitchFamily="2" charset="-122"/>
            </a:endParaRPr>
          </a:p>
        </p:txBody>
      </p:sp>
      <p:sp>
        <p:nvSpPr>
          <p:cNvPr id="15465" name="Text Box 105"/>
          <p:cNvSpPr txBox="1"/>
          <p:nvPr/>
        </p:nvSpPr>
        <p:spPr>
          <a:xfrm>
            <a:off x="1692275" y="2781300"/>
            <a:ext cx="5256213"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求图示二端口的</a:t>
            </a:r>
            <a:r>
              <a:rPr lang="en-US" altLang="zh-CN" b="0" i="1" dirty="0">
                <a:latin typeface="Times New Roman" panose="02020603050405020304" pitchFamily="18" charset="0"/>
              </a:rPr>
              <a:t>Z</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4" name="Group 136"/>
          <p:cNvGrpSpPr/>
          <p:nvPr/>
        </p:nvGrpSpPr>
        <p:grpSpPr>
          <a:xfrm>
            <a:off x="2339975" y="3357563"/>
            <a:ext cx="4227513" cy="2224087"/>
            <a:chOff x="1474" y="2115"/>
            <a:chExt cx="2663" cy="1401"/>
          </a:xfrm>
        </p:grpSpPr>
        <p:sp>
          <p:nvSpPr>
            <p:cNvPr id="14355" name="Rectangle 107"/>
            <p:cNvSpPr/>
            <p:nvPr/>
          </p:nvSpPr>
          <p:spPr>
            <a:xfrm>
              <a:off x="2736" y="2841"/>
              <a:ext cx="31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14356" name="Rectangle 108"/>
            <p:cNvSpPr/>
            <p:nvPr/>
          </p:nvSpPr>
          <p:spPr>
            <a:xfrm>
              <a:off x="2109" y="216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14357" name="Rectangle 109"/>
            <p:cNvSpPr/>
            <p:nvPr/>
          </p:nvSpPr>
          <p:spPr>
            <a:xfrm>
              <a:off x="3016" y="216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graphicFrame>
          <p:nvGraphicFramePr>
            <p:cNvPr id="14340" name="Object 110"/>
            <p:cNvGraphicFramePr/>
            <p:nvPr/>
          </p:nvGraphicFramePr>
          <p:xfrm>
            <a:off x="1474" y="2841"/>
            <a:ext cx="272" cy="370"/>
          </p:xfrm>
          <a:graphic>
            <a:graphicData uri="http://schemas.openxmlformats.org/presentationml/2006/ole">
              <mc:AlternateContent xmlns:mc="http://schemas.openxmlformats.org/markup-compatibility/2006">
                <mc:Choice xmlns:v="urn:schemas-microsoft-com:vml" Requires="v">
                  <p:oleObj spid="_x0000_s3171" name="" r:id="rId6" imgW="215900" imgH="291465" progId="Equation.3">
                    <p:embed/>
                  </p:oleObj>
                </mc:Choice>
                <mc:Fallback>
                  <p:oleObj name="" r:id="rId6" imgW="215900" imgH="291465" progId="Equation.3">
                    <p:embed/>
                    <p:pic>
                      <p:nvPicPr>
                        <p:cNvPr id="0" name="图片 3170"/>
                        <p:cNvPicPr/>
                        <p:nvPr/>
                      </p:nvPicPr>
                      <p:blipFill>
                        <a:blip r:embed="rId7">
                          <a:clrChange>
                            <a:clrFrom>
                              <a:srgbClr val="000000"/>
                            </a:clrFrom>
                            <a:clrTo>
                              <a:srgbClr val="FFFFFF"/>
                            </a:clrTo>
                          </a:clrChange>
                        </a:blip>
                        <a:stretch>
                          <a:fillRect/>
                        </a:stretch>
                      </p:blipFill>
                      <p:spPr>
                        <a:xfrm>
                          <a:off x="1474" y="2841"/>
                          <a:ext cx="272" cy="370"/>
                        </a:xfrm>
                        <a:prstGeom prst="rect">
                          <a:avLst/>
                        </a:prstGeom>
                        <a:noFill/>
                        <a:ln w="38100">
                          <a:noFill/>
                          <a:miter/>
                        </a:ln>
                      </p:spPr>
                    </p:pic>
                  </p:oleObj>
                </mc:Fallback>
              </mc:AlternateContent>
            </a:graphicData>
          </a:graphic>
        </p:graphicFrame>
        <p:graphicFrame>
          <p:nvGraphicFramePr>
            <p:cNvPr id="14341" name="Object 111"/>
            <p:cNvGraphicFramePr/>
            <p:nvPr/>
          </p:nvGraphicFramePr>
          <p:xfrm>
            <a:off x="3606" y="2160"/>
            <a:ext cx="240" cy="370"/>
          </p:xfrm>
          <a:graphic>
            <a:graphicData uri="http://schemas.openxmlformats.org/presentationml/2006/ole">
              <mc:AlternateContent xmlns:mc="http://schemas.openxmlformats.org/markup-compatibility/2006">
                <mc:Choice xmlns:v="urn:schemas-microsoft-com:vml" Requires="v">
                  <p:oleObj spid="_x0000_s3170" name="" r:id="rId8" imgW="190500" imgH="292100" progId="Equation.3">
                    <p:embed/>
                  </p:oleObj>
                </mc:Choice>
                <mc:Fallback>
                  <p:oleObj name="" r:id="rId8" imgW="190500" imgH="292100" progId="Equation.3">
                    <p:embed/>
                    <p:pic>
                      <p:nvPicPr>
                        <p:cNvPr id="0" name="图片 3169"/>
                        <p:cNvPicPr/>
                        <p:nvPr/>
                      </p:nvPicPr>
                      <p:blipFill>
                        <a:blip r:embed="rId9">
                          <a:clrChange>
                            <a:clrFrom>
                              <a:srgbClr val="000000"/>
                            </a:clrFrom>
                            <a:clrTo>
                              <a:srgbClr val="FFFFFF"/>
                            </a:clrTo>
                          </a:clrChange>
                        </a:blip>
                        <a:stretch>
                          <a:fillRect/>
                        </a:stretch>
                      </p:blipFill>
                      <p:spPr>
                        <a:xfrm>
                          <a:off x="3606" y="2160"/>
                          <a:ext cx="240" cy="370"/>
                        </a:xfrm>
                        <a:prstGeom prst="rect">
                          <a:avLst/>
                        </a:prstGeom>
                        <a:noFill/>
                        <a:ln w="38100">
                          <a:noFill/>
                          <a:miter/>
                        </a:ln>
                      </p:spPr>
                    </p:pic>
                  </p:oleObj>
                </mc:Fallback>
              </mc:AlternateContent>
            </a:graphicData>
          </a:graphic>
        </p:graphicFrame>
        <p:graphicFrame>
          <p:nvGraphicFramePr>
            <p:cNvPr id="14342" name="Object 112"/>
            <p:cNvGraphicFramePr/>
            <p:nvPr/>
          </p:nvGraphicFramePr>
          <p:xfrm>
            <a:off x="1701" y="2115"/>
            <a:ext cx="208" cy="370"/>
          </p:xfrm>
          <a:graphic>
            <a:graphicData uri="http://schemas.openxmlformats.org/presentationml/2006/ole">
              <mc:AlternateContent xmlns:mc="http://schemas.openxmlformats.org/markup-compatibility/2006">
                <mc:Choice xmlns:v="urn:schemas-microsoft-com:vml" Requires="v">
                  <p:oleObj spid="_x0000_s3172" name="" r:id="rId10" imgW="165100" imgH="291465" progId="Equation.3">
                    <p:embed/>
                  </p:oleObj>
                </mc:Choice>
                <mc:Fallback>
                  <p:oleObj name="" r:id="rId10" imgW="165100" imgH="291465" progId="Equation.3">
                    <p:embed/>
                    <p:pic>
                      <p:nvPicPr>
                        <p:cNvPr id="0" name="图片 3171"/>
                        <p:cNvPicPr/>
                        <p:nvPr/>
                      </p:nvPicPr>
                      <p:blipFill>
                        <a:blip r:embed="rId11">
                          <a:clrChange>
                            <a:clrFrom>
                              <a:srgbClr val="000000"/>
                            </a:clrFrom>
                            <a:clrTo>
                              <a:srgbClr val="FFFFFF"/>
                            </a:clrTo>
                          </a:clrChange>
                        </a:blip>
                        <a:stretch>
                          <a:fillRect/>
                        </a:stretch>
                      </p:blipFill>
                      <p:spPr>
                        <a:xfrm>
                          <a:off x="1701" y="2115"/>
                          <a:ext cx="208" cy="370"/>
                        </a:xfrm>
                        <a:prstGeom prst="rect">
                          <a:avLst/>
                        </a:prstGeom>
                        <a:noFill/>
                        <a:ln w="38100">
                          <a:noFill/>
                          <a:miter/>
                        </a:ln>
                      </p:spPr>
                    </p:pic>
                  </p:oleObj>
                </mc:Fallback>
              </mc:AlternateContent>
            </a:graphicData>
          </a:graphic>
        </p:graphicFrame>
        <p:sp>
          <p:nvSpPr>
            <p:cNvPr id="14358" name="Line 113"/>
            <p:cNvSpPr/>
            <p:nvPr/>
          </p:nvSpPr>
          <p:spPr>
            <a:xfrm flipH="1">
              <a:off x="1655" y="2523"/>
              <a:ext cx="2268" cy="0"/>
            </a:xfrm>
            <a:prstGeom prst="line">
              <a:avLst/>
            </a:prstGeom>
            <a:ln w="28575" cap="flat" cmpd="sng">
              <a:solidFill>
                <a:srgbClr val="FFCC00"/>
              </a:solidFill>
              <a:prstDash val="solid"/>
              <a:headEnd type="none" w="med" len="med"/>
              <a:tailEnd type="none" w="med" len="med"/>
            </a:ln>
          </p:spPr>
        </p:sp>
        <p:sp>
          <p:nvSpPr>
            <p:cNvPr id="14359" name="Line 114"/>
            <p:cNvSpPr/>
            <p:nvPr/>
          </p:nvSpPr>
          <p:spPr>
            <a:xfrm>
              <a:off x="1649" y="3486"/>
              <a:ext cx="2283" cy="1"/>
            </a:xfrm>
            <a:prstGeom prst="line">
              <a:avLst/>
            </a:prstGeom>
            <a:ln w="28575" cap="flat" cmpd="sng">
              <a:solidFill>
                <a:srgbClr val="FFCC00"/>
              </a:solidFill>
              <a:prstDash val="solid"/>
              <a:headEnd type="none" w="med" len="med"/>
              <a:tailEnd type="none" w="med" len="med"/>
            </a:ln>
          </p:spPr>
        </p:sp>
        <p:sp>
          <p:nvSpPr>
            <p:cNvPr id="14360" name="Line 115"/>
            <p:cNvSpPr/>
            <p:nvPr/>
          </p:nvSpPr>
          <p:spPr>
            <a:xfrm>
              <a:off x="1701" y="2523"/>
              <a:ext cx="294" cy="0"/>
            </a:xfrm>
            <a:prstGeom prst="line">
              <a:avLst/>
            </a:prstGeom>
            <a:ln w="28575" cap="flat" cmpd="sng">
              <a:solidFill>
                <a:srgbClr val="00FFFF"/>
              </a:solidFill>
              <a:prstDash val="solid"/>
              <a:headEnd type="none" w="med" len="med"/>
              <a:tailEnd type="triangle" w="med" len="med"/>
            </a:ln>
          </p:spPr>
        </p:sp>
        <p:sp>
          <p:nvSpPr>
            <p:cNvPr id="14361" name="Text Box 116"/>
            <p:cNvSpPr txBox="1"/>
            <p:nvPr/>
          </p:nvSpPr>
          <p:spPr>
            <a:xfrm>
              <a:off x="1493" y="254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4362" name="Text Box 117"/>
            <p:cNvSpPr txBox="1"/>
            <p:nvPr/>
          </p:nvSpPr>
          <p:spPr>
            <a:xfrm>
              <a:off x="1510" y="316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4363" name="Line 118"/>
            <p:cNvSpPr/>
            <p:nvPr/>
          </p:nvSpPr>
          <p:spPr>
            <a:xfrm flipH="1">
              <a:off x="3560" y="2523"/>
              <a:ext cx="294" cy="0"/>
            </a:xfrm>
            <a:prstGeom prst="line">
              <a:avLst/>
            </a:prstGeom>
            <a:ln w="28575" cap="flat" cmpd="sng">
              <a:solidFill>
                <a:srgbClr val="00FFFF"/>
              </a:solidFill>
              <a:prstDash val="solid"/>
              <a:headEnd type="none" w="med" len="med"/>
              <a:tailEnd type="triangle" w="med" len="med"/>
            </a:ln>
          </p:spPr>
        </p:sp>
        <p:sp>
          <p:nvSpPr>
            <p:cNvPr id="14364" name="Text Box 119"/>
            <p:cNvSpPr txBox="1"/>
            <p:nvPr/>
          </p:nvSpPr>
          <p:spPr>
            <a:xfrm>
              <a:off x="3845" y="255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4365" name="Text Box 120"/>
            <p:cNvSpPr txBox="1"/>
            <p:nvPr/>
          </p:nvSpPr>
          <p:spPr>
            <a:xfrm>
              <a:off x="3838" y="317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4343" name="Object 121"/>
            <p:cNvGraphicFramePr/>
            <p:nvPr/>
          </p:nvGraphicFramePr>
          <p:xfrm>
            <a:off x="3833" y="2841"/>
            <a:ext cx="304" cy="370"/>
          </p:xfrm>
          <a:graphic>
            <a:graphicData uri="http://schemas.openxmlformats.org/presentationml/2006/ole">
              <mc:AlternateContent xmlns:mc="http://schemas.openxmlformats.org/markup-compatibility/2006">
                <mc:Choice xmlns:v="urn:schemas-microsoft-com:vml" Requires="v">
                  <p:oleObj spid="_x0000_s3169" name="" r:id="rId12" imgW="241300" imgH="292100" progId="Equation.3">
                    <p:embed/>
                  </p:oleObj>
                </mc:Choice>
                <mc:Fallback>
                  <p:oleObj name="" r:id="rId12" imgW="241300" imgH="292100" progId="Equation.3">
                    <p:embed/>
                    <p:pic>
                      <p:nvPicPr>
                        <p:cNvPr id="0" name="图片 3168"/>
                        <p:cNvPicPr/>
                        <p:nvPr/>
                      </p:nvPicPr>
                      <p:blipFill>
                        <a:blip r:embed="rId13">
                          <a:clrChange>
                            <a:clrFrom>
                              <a:srgbClr val="000000"/>
                            </a:clrFrom>
                            <a:clrTo>
                              <a:srgbClr val="FFFFFF"/>
                            </a:clrTo>
                          </a:clrChange>
                        </a:blip>
                        <a:stretch>
                          <a:fillRect/>
                        </a:stretch>
                      </p:blipFill>
                      <p:spPr>
                        <a:xfrm>
                          <a:off x="3833" y="2841"/>
                          <a:ext cx="304" cy="370"/>
                        </a:xfrm>
                        <a:prstGeom prst="rect">
                          <a:avLst/>
                        </a:prstGeom>
                        <a:noFill/>
                        <a:ln w="38100">
                          <a:noFill/>
                          <a:miter/>
                        </a:ln>
                      </p:spPr>
                    </p:pic>
                  </p:oleObj>
                </mc:Fallback>
              </mc:AlternateContent>
            </a:graphicData>
          </a:graphic>
        </p:graphicFrame>
        <p:sp>
          <p:nvSpPr>
            <p:cNvPr id="14366" name="Line 122"/>
            <p:cNvSpPr/>
            <p:nvPr/>
          </p:nvSpPr>
          <p:spPr>
            <a:xfrm>
              <a:off x="2723" y="2523"/>
              <a:ext cx="0" cy="953"/>
            </a:xfrm>
            <a:prstGeom prst="line">
              <a:avLst/>
            </a:prstGeom>
            <a:ln w="28575" cap="flat" cmpd="sng">
              <a:solidFill>
                <a:srgbClr val="FFCC00"/>
              </a:solidFill>
              <a:prstDash val="solid"/>
              <a:headEnd type="oval" w="med" len="med"/>
              <a:tailEnd type="oval" w="med" len="med"/>
            </a:ln>
          </p:spPr>
        </p:sp>
        <p:sp>
          <p:nvSpPr>
            <p:cNvPr id="14367" name="Oval 123"/>
            <p:cNvSpPr/>
            <p:nvPr/>
          </p:nvSpPr>
          <p:spPr>
            <a:xfrm>
              <a:off x="1581" y="248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68" name="Oval 124"/>
            <p:cNvSpPr/>
            <p:nvPr/>
          </p:nvSpPr>
          <p:spPr>
            <a:xfrm>
              <a:off x="1581" y="343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69" name="Oval 125"/>
            <p:cNvSpPr/>
            <p:nvPr/>
          </p:nvSpPr>
          <p:spPr>
            <a:xfrm>
              <a:off x="3927" y="248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70" name="Oval 126"/>
            <p:cNvSpPr/>
            <p:nvPr/>
          </p:nvSpPr>
          <p:spPr>
            <a:xfrm>
              <a:off x="3939" y="344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4371" name="Rectangle 127"/>
            <p:cNvSpPr/>
            <p:nvPr/>
          </p:nvSpPr>
          <p:spPr>
            <a:xfrm>
              <a:off x="3016" y="246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4372" name="Rectangle 128"/>
            <p:cNvSpPr/>
            <p:nvPr/>
          </p:nvSpPr>
          <p:spPr>
            <a:xfrm>
              <a:off x="2659" y="28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4373" name="Rectangle 129"/>
            <p:cNvSpPr/>
            <p:nvPr/>
          </p:nvSpPr>
          <p:spPr>
            <a:xfrm>
              <a:off x="2109" y="246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14352" name="Group 133"/>
          <p:cNvGrpSpPr/>
          <p:nvPr/>
        </p:nvGrpSpPr>
        <p:grpSpPr>
          <a:xfrm>
            <a:off x="6588125" y="6446838"/>
            <a:ext cx="792163" cy="366712"/>
            <a:chOff x="4649" y="4020"/>
            <a:chExt cx="499" cy="231"/>
          </a:xfrm>
        </p:grpSpPr>
        <p:pic>
          <p:nvPicPr>
            <p:cNvPr id="14353" name="Picture 134"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4354" name="Text Box 13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378"/>
                                        </p:tgtEl>
                                        <p:attrNameLst>
                                          <p:attrName>style.visibility</p:attrName>
                                        </p:attrNameLst>
                                      </p:cBhvr>
                                      <p:to>
                                        <p:strVal val="visible"/>
                                      </p:to>
                                    </p:set>
                                    <p:anim calcmode="lin" valueType="num">
                                      <p:cBhvr additive="base">
                                        <p:cTn id="7" dur="500" fill="hold"/>
                                        <p:tgtEl>
                                          <p:spTgt spid="15378"/>
                                        </p:tgtEl>
                                        <p:attrNameLst>
                                          <p:attrName>ppt_x</p:attrName>
                                        </p:attrNameLst>
                                      </p:cBhvr>
                                      <p:tavLst>
                                        <p:tav tm="0">
                                          <p:val>
                                            <p:strVal val="0-#ppt_w/2"/>
                                          </p:val>
                                        </p:tav>
                                        <p:tav tm="100000">
                                          <p:val>
                                            <p:strVal val="#ppt_x"/>
                                          </p:val>
                                        </p:tav>
                                      </p:tavLst>
                                    </p:anim>
                                    <p:anim calcmode="lin" valueType="num">
                                      <p:cBhvr additive="base">
                                        <p:cTn id="8" dur="500" fill="hold"/>
                                        <p:tgtEl>
                                          <p:spTgt spid="153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5367"/>
                                        </p:tgtEl>
                                        <p:attrNameLst>
                                          <p:attrName>style.visibility</p:attrName>
                                        </p:attrNameLst>
                                      </p:cBhvr>
                                      <p:to>
                                        <p:strVal val="visible"/>
                                      </p:to>
                                    </p:set>
                                    <p:animEffect transition="in" filter="slide(fromLeft)">
                                      <p:cBhvr>
                                        <p:cTn id="13" dur="500"/>
                                        <p:tgtEl>
                                          <p:spTgt spid="15367"/>
                                        </p:tgtEl>
                                      </p:cBhvr>
                                    </p:animEffect>
                                  </p:childTnLst>
                                </p:cTn>
                              </p:par>
                            </p:childTnLst>
                          </p:cTn>
                        </p:par>
                        <p:par>
                          <p:cTn id="14" fill="hold">
                            <p:stCondLst>
                              <p:cond delay="500"/>
                            </p:stCondLst>
                            <p:childTnLst>
                              <p:par>
                                <p:cTn id="15" presetID="55" presetClass="entr" presetSubtype="0" fill="hold" nodeType="afterEffect">
                                  <p:stCondLst>
                                    <p:cond delay="0"/>
                                  </p:stCondLst>
                                  <p:childTnLst>
                                    <p:set>
                                      <p:cBhvr>
                                        <p:cTn id="16" dur="1" fill="hold">
                                          <p:stCondLst>
                                            <p:cond delay="0"/>
                                          </p:stCondLst>
                                        </p:cTn>
                                        <p:tgtEl>
                                          <p:spTgt spid="15368"/>
                                        </p:tgtEl>
                                        <p:attrNameLst>
                                          <p:attrName>style.visibility</p:attrName>
                                        </p:attrNameLst>
                                      </p:cBhvr>
                                      <p:to>
                                        <p:strVal val="visible"/>
                                      </p:to>
                                    </p:set>
                                    <p:anim calcmode="lin" valueType="num">
                                      <p:cBhvr>
                                        <p:cTn id="17" dur="1000" fill="hold"/>
                                        <p:tgtEl>
                                          <p:spTgt spid="15368"/>
                                        </p:tgtEl>
                                        <p:attrNameLst>
                                          <p:attrName>ppt_w</p:attrName>
                                        </p:attrNameLst>
                                      </p:cBhvr>
                                      <p:tavLst>
                                        <p:tav tm="0">
                                          <p:val>
                                            <p:strVal val="#ppt_w*0.70"/>
                                          </p:val>
                                        </p:tav>
                                        <p:tav tm="100000">
                                          <p:val>
                                            <p:strVal val="#ppt_w"/>
                                          </p:val>
                                        </p:tav>
                                      </p:tavLst>
                                    </p:anim>
                                    <p:anim calcmode="lin" valueType="num">
                                      <p:cBhvr>
                                        <p:cTn id="18" dur="1000" fill="hold"/>
                                        <p:tgtEl>
                                          <p:spTgt spid="15368"/>
                                        </p:tgtEl>
                                        <p:attrNameLst>
                                          <p:attrName>ppt_h</p:attrName>
                                        </p:attrNameLst>
                                      </p:cBhvr>
                                      <p:tavLst>
                                        <p:tav tm="0">
                                          <p:val>
                                            <p:strVal val="#ppt_h"/>
                                          </p:val>
                                        </p:tav>
                                        <p:tav tm="100000">
                                          <p:val>
                                            <p:strVal val="#ppt_h"/>
                                          </p:val>
                                        </p:tav>
                                      </p:tavLst>
                                    </p:anim>
                                    <p:animEffect transition="in" filter="fade">
                                      <p:cBhvr>
                                        <p:cTn id="19" dur="1000"/>
                                        <p:tgtEl>
                                          <p:spTgt spid="1536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5371"/>
                                        </p:tgtEl>
                                        <p:attrNameLst>
                                          <p:attrName>style.visibility</p:attrName>
                                        </p:attrNameLst>
                                      </p:cBhvr>
                                      <p:to>
                                        <p:strVal val="visible"/>
                                      </p:to>
                                    </p:set>
                                    <p:animEffect transition="in" filter="slide(fromLeft)">
                                      <p:cBhvr>
                                        <p:cTn id="24" dur="500"/>
                                        <p:tgtEl>
                                          <p:spTgt spid="15371"/>
                                        </p:tgtEl>
                                      </p:cBhvr>
                                    </p:animEffect>
                                  </p:childTnLst>
                                </p:cTn>
                              </p:par>
                            </p:childTnLst>
                          </p:cTn>
                        </p:par>
                        <p:par>
                          <p:cTn id="25" fill="hold">
                            <p:stCondLst>
                              <p:cond delay="500"/>
                            </p:stCondLst>
                            <p:childTnLst>
                              <p:par>
                                <p:cTn id="26" presetID="55" presetClass="entr" presetSubtype="0" fill="hold" nodeType="afterEffect">
                                  <p:stCondLst>
                                    <p:cond delay="0"/>
                                  </p:stCondLst>
                                  <p:childTnLst>
                                    <p:set>
                                      <p:cBhvr>
                                        <p:cTn id="27" dur="1" fill="hold">
                                          <p:stCondLst>
                                            <p:cond delay="0"/>
                                          </p:stCondLst>
                                        </p:cTn>
                                        <p:tgtEl>
                                          <p:spTgt spid="15370"/>
                                        </p:tgtEl>
                                        <p:attrNameLst>
                                          <p:attrName>style.visibility</p:attrName>
                                        </p:attrNameLst>
                                      </p:cBhvr>
                                      <p:to>
                                        <p:strVal val="visible"/>
                                      </p:to>
                                    </p:set>
                                    <p:anim calcmode="lin" valueType="num">
                                      <p:cBhvr>
                                        <p:cTn id="28" dur="1000" fill="hold"/>
                                        <p:tgtEl>
                                          <p:spTgt spid="15370"/>
                                        </p:tgtEl>
                                        <p:attrNameLst>
                                          <p:attrName>ppt_w</p:attrName>
                                        </p:attrNameLst>
                                      </p:cBhvr>
                                      <p:tavLst>
                                        <p:tav tm="0">
                                          <p:val>
                                            <p:strVal val="#ppt_w*0.70"/>
                                          </p:val>
                                        </p:tav>
                                        <p:tav tm="100000">
                                          <p:val>
                                            <p:strVal val="#ppt_w"/>
                                          </p:val>
                                        </p:tav>
                                      </p:tavLst>
                                    </p:anim>
                                    <p:anim calcmode="lin" valueType="num">
                                      <p:cBhvr>
                                        <p:cTn id="29" dur="1000" fill="hold"/>
                                        <p:tgtEl>
                                          <p:spTgt spid="15370"/>
                                        </p:tgtEl>
                                        <p:attrNameLst>
                                          <p:attrName>ppt_h</p:attrName>
                                        </p:attrNameLst>
                                      </p:cBhvr>
                                      <p:tavLst>
                                        <p:tav tm="0">
                                          <p:val>
                                            <p:strVal val="#ppt_h"/>
                                          </p:val>
                                        </p:tav>
                                        <p:tav tm="100000">
                                          <p:val>
                                            <p:strVal val="#ppt_h"/>
                                          </p:val>
                                        </p:tav>
                                      </p:tavLst>
                                    </p:anim>
                                    <p:animEffect transition="in" filter="fade">
                                      <p:cBhvr>
                                        <p:cTn id="30" dur="1000"/>
                                        <p:tgtEl>
                                          <p:spTgt spid="15370"/>
                                        </p:tgtEl>
                                      </p:cBhvr>
                                    </p:animEffec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grpId="0" nodeType="clickEffect">
                                  <p:stCondLst>
                                    <p:cond delay="0"/>
                                  </p:stCondLst>
                                  <p:childTnLst>
                                    <p:set>
                                      <p:cBhvr>
                                        <p:cTn id="34" dur="1" fill="hold">
                                          <p:stCondLst>
                                            <p:cond delay="0"/>
                                          </p:stCondLst>
                                        </p:cTn>
                                        <p:tgtEl>
                                          <p:spTgt spid="15463"/>
                                        </p:tgtEl>
                                        <p:attrNameLst>
                                          <p:attrName>style.visibility</p:attrName>
                                        </p:attrNameLst>
                                      </p:cBhvr>
                                      <p:to>
                                        <p:strVal val="visible"/>
                                      </p:to>
                                    </p:set>
                                    <p:anim calcmode="lin" valueType="num">
                                      <p:cBhvr>
                                        <p:cTn id="35" dur="1000" fill="hold"/>
                                        <p:tgtEl>
                                          <p:spTgt spid="15463"/>
                                        </p:tgtEl>
                                        <p:attrNameLst>
                                          <p:attrName>ppt_w</p:attrName>
                                        </p:attrNameLst>
                                      </p:cBhvr>
                                      <p:tavLst>
                                        <p:tav tm="0">
                                          <p:val>
                                            <p:fltVal val="0.000000"/>
                                          </p:val>
                                        </p:tav>
                                        <p:tav tm="100000">
                                          <p:val>
                                            <p:strVal val="#ppt_w"/>
                                          </p:val>
                                        </p:tav>
                                      </p:tavLst>
                                    </p:anim>
                                    <p:anim calcmode="lin" valueType="num">
                                      <p:cBhvr>
                                        <p:cTn id="36" dur="1000" fill="hold"/>
                                        <p:tgtEl>
                                          <p:spTgt spid="15463"/>
                                        </p:tgtEl>
                                        <p:attrNameLst>
                                          <p:attrName>ppt_h</p:attrName>
                                        </p:attrNameLst>
                                      </p:cBhvr>
                                      <p:tavLst>
                                        <p:tav tm="0">
                                          <p:val>
                                            <p:fltVal val="0.000000"/>
                                          </p:val>
                                        </p:tav>
                                        <p:tav tm="100000">
                                          <p:val>
                                            <p:strVal val="#ppt_h"/>
                                          </p:val>
                                        </p:tav>
                                      </p:tavLst>
                                    </p:anim>
                                    <p:anim calcmode="lin" valueType="num">
                                      <p:cBhvr>
                                        <p:cTn id="37" dur="1000" fill="hold"/>
                                        <p:tgtEl>
                                          <p:spTgt spid="15463"/>
                                        </p:tgtEl>
                                        <p:attrNameLst>
                                          <p:attrName>ppt_x</p:attrName>
                                        </p:attrNameLst>
                                      </p:cBhvr>
                                      <p:tavLst>
                                        <p:tav tm="0" fmla="#ppt_x+(cos(-2*pi*(1-$))*-#ppt_x-sin(-2*pi*(1-$))*(1-#ppt_y))*(1-$)">
                                          <p:val>
                                            <p:fltVal val="0.000000"/>
                                          </p:val>
                                        </p:tav>
                                        <p:tav tm="100000">
                                          <p:val>
                                            <p:fltVal val="1.000000"/>
                                          </p:val>
                                        </p:tav>
                                      </p:tavLst>
                                    </p:anim>
                                    <p:anim calcmode="lin" valueType="num">
                                      <p:cBhvr>
                                        <p:cTn id="38" dur="1000" fill="hold"/>
                                        <p:tgtEl>
                                          <p:spTgt spid="15463"/>
                                        </p:tgtEl>
                                        <p:attrNameLst>
                                          <p:attrName>ppt_y</p:attrName>
                                        </p:attrNameLst>
                                      </p:cBhvr>
                                      <p:tavLst>
                                        <p:tav tm="0" fmla="#ppt_y+(sin(-2*pi*(1-$))*-#ppt_x+cos(-2*pi*(1-$))*(1-#ppt_y))*(1-$)">
                                          <p:val>
                                            <p:fltVal val="0.000000"/>
                                          </p:val>
                                        </p:tav>
                                        <p:tav tm="100000">
                                          <p:val>
                                            <p:fltVal val="1.000000"/>
                                          </p:val>
                                        </p:tav>
                                      </p:tavLst>
                                    </p:anim>
                                  </p:childTnLst>
                                </p:cTn>
                              </p:par>
                            </p:childTnLst>
                          </p:cTn>
                        </p:par>
                        <p:par>
                          <p:cTn id="39" fill="hold">
                            <p:stCondLst>
                              <p:cond delay="1000"/>
                            </p:stCondLst>
                            <p:childTnLst>
                              <p:par>
                                <p:cTn id="40" presetID="3" presetClass="entr" presetSubtype="10" fill="hold"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15465">
                                            <p:txEl>
                                              <p:charRg st="0" end="12"/>
                                            </p:txEl>
                                          </p:spTgt>
                                        </p:tgtEl>
                                        <p:attrNameLst>
                                          <p:attrName>style.visibility</p:attrName>
                                        </p:attrNameLst>
                                      </p:cBhvr>
                                      <p:to>
                                        <p:strVal val="visible"/>
                                      </p:to>
                                    </p:set>
                                    <p:animEffect transition="in" filter="wipe(left)">
                                      <p:cBhvr>
                                        <p:cTn id="46" dur="2000"/>
                                        <p:tgtEl>
                                          <p:spTgt spid="15465">
                                            <p:txEl>
                                              <p:charRg st="0"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p:bldP spid="15371" grpId="0"/>
      <p:bldP spid="15378" grpId="0"/>
      <p:bldP spid="15463" grpId="0"/>
      <p:bldP spid="1546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318" name="Object 6"/>
          <p:cNvGraphicFramePr/>
          <p:nvPr/>
        </p:nvGraphicFramePr>
        <p:xfrm>
          <a:off x="755650" y="3429000"/>
          <a:ext cx="3409950" cy="1117600"/>
        </p:xfrm>
        <a:graphic>
          <a:graphicData uri="http://schemas.openxmlformats.org/presentationml/2006/ole">
            <mc:AlternateContent xmlns:mc="http://schemas.openxmlformats.org/markup-compatibility/2006">
              <mc:Choice xmlns:v="urn:schemas-microsoft-com:vml" Requires="v">
                <p:oleObj spid="_x0000_s3175" name="" r:id="rId1" imgW="1397000" imgH="457200" progId="Equation.DSMT4">
                  <p:embed/>
                </p:oleObj>
              </mc:Choice>
              <mc:Fallback>
                <p:oleObj name="" r:id="rId1" imgW="1397000" imgH="457200" progId="Equation.DSMT4">
                  <p:embed/>
                  <p:pic>
                    <p:nvPicPr>
                      <p:cNvPr id="0" name="图片 3174"/>
                      <p:cNvPicPr/>
                      <p:nvPr/>
                    </p:nvPicPr>
                    <p:blipFill>
                      <a:blip r:embed="rId2">
                        <a:clrChange>
                          <a:clrFrom>
                            <a:srgbClr val="000000"/>
                          </a:clrFrom>
                          <a:clrTo>
                            <a:srgbClr val="FFFFFF"/>
                          </a:clrTo>
                        </a:clrChange>
                      </a:blip>
                      <a:stretch>
                        <a:fillRect/>
                      </a:stretch>
                    </p:blipFill>
                    <p:spPr>
                      <a:xfrm>
                        <a:off x="755650" y="3429000"/>
                        <a:ext cx="3409950" cy="1117600"/>
                      </a:xfrm>
                      <a:prstGeom prst="rect">
                        <a:avLst/>
                      </a:prstGeom>
                      <a:noFill/>
                      <a:ln w="38100">
                        <a:noFill/>
                        <a:miter/>
                      </a:ln>
                    </p:spPr>
                  </p:pic>
                </p:oleObj>
              </mc:Fallback>
            </mc:AlternateContent>
          </a:graphicData>
        </a:graphic>
      </p:graphicFrame>
      <p:graphicFrame>
        <p:nvGraphicFramePr>
          <p:cNvPr id="13319" name="Object 7"/>
          <p:cNvGraphicFramePr/>
          <p:nvPr/>
        </p:nvGraphicFramePr>
        <p:xfrm>
          <a:off x="4787900" y="3500438"/>
          <a:ext cx="2735263" cy="1133475"/>
        </p:xfrm>
        <a:graphic>
          <a:graphicData uri="http://schemas.openxmlformats.org/presentationml/2006/ole">
            <mc:AlternateContent xmlns:mc="http://schemas.openxmlformats.org/markup-compatibility/2006">
              <mc:Choice xmlns:v="urn:schemas-microsoft-com:vml" Requires="v">
                <p:oleObj spid="_x0000_s3176" name="" r:id="rId3" imgW="1104900" imgH="457200" progId="Equation.DSMT4">
                  <p:embed/>
                </p:oleObj>
              </mc:Choice>
              <mc:Fallback>
                <p:oleObj name="" r:id="rId3" imgW="1104900" imgH="457200" progId="Equation.DSMT4">
                  <p:embed/>
                  <p:pic>
                    <p:nvPicPr>
                      <p:cNvPr id="0" name="图片 3175"/>
                      <p:cNvPicPr/>
                      <p:nvPr/>
                    </p:nvPicPr>
                    <p:blipFill>
                      <a:blip r:embed="rId4">
                        <a:clrChange>
                          <a:clrFrom>
                            <a:srgbClr val="000000"/>
                          </a:clrFrom>
                          <a:clrTo>
                            <a:srgbClr val="FFFFFF"/>
                          </a:clrTo>
                        </a:clrChange>
                      </a:blip>
                      <a:stretch>
                        <a:fillRect/>
                      </a:stretch>
                    </p:blipFill>
                    <p:spPr>
                      <a:xfrm>
                        <a:off x="4787900" y="3500438"/>
                        <a:ext cx="2735263" cy="1133475"/>
                      </a:xfrm>
                      <a:prstGeom prst="rect">
                        <a:avLst/>
                      </a:prstGeom>
                      <a:noFill/>
                      <a:ln w="38100">
                        <a:noFill/>
                        <a:miter/>
                      </a:ln>
                    </p:spPr>
                  </p:pic>
                </p:oleObj>
              </mc:Fallback>
            </mc:AlternateContent>
          </a:graphicData>
        </a:graphic>
      </p:graphicFrame>
      <p:graphicFrame>
        <p:nvGraphicFramePr>
          <p:cNvPr id="13320" name="Object 8"/>
          <p:cNvGraphicFramePr/>
          <p:nvPr/>
        </p:nvGraphicFramePr>
        <p:xfrm>
          <a:off x="827088" y="4508500"/>
          <a:ext cx="3019425" cy="1223963"/>
        </p:xfrm>
        <a:graphic>
          <a:graphicData uri="http://schemas.openxmlformats.org/presentationml/2006/ole">
            <mc:AlternateContent xmlns:mc="http://schemas.openxmlformats.org/markup-compatibility/2006">
              <mc:Choice xmlns:v="urn:schemas-microsoft-com:vml" Requires="v">
                <p:oleObj spid="_x0000_s3173" name="" r:id="rId5" imgW="1129665" imgH="457200" progId="Equation.DSMT4">
                  <p:embed/>
                </p:oleObj>
              </mc:Choice>
              <mc:Fallback>
                <p:oleObj name="" r:id="rId5" imgW="1129665" imgH="457200" progId="Equation.DSMT4">
                  <p:embed/>
                  <p:pic>
                    <p:nvPicPr>
                      <p:cNvPr id="0" name="图片 3172"/>
                      <p:cNvPicPr/>
                      <p:nvPr/>
                    </p:nvPicPr>
                    <p:blipFill>
                      <a:blip r:embed="rId6">
                        <a:clrChange>
                          <a:clrFrom>
                            <a:srgbClr val="000000"/>
                          </a:clrFrom>
                          <a:clrTo>
                            <a:srgbClr val="FFFFFF"/>
                          </a:clrTo>
                        </a:clrChange>
                      </a:blip>
                      <a:stretch>
                        <a:fillRect/>
                      </a:stretch>
                    </p:blipFill>
                    <p:spPr>
                      <a:xfrm>
                        <a:off x="827088" y="4508500"/>
                        <a:ext cx="3019425" cy="1223963"/>
                      </a:xfrm>
                      <a:prstGeom prst="rect">
                        <a:avLst/>
                      </a:prstGeom>
                      <a:noFill/>
                      <a:ln w="38100">
                        <a:noFill/>
                        <a:miter/>
                      </a:ln>
                    </p:spPr>
                  </p:pic>
                </p:oleObj>
              </mc:Fallback>
            </mc:AlternateContent>
          </a:graphicData>
        </a:graphic>
      </p:graphicFrame>
      <p:graphicFrame>
        <p:nvGraphicFramePr>
          <p:cNvPr id="13321" name="Object 9"/>
          <p:cNvGraphicFramePr/>
          <p:nvPr/>
        </p:nvGraphicFramePr>
        <p:xfrm>
          <a:off x="4643438" y="4508500"/>
          <a:ext cx="3632200" cy="1166813"/>
        </p:xfrm>
        <a:graphic>
          <a:graphicData uri="http://schemas.openxmlformats.org/presentationml/2006/ole">
            <mc:AlternateContent xmlns:mc="http://schemas.openxmlformats.org/markup-compatibility/2006">
              <mc:Choice xmlns:v="urn:schemas-microsoft-com:vml" Requires="v">
                <p:oleObj spid="_x0000_s3179" name="" r:id="rId7" imgW="1422400" imgH="457200" progId="Equation.DSMT4">
                  <p:embed/>
                </p:oleObj>
              </mc:Choice>
              <mc:Fallback>
                <p:oleObj name="" r:id="rId7" imgW="1422400" imgH="457200" progId="Equation.DSMT4">
                  <p:embed/>
                  <p:pic>
                    <p:nvPicPr>
                      <p:cNvPr id="0" name="图片 3178"/>
                      <p:cNvPicPr/>
                      <p:nvPr/>
                    </p:nvPicPr>
                    <p:blipFill>
                      <a:blip r:embed="rId8">
                        <a:clrChange>
                          <a:clrFrom>
                            <a:srgbClr val="000000"/>
                          </a:clrFrom>
                          <a:clrTo>
                            <a:srgbClr val="FFFFFF"/>
                          </a:clrTo>
                        </a:clrChange>
                      </a:blip>
                      <a:stretch>
                        <a:fillRect/>
                      </a:stretch>
                    </p:blipFill>
                    <p:spPr>
                      <a:xfrm>
                        <a:off x="4643438" y="4508500"/>
                        <a:ext cx="3632200" cy="1166813"/>
                      </a:xfrm>
                      <a:prstGeom prst="rect">
                        <a:avLst/>
                      </a:prstGeom>
                      <a:noFill/>
                      <a:ln w="38100">
                        <a:noFill/>
                        <a:miter/>
                      </a:ln>
                    </p:spPr>
                  </p:pic>
                </p:oleObj>
              </mc:Fallback>
            </mc:AlternateContent>
          </a:graphicData>
        </a:graphic>
      </p:graphicFrame>
      <p:sp>
        <p:nvSpPr>
          <p:cNvPr id="13351" name="Text Box 39"/>
          <p:cNvSpPr txBox="1"/>
          <p:nvPr/>
        </p:nvSpPr>
        <p:spPr>
          <a:xfrm>
            <a:off x="755650" y="2781300"/>
            <a:ext cx="1223963" cy="519113"/>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解法</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grpSp>
        <p:nvGrpSpPr>
          <p:cNvPr id="15371" name="Group 47"/>
          <p:cNvGrpSpPr/>
          <p:nvPr/>
        </p:nvGrpSpPr>
        <p:grpSpPr>
          <a:xfrm>
            <a:off x="8316913" y="6446838"/>
            <a:ext cx="792162" cy="366712"/>
            <a:chOff x="5193" y="4020"/>
            <a:chExt cx="499" cy="231"/>
          </a:xfrm>
        </p:grpSpPr>
        <p:pic>
          <p:nvPicPr>
            <p:cNvPr id="15398" name="Picture 48"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15399" name="Text Box 4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5372" name="Group 50"/>
          <p:cNvGrpSpPr/>
          <p:nvPr/>
        </p:nvGrpSpPr>
        <p:grpSpPr>
          <a:xfrm>
            <a:off x="7453313" y="6446838"/>
            <a:ext cx="792162" cy="366712"/>
            <a:chOff x="4649" y="4020"/>
            <a:chExt cx="499" cy="231"/>
          </a:xfrm>
        </p:grpSpPr>
        <p:pic>
          <p:nvPicPr>
            <p:cNvPr id="15396" name="Picture 51"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15397" name="Text Box 5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15373" name="Group 84"/>
          <p:cNvGrpSpPr/>
          <p:nvPr/>
        </p:nvGrpSpPr>
        <p:grpSpPr>
          <a:xfrm>
            <a:off x="6588125" y="6446838"/>
            <a:ext cx="792163" cy="366712"/>
            <a:chOff x="4649" y="4020"/>
            <a:chExt cx="499" cy="231"/>
          </a:xfrm>
        </p:grpSpPr>
        <p:pic>
          <p:nvPicPr>
            <p:cNvPr id="15394" name="Picture 85"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15395" name="Text Box 8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15374" name="Group 87"/>
          <p:cNvGrpSpPr/>
          <p:nvPr/>
        </p:nvGrpSpPr>
        <p:grpSpPr>
          <a:xfrm>
            <a:off x="2268538" y="476250"/>
            <a:ext cx="4227512" cy="2224088"/>
            <a:chOff x="1474" y="2115"/>
            <a:chExt cx="2663" cy="1401"/>
          </a:xfrm>
        </p:grpSpPr>
        <p:sp>
          <p:nvSpPr>
            <p:cNvPr id="15375" name="Rectangle 88"/>
            <p:cNvSpPr/>
            <p:nvPr/>
          </p:nvSpPr>
          <p:spPr>
            <a:xfrm>
              <a:off x="2736" y="2841"/>
              <a:ext cx="31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15376" name="Rectangle 89"/>
            <p:cNvSpPr/>
            <p:nvPr/>
          </p:nvSpPr>
          <p:spPr>
            <a:xfrm>
              <a:off x="2109" y="216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15377" name="Rectangle 90"/>
            <p:cNvSpPr/>
            <p:nvPr/>
          </p:nvSpPr>
          <p:spPr>
            <a:xfrm>
              <a:off x="3016" y="216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graphicFrame>
          <p:nvGraphicFramePr>
            <p:cNvPr id="15366" name="Object 91"/>
            <p:cNvGraphicFramePr/>
            <p:nvPr/>
          </p:nvGraphicFramePr>
          <p:xfrm>
            <a:off x="1474" y="2841"/>
            <a:ext cx="272" cy="370"/>
          </p:xfrm>
          <a:graphic>
            <a:graphicData uri="http://schemas.openxmlformats.org/presentationml/2006/ole">
              <mc:AlternateContent xmlns:mc="http://schemas.openxmlformats.org/markup-compatibility/2006">
                <mc:Choice xmlns:v="urn:schemas-microsoft-com:vml" Requires="v">
                  <p:oleObj spid="_x0000_s3174" name="" r:id="rId10" imgW="215900" imgH="291465" progId="Equation.3">
                    <p:embed/>
                  </p:oleObj>
                </mc:Choice>
                <mc:Fallback>
                  <p:oleObj name="" r:id="rId10" imgW="215900" imgH="291465" progId="Equation.3">
                    <p:embed/>
                    <p:pic>
                      <p:nvPicPr>
                        <p:cNvPr id="0" name="图片 3173"/>
                        <p:cNvPicPr/>
                        <p:nvPr/>
                      </p:nvPicPr>
                      <p:blipFill>
                        <a:blip r:embed="rId11">
                          <a:clrChange>
                            <a:clrFrom>
                              <a:srgbClr val="000000"/>
                            </a:clrFrom>
                            <a:clrTo>
                              <a:srgbClr val="FFFFFF"/>
                            </a:clrTo>
                          </a:clrChange>
                        </a:blip>
                        <a:stretch>
                          <a:fillRect/>
                        </a:stretch>
                      </p:blipFill>
                      <p:spPr>
                        <a:xfrm>
                          <a:off x="1474" y="2841"/>
                          <a:ext cx="272" cy="370"/>
                        </a:xfrm>
                        <a:prstGeom prst="rect">
                          <a:avLst/>
                        </a:prstGeom>
                        <a:noFill/>
                        <a:ln w="38100">
                          <a:noFill/>
                          <a:miter/>
                        </a:ln>
                      </p:spPr>
                    </p:pic>
                  </p:oleObj>
                </mc:Fallback>
              </mc:AlternateContent>
            </a:graphicData>
          </a:graphic>
        </p:graphicFrame>
        <p:graphicFrame>
          <p:nvGraphicFramePr>
            <p:cNvPr id="15367" name="Object 92"/>
            <p:cNvGraphicFramePr/>
            <p:nvPr/>
          </p:nvGraphicFramePr>
          <p:xfrm>
            <a:off x="3606" y="2160"/>
            <a:ext cx="240" cy="370"/>
          </p:xfrm>
          <a:graphic>
            <a:graphicData uri="http://schemas.openxmlformats.org/presentationml/2006/ole">
              <mc:AlternateContent xmlns:mc="http://schemas.openxmlformats.org/markup-compatibility/2006">
                <mc:Choice xmlns:v="urn:schemas-microsoft-com:vml" Requires="v">
                  <p:oleObj spid="_x0000_s3177" name="" r:id="rId12" imgW="190500" imgH="292100" progId="Equation.3">
                    <p:embed/>
                  </p:oleObj>
                </mc:Choice>
                <mc:Fallback>
                  <p:oleObj name="" r:id="rId12" imgW="190500" imgH="292100" progId="Equation.3">
                    <p:embed/>
                    <p:pic>
                      <p:nvPicPr>
                        <p:cNvPr id="0" name="图片 3176"/>
                        <p:cNvPicPr/>
                        <p:nvPr/>
                      </p:nvPicPr>
                      <p:blipFill>
                        <a:blip r:embed="rId13">
                          <a:clrChange>
                            <a:clrFrom>
                              <a:srgbClr val="000000"/>
                            </a:clrFrom>
                            <a:clrTo>
                              <a:srgbClr val="FFFFFF"/>
                            </a:clrTo>
                          </a:clrChange>
                        </a:blip>
                        <a:stretch>
                          <a:fillRect/>
                        </a:stretch>
                      </p:blipFill>
                      <p:spPr>
                        <a:xfrm>
                          <a:off x="3606" y="2160"/>
                          <a:ext cx="240" cy="370"/>
                        </a:xfrm>
                        <a:prstGeom prst="rect">
                          <a:avLst/>
                        </a:prstGeom>
                        <a:noFill/>
                        <a:ln w="38100">
                          <a:noFill/>
                          <a:miter/>
                        </a:ln>
                      </p:spPr>
                    </p:pic>
                  </p:oleObj>
                </mc:Fallback>
              </mc:AlternateContent>
            </a:graphicData>
          </a:graphic>
        </p:graphicFrame>
        <p:graphicFrame>
          <p:nvGraphicFramePr>
            <p:cNvPr id="15368" name="Object 93"/>
            <p:cNvGraphicFramePr/>
            <p:nvPr/>
          </p:nvGraphicFramePr>
          <p:xfrm>
            <a:off x="1701" y="2115"/>
            <a:ext cx="208" cy="370"/>
          </p:xfrm>
          <a:graphic>
            <a:graphicData uri="http://schemas.openxmlformats.org/presentationml/2006/ole">
              <mc:AlternateContent xmlns:mc="http://schemas.openxmlformats.org/markup-compatibility/2006">
                <mc:Choice xmlns:v="urn:schemas-microsoft-com:vml" Requires="v">
                  <p:oleObj spid="_x0000_s3178" name="" r:id="rId14" imgW="165100" imgH="291465" progId="Equation.3">
                    <p:embed/>
                  </p:oleObj>
                </mc:Choice>
                <mc:Fallback>
                  <p:oleObj name="" r:id="rId14" imgW="165100" imgH="291465" progId="Equation.3">
                    <p:embed/>
                    <p:pic>
                      <p:nvPicPr>
                        <p:cNvPr id="0" name="图片 3177"/>
                        <p:cNvPicPr/>
                        <p:nvPr/>
                      </p:nvPicPr>
                      <p:blipFill>
                        <a:blip r:embed="rId15">
                          <a:clrChange>
                            <a:clrFrom>
                              <a:srgbClr val="000000"/>
                            </a:clrFrom>
                            <a:clrTo>
                              <a:srgbClr val="FFFFFF"/>
                            </a:clrTo>
                          </a:clrChange>
                        </a:blip>
                        <a:stretch>
                          <a:fillRect/>
                        </a:stretch>
                      </p:blipFill>
                      <p:spPr>
                        <a:xfrm>
                          <a:off x="1701" y="2115"/>
                          <a:ext cx="208" cy="370"/>
                        </a:xfrm>
                        <a:prstGeom prst="rect">
                          <a:avLst/>
                        </a:prstGeom>
                        <a:noFill/>
                        <a:ln w="38100">
                          <a:noFill/>
                          <a:miter/>
                        </a:ln>
                      </p:spPr>
                    </p:pic>
                  </p:oleObj>
                </mc:Fallback>
              </mc:AlternateContent>
            </a:graphicData>
          </a:graphic>
        </p:graphicFrame>
        <p:sp>
          <p:nvSpPr>
            <p:cNvPr id="15378" name="Line 94"/>
            <p:cNvSpPr/>
            <p:nvPr/>
          </p:nvSpPr>
          <p:spPr>
            <a:xfrm flipH="1">
              <a:off x="1655" y="2523"/>
              <a:ext cx="2268" cy="0"/>
            </a:xfrm>
            <a:prstGeom prst="line">
              <a:avLst/>
            </a:prstGeom>
            <a:ln w="28575" cap="flat" cmpd="sng">
              <a:solidFill>
                <a:srgbClr val="FFCC00"/>
              </a:solidFill>
              <a:prstDash val="solid"/>
              <a:headEnd type="none" w="med" len="med"/>
              <a:tailEnd type="none" w="med" len="med"/>
            </a:ln>
          </p:spPr>
        </p:sp>
        <p:sp>
          <p:nvSpPr>
            <p:cNvPr id="15379" name="Line 95"/>
            <p:cNvSpPr/>
            <p:nvPr/>
          </p:nvSpPr>
          <p:spPr>
            <a:xfrm>
              <a:off x="1649" y="3486"/>
              <a:ext cx="2283" cy="1"/>
            </a:xfrm>
            <a:prstGeom prst="line">
              <a:avLst/>
            </a:prstGeom>
            <a:ln w="28575" cap="flat" cmpd="sng">
              <a:solidFill>
                <a:srgbClr val="FFCC00"/>
              </a:solidFill>
              <a:prstDash val="solid"/>
              <a:headEnd type="none" w="med" len="med"/>
              <a:tailEnd type="none" w="med" len="med"/>
            </a:ln>
          </p:spPr>
        </p:sp>
        <p:sp>
          <p:nvSpPr>
            <p:cNvPr id="15380" name="Line 96"/>
            <p:cNvSpPr/>
            <p:nvPr/>
          </p:nvSpPr>
          <p:spPr>
            <a:xfrm>
              <a:off x="1701" y="2523"/>
              <a:ext cx="294" cy="0"/>
            </a:xfrm>
            <a:prstGeom prst="line">
              <a:avLst/>
            </a:prstGeom>
            <a:ln w="28575" cap="flat" cmpd="sng">
              <a:solidFill>
                <a:srgbClr val="00FFFF"/>
              </a:solidFill>
              <a:prstDash val="solid"/>
              <a:headEnd type="none" w="med" len="med"/>
              <a:tailEnd type="triangle" w="med" len="med"/>
            </a:ln>
          </p:spPr>
        </p:sp>
        <p:sp>
          <p:nvSpPr>
            <p:cNvPr id="15381" name="Text Box 97"/>
            <p:cNvSpPr txBox="1"/>
            <p:nvPr/>
          </p:nvSpPr>
          <p:spPr>
            <a:xfrm>
              <a:off x="1493" y="254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5382" name="Text Box 98"/>
            <p:cNvSpPr txBox="1"/>
            <p:nvPr/>
          </p:nvSpPr>
          <p:spPr>
            <a:xfrm>
              <a:off x="1510" y="316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5383" name="Line 99"/>
            <p:cNvSpPr/>
            <p:nvPr/>
          </p:nvSpPr>
          <p:spPr>
            <a:xfrm flipH="1">
              <a:off x="3560" y="2523"/>
              <a:ext cx="294" cy="0"/>
            </a:xfrm>
            <a:prstGeom prst="line">
              <a:avLst/>
            </a:prstGeom>
            <a:ln w="28575" cap="flat" cmpd="sng">
              <a:solidFill>
                <a:srgbClr val="00FFFF"/>
              </a:solidFill>
              <a:prstDash val="solid"/>
              <a:headEnd type="none" w="med" len="med"/>
              <a:tailEnd type="triangle" w="med" len="med"/>
            </a:ln>
          </p:spPr>
        </p:sp>
        <p:sp>
          <p:nvSpPr>
            <p:cNvPr id="15384" name="Text Box 100"/>
            <p:cNvSpPr txBox="1"/>
            <p:nvPr/>
          </p:nvSpPr>
          <p:spPr>
            <a:xfrm>
              <a:off x="3845" y="255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5385" name="Text Box 101"/>
            <p:cNvSpPr txBox="1"/>
            <p:nvPr/>
          </p:nvSpPr>
          <p:spPr>
            <a:xfrm>
              <a:off x="3838" y="317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5369" name="Object 102"/>
            <p:cNvGraphicFramePr/>
            <p:nvPr/>
          </p:nvGraphicFramePr>
          <p:xfrm>
            <a:off x="3833" y="2841"/>
            <a:ext cx="304" cy="370"/>
          </p:xfrm>
          <a:graphic>
            <a:graphicData uri="http://schemas.openxmlformats.org/presentationml/2006/ole">
              <mc:AlternateContent xmlns:mc="http://schemas.openxmlformats.org/markup-compatibility/2006">
                <mc:Choice xmlns:v="urn:schemas-microsoft-com:vml" Requires="v">
                  <p:oleObj spid="_x0000_s3162" name="" r:id="rId16" imgW="241300" imgH="292100" progId="Equation.3">
                    <p:embed/>
                  </p:oleObj>
                </mc:Choice>
                <mc:Fallback>
                  <p:oleObj name="" r:id="rId16" imgW="241300" imgH="292100" progId="Equation.3">
                    <p:embed/>
                    <p:pic>
                      <p:nvPicPr>
                        <p:cNvPr id="0" name="图片 3161"/>
                        <p:cNvPicPr/>
                        <p:nvPr/>
                      </p:nvPicPr>
                      <p:blipFill>
                        <a:blip r:embed="rId17">
                          <a:clrChange>
                            <a:clrFrom>
                              <a:srgbClr val="000000"/>
                            </a:clrFrom>
                            <a:clrTo>
                              <a:srgbClr val="FFFFFF"/>
                            </a:clrTo>
                          </a:clrChange>
                        </a:blip>
                        <a:stretch>
                          <a:fillRect/>
                        </a:stretch>
                      </p:blipFill>
                      <p:spPr>
                        <a:xfrm>
                          <a:off x="3833" y="2841"/>
                          <a:ext cx="304" cy="370"/>
                        </a:xfrm>
                        <a:prstGeom prst="rect">
                          <a:avLst/>
                        </a:prstGeom>
                        <a:noFill/>
                        <a:ln w="38100">
                          <a:noFill/>
                          <a:miter/>
                        </a:ln>
                      </p:spPr>
                    </p:pic>
                  </p:oleObj>
                </mc:Fallback>
              </mc:AlternateContent>
            </a:graphicData>
          </a:graphic>
        </p:graphicFrame>
        <p:sp>
          <p:nvSpPr>
            <p:cNvPr id="15386" name="Line 103"/>
            <p:cNvSpPr/>
            <p:nvPr/>
          </p:nvSpPr>
          <p:spPr>
            <a:xfrm>
              <a:off x="2723" y="2523"/>
              <a:ext cx="0" cy="953"/>
            </a:xfrm>
            <a:prstGeom prst="line">
              <a:avLst/>
            </a:prstGeom>
            <a:ln w="28575" cap="flat" cmpd="sng">
              <a:solidFill>
                <a:srgbClr val="FFCC00"/>
              </a:solidFill>
              <a:prstDash val="solid"/>
              <a:headEnd type="oval" w="med" len="med"/>
              <a:tailEnd type="oval" w="med" len="med"/>
            </a:ln>
          </p:spPr>
        </p:sp>
        <p:sp>
          <p:nvSpPr>
            <p:cNvPr id="15387" name="Oval 104"/>
            <p:cNvSpPr/>
            <p:nvPr/>
          </p:nvSpPr>
          <p:spPr>
            <a:xfrm>
              <a:off x="1581" y="248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88" name="Oval 105"/>
            <p:cNvSpPr/>
            <p:nvPr/>
          </p:nvSpPr>
          <p:spPr>
            <a:xfrm>
              <a:off x="1581" y="343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89" name="Oval 106"/>
            <p:cNvSpPr/>
            <p:nvPr/>
          </p:nvSpPr>
          <p:spPr>
            <a:xfrm>
              <a:off x="3927" y="248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90" name="Oval 107"/>
            <p:cNvSpPr/>
            <p:nvPr/>
          </p:nvSpPr>
          <p:spPr>
            <a:xfrm>
              <a:off x="3939" y="344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91" name="Rectangle 108"/>
            <p:cNvSpPr/>
            <p:nvPr/>
          </p:nvSpPr>
          <p:spPr>
            <a:xfrm>
              <a:off x="3016" y="246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5392" name="Rectangle 109"/>
            <p:cNvSpPr/>
            <p:nvPr/>
          </p:nvSpPr>
          <p:spPr>
            <a:xfrm>
              <a:off x="2659" y="28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5393" name="Rectangle 110"/>
            <p:cNvSpPr/>
            <p:nvPr/>
          </p:nvSpPr>
          <p:spPr>
            <a:xfrm>
              <a:off x="2109" y="246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3351"/>
                                        </p:tgtEl>
                                        <p:attrNameLst>
                                          <p:attrName>style.visibility</p:attrName>
                                        </p:attrNameLst>
                                      </p:cBhvr>
                                      <p:to>
                                        <p:strVal val="visible"/>
                                      </p:to>
                                    </p:set>
                                    <p:anim calcmode="lin" valueType="num">
                                      <p:cBhvr>
                                        <p:cTn id="7" dur="1000" fill="hold"/>
                                        <p:tgtEl>
                                          <p:spTgt spid="13351"/>
                                        </p:tgtEl>
                                        <p:attrNameLst>
                                          <p:attrName>ppt_w</p:attrName>
                                        </p:attrNameLst>
                                      </p:cBhvr>
                                      <p:tavLst>
                                        <p:tav tm="0">
                                          <p:val>
                                            <p:fltVal val="0.000000"/>
                                          </p:val>
                                        </p:tav>
                                        <p:tav tm="100000">
                                          <p:val>
                                            <p:strVal val="#ppt_w"/>
                                          </p:val>
                                        </p:tav>
                                      </p:tavLst>
                                    </p:anim>
                                    <p:anim calcmode="lin" valueType="num">
                                      <p:cBhvr>
                                        <p:cTn id="8" dur="1000" fill="hold"/>
                                        <p:tgtEl>
                                          <p:spTgt spid="13351"/>
                                        </p:tgtEl>
                                        <p:attrNameLst>
                                          <p:attrName>ppt_h</p:attrName>
                                        </p:attrNameLst>
                                      </p:cBhvr>
                                      <p:tavLst>
                                        <p:tav tm="0">
                                          <p:val>
                                            <p:fltVal val="0.000000"/>
                                          </p:val>
                                        </p:tav>
                                        <p:tav tm="100000">
                                          <p:val>
                                            <p:strVal val="#ppt_h"/>
                                          </p:val>
                                        </p:tav>
                                      </p:tavLst>
                                    </p:anim>
                                    <p:anim calcmode="lin" valueType="num">
                                      <p:cBhvr>
                                        <p:cTn id="9" dur="1000" fill="hold"/>
                                        <p:tgtEl>
                                          <p:spTgt spid="13351"/>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335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318"/>
                                        </p:tgtEl>
                                        <p:attrNameLst>
                                          <p:attrName>style.visibility</p:attrName>
                                        </p:attrNameLst>
                                      </p:cBhvr>
                                      <p:to>
                                        <p:strVal val="visible"/>
                                      </p:to>
                                    </p:set>
                                    <p:animEffect transition="in" filter="wipe(left)">
                                      <p:cBhvr>
                                        <p:cTn id="15" dur="2000"/>
                                        <p:tgtEl>
                                          <p:spTgt spid="1331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320"/>
                                        </p:tgtEl>
                                        <p:attrNameLst>
                                          <p:attrName>style.visibility</p:attrName>
                                        </p:attrNameLst>
                                      </p:cBhvr>
                                      <p:to>
                                        <p:strVal val="visible"/>
                                      </p:to>
                                    </p:set>
                                    <p:animEffect transition="in" filter="wipe(left)">
                                      <p:cBhvr>
                                        <p:cTn id="20" dur="2000"/>
                                        <p:tgtEl>
                                          <p:spTgt spid="1332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3319"/>
                                        </p:tgtEl>
                                        <p:attrNameLst>
                                          <p:attrName>style.visibility</p:attrName>
                                        </p:attrNameLst>
                                      </p:cBhvr>
                                      <p:to>
                                        <p:strVal val="visible"/>
                                      </p:to>
                                    </p:set>
                                    <p:animEffect transition="in" filter="wipe(left)">
                                      <p:cBhvr>
                                        <p:cTn id="25" dur="2000"/>
                                        <p:tgtEl>
                                          <p:spTgt spid="133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3321"/>
                                        </p:tgtEl>
                                        <p:attrNameLst>
                                          <p:attrName>style.visibility</p:attrName>
                                        </p:attrNameLst>
                                      </p:cBhvr>
                                      <p:to>
                                        <p:strVal val="visible"/>
                                      </p:to>
                                    </p:set>
                                    <p:animEffect transition="in" filter="wipe(left)">
                                      <p:cBhvr>
                                        <p:cTn id="30" dur="2000"/>
                                        <p:tgtEl>
                                          <p:spTgt spid="13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5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64" name="Text Box 8"/>
          <p:cNvSpPr txBox="1"/>
          <p:nvPr/>
        </p:nvSpPr>
        <p:spPr>
          <a:xfrm>
            <a:off x="827088" y="2781300"/>
            <a:ext cx="1223962" cy="519113"/>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解法</a:t>
            </a:r>
            <a:r>
              <a:rPr lang="en-US" altLang="zh-CN" b="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70665" name="Text Box 9"/>
          <p:cNvSpPr txBox="1"/>
          <p:nvPr/>
        </p:nvSpPr>
        <p:spPr>
          <a:xfrm>
            <a:off x="2124075" y="2781300"/>
            <a:ext cx="316865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列</a:t>
            </a:r>
            <a:r>
              <a:rPr lang="en-US" altLang="zh-CN" b="0" dirty="0">
                <a:latin typeface="Times New Roman" panose="02020603050405020304" pitchFamily="18" charset="0"/>
              </a:rPr>
              <a:t>KVL</a:t>
            </a:r>
            <a:r>
              <a:rPr lang="zh-CN" altLang="en-US" dirty="0">
                <a:solidFill>
                  <a:srgbClr val="FFFF00"/>
                </a:solidFill>
                <a:latin typeface="楷体_GB2312" pitchFamily="49" charset="-122"/>
              </a:rPr>
              <a:t>方程。</a:t>
            </a:r>
            <a:endParaRPr lang="zh-CN" altLang="en-US" dirty="0">
              <a:solidFill>
                <a:srgbClr val="FFFF00"/>
              </a:solidFill>
              <a:latin typeface="楷体_GB2312" pitchFamily="49" charset="-122"/>
            </a:endParaRPr>
          </a:p>
        </p:txBody>
      </p:sp>
      <p:graphicFrame>
        <p:nvGraphicFramePr>
          <p:cNvPr id="70666" name="Object 10"/>
          <p:cNvGraphicFramePr/>
          <p:nvPr/>
        </p:nvGraphicFramePr>
        <p:xfrm>
          <a:off x="1042988" y="3357563"/>
          <a:ext cx="7477125" cy="1314450"/>
        </p:xfrm>
        <a:graphic>
          <a:graphicData uri="http://schemas.openxmlformats.org/presentationml/2006/ole">
            <mc:AlternateContent xmlns:mc="http://schemas.openxmlformats.org/markup-compatibility/2006">
              <mc:Choice xmlns:v="urn:schemas-microsoft-com:vml" Requires="v">
                <p:oleObj spid="_x0000_s3164" name="" r:id="rId1" imgW="2614930" imgH="533400" progId="Equation.DSMT4">
                  <p:embed/>
                </p:oleObj>
              </mc:Choice>
              <mc:Fallback>
                <p:oleObj name="" r:id="rId1" imgW="2614930" imgH="533400" progId="Equation.DSMT4">
                  <p:embed/>
                  <p:pic>
                    <p:nvPicPr>
                      <p:cNvPr id="0" name="图片 3163"/>
                      <p:cNvPicPr/>
                      <p:nvPr/>
                    </p:nvPicPr>
                    <p:blipFill>
                      <a:blip r:embed="rId2">
                        <a:clrChange>
                          <a:clrFrom>
                            <a:srgbClr val="000000"/>
                          </a:clrFrom>
                          <a:clrTo>
                            <a:srgbClr val="FFFFFF"/>
                          </a:clrTo>
                        </a:clrChange>
                      </a:blip>
                      <a:stretch>
                        <a:fillRect/>
                      </a:stretch>
                    </p:blipFill>
                    <p:spPr>
                      <a:xfrm>
                        <a:off x="1042988" y="3357563"/>
                        <a:ext cx="7477125" cy="1314450"/>
                      </a:xfrm>
                      <a:prstGeom prst="rect">
                        <a:avLst/>
                      </a:prstGeom>
                      <a:noFill/>
                      <a:ln w="38100">
                        <a:noFill/>
                        <a:miter/>
                      </a:ln>
                    </p:spPr>
                  </p:pic>
                </p:oleObj>
              </mc:Fallback>
            </mc:AlternateContent>
          </a:graphicData>
        </a:graphic>
      </p:graphicFrame>
      <p:grpSp>
        <p:nvGrpSpPr>
          <p:cNvPr id="16394" name="Group 11"/>
          <p:cNvGrpSpPr/>
          <p:nvPr/>
        </p:nvGrpSpPr>
        <p:grpSpPr>
          <a:xfrm>
            <a:off x="8316913" y="6446838"/>
            <a:ext cx="792162" cy="366712"/>
            <a:chOff x="5193" y="4020"/>
            <a:chExt cx="499" cy="231"/>
          </a:xfrm>
        </p:grpSpPr>
        <p:pic>
          <p:nvPicPr>
            <p:cNvPr id="16421" name="Picture 12"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16422" name="Text Box 1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6395" name="Group 14"/>
          <p:cNvGrpSpPr/>
          <p:nvPr/>
        </p:nvGrpSpPr>
        <p:grpSpPr>
          <a:xfrm>
            <a:off x="7453313" y="6446838"/>
            <a:ext cx="792162" cy="366712"/>
            <a:chOff x="4649" y="4020"/>
            <a:chExt cx="499" cy="231"/>
          </a:xfrm>
        </p:grpSpPr>
        <p:pic>
          <p:nvPicPr>
            <p:cNvPr id="16419" name="Picture 15"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16420" name="Text Box 1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70698" name="Object 42"/>
          <p:cNvGraphicFramePr/>
          <p:nvPr/>
        </p:nvGraphicFramePr>
        <p:xfrm>
          <a:off x="1979613" y="4868863"/>
          <a:ext cx="4070350" cy="1293812"/>
        </p:xfrm>
        <a:graphic>
          <a:graphicData uri="http://schemas.openxmlformats.org/presentationml/2006/ole">
            <mc:AlternateContent xmlns:mc="http://schemas.openxmlformats.org/markup-compatibility/2006">
              <mc:Choice xmlns:v="urn:schemas-microsoft-com:vml" Requires="v">
                <p:oleObj spid="_x0000_s3163" name="" r:id="rId4" imgW="1510665" imgH="482600" progId="Equation.DSMT4">
                  <p:embed/>
                </p:oleObj>
              </mc:Choice>
              <mc:Fallback>
                <p:oleObj name="" r:id="rId4" imgW="1510665" imgH="482600" progId="Equation.DSMT4">
                  <p:embed/>
                  <p:pic>
                    <p:nvPicPr>
                      <p:cNvPr id="0" name="图片 3162"/>
                      <p:cNvPicPr/>
                      <p:nvPr/>
                    </p:nvPicPr>
                    <p:blipFill>
                      <a:blip r:embed="rId5">
                        <a:clrChange>
                          <a:clrFrom>
                            <a:srgbClr val="000000"/>
                          </a:clrFrom>
                          <a:clrTo>
                            <a:srgbClr val="FFFFFF"/>
                          </a:clrTo>
                        </a:clrChange>
                      </a:blip>
                      <a:stretch>
                        <a:fillRect/>
                      </a:stretch>
                    </p:blipFill>
                    <p:spPr>
                      <a:xfrm>
                        <a:off x="1979613" y="4868863"/>
                        <a:ext cx="4070350" cy="1293812"/>
                      </a:xfrm>
                      <a:prstGeom prst="rect">
                        <a:avLst/>
                      </a:prstGeom>
                      <a:noFill/>
                      <a:ln w="38100">
                        <a:noFill/>
                        <a:miter/>
                      </a:ln>
                    </p:spPr>
                  </p:pic>
                </p:oleObj>
              </mc:Fallback>
            </mc:AlternateContent>
          </a:graphicData>
        </a:graphic>
      </p:graphicFrame>
      <p:grpSp>
        <p:nvGrpSpPr>
          <p:cNvPr id="16396" name="Group 46"/>
          <p:cNvGrpSpPr/>
          <p:nvPr/>
        </p:nvGrpSpPr>
        <p:grpSpPr>
          <a:xfrm>
            <a:off x="6588125" y="6446838"/>
            <a:ext cx="792163" cy="366712"/>
            <a:chOff x="4649" y="4020"/>
            <a:chExt cx="499" cy="231"/>
          </a:xfrm>
        </p:grpSpPr>
        <p:pic>
          <p:nvPicPr>
            <p:cNvPr id="16417" name="Picture 47"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16418" name="Text Box 4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16397" name="Group 49"/>
          <p:cNvGrpSpPr/>
          <p:nvPr/>
        </p:nvGrpSpPr>
        <p:grpSpPr>
          <a:xfrm>
            <a:off x="2411413" y="549275"/>
            <a:ext cx="4227512" cy="2224088"/>
            <a:chOff x="1474" y="2115"/>
            <a:chExt cx="2663" cy="1401"/>
          </a:xfrm>
        </p:grpSpPr>
        <p:sp>
          <p:nvSpPr>
            <p:cNvPr id="16398" name="Rectangle 50"/>
            <p:cNvSpPr/>
            <p:nvPr/>
          </p:nvSpPr>
          <p:spPr>
            <a:xfrm>
              <a:off x="2736" y="2841"/>
              <a:ext cx="31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16399" name="Rectangle 51"/>
            <p:cNvSpPr/>
            <p:nvPr/>
          </p:nvSpPr>
          <p:spPr>
            <a:xfrm>
              <a:off x="2109" y="216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16400" name="Rectangle 52"/>
            <p:cNvSpPr/>
            <p:nvPr/>
          </p:nvSpPr>
          <p:spPr>
            <a:xfrm>
              <a:off x="3016" y="216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graphicFrame>
          <p:nvGraphicFramePr>
            <p:cNvPr id="16388" name="Object 53"/>
            <p:cNvGraphicFramePr/>
            <p:nvPr/>
          </p:nvGraphicFramePr>
          <p:xfrm>
            <a:off x="1474" y="2841"/>
            <a:ext cx="272" cy="370"/>
          </p:xfrm>
          <a:graphic>
            <a:graphicData uri="http://schemas.openxmlformats.org/presentationml/2006/ole">
              <mc:AlternateContent xmlns:mc="http://schemas.openxmlformats.org/markup-compatibility/2006">
                <mc:Choice xmlns:v="urn:schemas-microsoft-com:vml" Requires="v">
                  <p:oleObj spid="_x0000_s3161" name="" r:id="rId6" imgW="215900" imgH="291465" progId="Equation.3">
                    <p:embed/>
                  </p:oleObj>
                </mc:Choice>
                <mc:Fallback>
                  <p:oleObj name="" r:id="rId6" imgW="215900" imgH="291465" progId="Equation.3">
                    <p:embed/>
                    <p:pic>
                      <p:nvPicPr>
                        <p:cNvPr id="0" name="图片 3160"/>
                        <p:cNvPicPr/>
                        <p:nvPr/>
                      </p:nvPicPr>
                      <p:blipFill>
                        <a:blip r:embed="rId7">
                          <a:clrChange>
                            <a:clrFrom>
                              <a:srgbClr val="000000"/>
                            </a:clrFrom>
                            <a:clrTo>
                              <a:srgbClr val="FFFFFF"/>
                            </a:clrTo>
                          </a:clrChange>
                        </a:blip>
                        <a:stretch>
                          <a:fillRect/>
                        </a:stretch>
                      </p:blipFill>
                      <p:spPr>
                        <a:xfrm>
                          <a:off x="1474" y="2841"/>
                          <a:ext cx="272" cy="370"/>
                        </a:xfrm>
                        <a:prstGeom prst="rect">
                          <a:avLst/>
                        </a:prstGeom>
                        <a:noFill/>
                        <a:ln w="38100">
                          <a:noFill/>
                          <a:miter/>
                        </a:ln>
                      </p:spPr>
                    </p:pic>
                  </p:oleObj>
                </mc:Fallback>
              </mc:AlternateContent>
            </a:graphicData>
          </a:graphic>
        </p:graphicFrame>
        <p:graphicFrame>
          <p:nvGraphicFramePr>
            <p:cNvPr id="16389" name="Object 54"/>
            <p:cNvGraphicFramePr/>
            <p:nvPr/>
          </p:nvGraphicFramePr>
          <p:xfrm>
            <a:off x="3606" y="2160"/>
            <a:ext cx="240" cy="370"/>
          </p:xfrm>
          <a:graphic>
            <a:graphicData uri="http://schemas.openxmlformats.org/presentationml/2006/ole">
              <mc:AlternateContent xmlns:mc="http://schemas.openxmlformats.org/markup-compatibility/2006">
                <mc:Choice xmlns:v="urn:schemas-microsoft-com:vml" Requires="v">
                  <p:oleObj spid="_x0000_s3160" name="" r:id="rId8" imgW="190500" imgH="292100" progId="Equation.3">
                    <p:embed/>
                  </p:oleObj>
                </mc:Choice>
                <mc:Fallback>
                  <p:oleObj name="" r:id="rId8" imgW="190500" imgH="292100" progId="Equation.3">
                    <p:embed/>
                    <p:pic>
                      <p:nvPicPr>
                        <p:cNvPr id="0" name="图片 3159"/>
                        <p:cNvPicPr/>
                        <p:nvPr/>
                      </p:nvPicPr>
                      <p:blipFill>
                        <a:blip r:embed="rId9">
                          <a:clrChange>
                            <a:clrFrom>
                              <a:srgbClr val="000000"/>
                            </a:clrFrom>
                            <a:clrTo>
                              <a:srgbClr val="FFFFFF"/>
                            </a:clrTo>
                          </a:clrChange>
                        </a:blip>
                        <a:stretch>
                          <a:fillRect/>
                        </a:stretch>
                      </p:blipFill>
                      <p:spPr>
                        <a:xfrm>
                          <a:off x="3606" y="2160"/>
                          <a:ext cx="240" cy="370"/>
                        </a:xfrm>
                        <a:prstGeom prst="rect">
                          <a:avLst/>
                        </a:prstGeom>
                        <a:noFill/>
                        <a:ln w="38100">
                          <a:noFill/>
                          <a:miter/>
                        </a:ln>
                      </p:spPr>
                    </p:pic>
                  </p:oleObj>
                </mc:Fallback>
              </mc:AlternateContent>
            </a:graphicData>
          </a:graphic>
        </p:graphicFrame>
        <p:graphicFrame>
          <p:nvGraphicFramePr>
            <p:cNvPr id="16390" name="Object 55"/>
            <p:cNvGraphicFramePr/>
            <p:nvPr/>
          </p:nvGraphicFramePr>
          <p:xfrm>
            <a:off x="1701" y="2115"/>
            <a:ext cx="208" cy="370"/>
          </p:xfrm>
          <a:graphic>
            <a:graphicData uri="http://schemas.openxmlformats.org/presentationml/2006/ole">
              <mc:AlternateContent xmlns:mc="http://schemas.openxmlformats.org/markup-compatibility/2006">
                <mc:Choice xmlns:v="urn:schemas-microsoft-com:vml" Requires="v">
                  <p:oleObj spid="_x0000_s3159" name="" r:id="rId10" imgW="165100" imgH="291465" progId="Equation.3">
                    <p:embed/>
                  </p:oleObj>
                </mc:Choice>
                <mc:Fallback>
                  <p:oleObj name="" r:id="rId10" imgW="165100" imgH="291465" progId="Equation.3">
                    <p:embed/>
                    <p:pic>
                      <p:nvPicPr>
                        <p:cNvPr id="0" name="图片 3158"/>
                        <p:cNvPicPr/>
                        <p:nvPr/>
                      </p:nvPicPr>
                      <p:blipFill>
                        <a:blip r:embed="rId11">
                          <a:clrChange>
                            <a:clrFrom>
                              <a:srgbClr val="000000"/>
                            </a:clrFrom>
                            <a:clrTo>
                              <a:srgbClr val="FFFFFF"/>
                            </a:clrTo>
                          </a:clrChange>
                        </a:blip>
                        <a:stretch>
                          <a:fillRect/>
                        </a:stretch>
                      </p:blipFill>
                      <p:spPr>
                        <a:xfrm>
                          <a:off x="1701" y="2115"/>
                          <a:ext cx="208" cy="370"/>
                        </a:xfrm>
                        <a:prstGeom prst="rect">
                          <a:avLst/>
                        </a:prstGeom>
                        <a:noFill/>
                        <a:ln w="38100">
                          <a:noFill/>
                          <a:miter/>
                        </a:ln>
                      </p:spPr>
                    </p:pic>
                  </p:oleObj>
                </mc:Fallback>
              </mc:AlternateContent>
            </a:graphicData>
          </a:graphic>
        </p:graphicFrame>
        <p:sp>
          <p:nvSpPr>
            <p:cNvPr id="16401" name="Line 56"/>
            <p:cNvSpPr/>
            <p:nvPr/>
          </p:nvSpPr>
          <p:spPr>
            <a:xfrm flipH="1">
              <a:off x="1655" y="2523"/>
              <a:ext cx="2268" cy="0"/>
            </a:xfrm>
            <a:prstGeom prst="line">
              <a:avLst/>
            </a:prstGeom>
            <a:ln w="28575" cap="flat" cmpd="sng">
              <a:solidFill>
                <a:srgbClr val="FFCC00"/>
              </a:solidFill>
              <a:prstDash val="solid"/>
              <a:headEnd type="none" w="med" len="med"/>
              <a:tailEnd type="none" w="med" len="med"/>
            </a:ln>
          </p:spPr>
        </p:sp>
        <p:sp>
          <p:nvSpPr>
            <p:cNvPr id="16402" name="Line 57"/>
            <p:cNvSpPr/>
            <p:nvPr/>
          </p:nvSpPr>
          <p:spPr>
            <a:xfrm>
              <a:off x="1649" y="3486"/>
              <a:ext cx="2283" cy="1"/>
            </a:xfrm>
            <a:prstGeom prst="line">
              <a:avLst/>
            </a:prstGeom>
            <a:ln w="28575" cap="flat" cmpd="sng">
              <a:solidFill>
                <a:srgbClr val="FFCC00"/>
              </a:solidFill>
              <a:prstDash val="solid"/>
              <a:headEnd type="none" w="med" len="med"/>
              <a:tailEnd type="none" w="med" len="med"/>
            </a:ln>
          </p:spPr>
        </p:sp>
        <p:sp>
          <p:nvSpPr>
            <p:cNvPr id="16403" name="Line 58"/>
            <p:cNvSpPr/>
            <p:nvPr/>
          </p:nvSpPr>
          <p:spPr>
            <a:xfrm>
              <a:off x="1701" y="2523"/>
              <a:ext cx="294" cy="0"/>
            </a:xfrm>
            <a:prstGeom prst="line">
              <a:avLst/>
            </a:prstGeom>
            <a:ln w="28575" cap="flat" cmpd="sng">
              <a:solidFill>
                <a:srgbClr val="00FFFF"/>
              </a:solidFill>
              <a:prstDash val="solid"/>
              <a:headEnd type="none" w="med" len="med"/>
              <a:tailEnd type="triangle" w="med" len="med"/>
            </a:ln>
          </p:spPr>
        </p:sp>
        <p:sp>
          <p:nvSpPr>
            <p:cNvPr id="16404" name="Text Box 59"/>
            <p:cNvSpPr txBox="1"/>
            <p:nvPr/>
          </p:nvSpPr>
          <p:spPr>
            <a:xfrm>
              <a:off x="1493" y="254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6405" name="Text Box 60"/>
            <p:cNvSpPr txBox="1"/>
            <p:nvPr/>
          </p:nvSpPr>
          <p:spPr>
            <a:xfrm>
              <a:off x="1510" y="316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6406" name="Line 61"/>
            <p:cNvSpPr/>
            <p:nvPr/>
          </p:nvSpPr>
          <p:spPr>
            <a:xfrm flipH="1">
              <a:off x="3560" y="2523"/>
              <a:ext cx="294" cy="0"/>
            </a:xfrm>
            <a:prstGeom prst="line">
              <a:avLst/>
            </a:prstGeom>
            <a:ln w="28575" cap="flat" cmpd="sng">
              <a:solidFill>
                <a:srgbClr val="00FFFF"/>
              </a:solidFill>
              <a:prstDash val="solid"/>
              <a:headEnd type="none" w="med" len="med"/>
              <a:tailEnd type="triangle" w="med" len="med"/>
            </a:ln>
          </p:spPr>
        </p:sp>
        <p:sp>
          <p:nvSpPr>
            <p:cNvPr id="16407" name="Text Box 62"/>
            <p:cNvSpPr txBox="1"/>
            <p:nvPr/>
          </p:nvSpPr>
          <p:spPr>
            <a:xfrm>
              <a:off x="3845" y="255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6408" name="Text Box 63"/>
            <p:cNvSpPr txBox="1"/>
            <p:nvPr/>
          </p:nvSpPr>
          <p:spPr>
            <a:xfrm>
              <a:off x="3838" y="317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6391" name="Object 64"/>
            <p:cNvGraphicFramePr/>
            <p:nvPr/>
          </p:nvGraphicFramePr>
          <p:xfrm>
            <a:off x="3833" y="2841"/>
            <a:ext cx="304" cy="370"/>
          </p:xfrm>
          <a:graphic>
            <a:graphicData uri="http://schemas.openxmlformats.org/presentationml/2006/ole">
              <mc:AlternateContent xmlns:mc="http://schemas.openxmlformats.org/markup-compatibility/2006">
                <mc:Choice xmlns:v="urn:schemas-microsoft-com:vml" Requires="v">
                  <p:oleObj spid="_x0000_s3167" name="" r:id="rId12" imgW="241300" imgH="292100" progId="Equation.3">
                    <p:embed/>
                  </p:oleObj>
                </mc:Choice>
                <mc:Fallback>
                  <p:oleObj name="" r:id="rId12" imgW="241300" imgH="292100" progId="Equation.3">
                    <p:embed/>
                    <p:pic>
                      <p:nvPicPr>
                        <p:cNvPr id="0" name="图片 3166"/>
                        <p:cNvPicPr/>
                        <p:nvPr/>
                      </p:nvPicPr>
                      <p:blipFill>
                        <a:blip r:embed="rId13">
                          <a:clrChange>
                            <a:clrFrom>
                              <a:srgbClr val="000000"/>
                            </a:clrFrom>
                            <a:clrTo>
                              <a:srgbClr val="FFFFFF"/>
                            </a:clrTo>
                          </a:clrChange>
                        </a:blip>
                        <a:stretch>
                          <a:fillRect/>
                        </a:stretch>
                      </p:blipFill>
                      <p:spPr>
                        <a:xfrm>
                          <a:off x="3833" y="2841"/>
                          <a:ext cx="304" cy="370"/>
                        </a:xfrm>
                        <a:prstGeom prst="rect">
                          <a:avLst/>
                        </a:prstGeom>
                        <a:noFill/>
                        <a:ln w="38100">
                          <a:noFill/>
                          <a:miter/>
                        </a:ln>
                      </p:spPr>
                    </p:pic>
                  </p:oleObj>
                </mc:Fallback>
              </mc:AlternateContent>
            </a:graphicData>
          </a:graphic>
        </p:graphicFrame>
        <p:sp>
          <p:nvSpPr>
            <p:cNvPr id="16409" name="Line 65"/>
            <p:cNvSpPr/>
            <p:nvPr/>
          </p:nvSpPr>
          <p:spPr>
            <a:xfrm>
              <a:off x="2723" y="2523"/>
              <a:ext cx="0" cy="953"/>
            </a:xfrm>
            <a:prstGeom prst="line">
              <a:avLst/>
            </a:prstGeom>
            <a:ln w="28575" cap="flat" cmpd="sng">
              <a:solidFill>
                <a:srgbClr val="FFCC00"/>
              </a:solidFill>
              <a:prstDash val="solid"/>
              <a:headEnd type="oval" w="med" len="med"/>
              <a:tailEnd type="oval" w="med" len="med"/>
            </a:ln>
          </p:spPr>
        </p:sp>
        <p:sp>
          <p:nvSpPr>
            <p:cNvPr id="16410" name="Oval 66"/>
            <p:cNvSpPr/>
            <p:nvPr/>
          </p:nvSpPr>
          <p:spPr>
            <a:xfrm>
              <a:off x="1581" y="248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6411" name="Oval 67"/>
            <p:cNvSpPr/>
            <p:nvPr/>
          </p:nvSpPr>
          <p:spPr>
            <a:xfrm>
              <a:off x="1581" y="343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6412" name="Oval 68"/>
            <p:cNvSpPr/>
            <p:nvPr/>
          </p:nvSpPr>
          <p:spPr>
            <a:xfrm>
              <a:off x="3927" y="248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6413" name="Oval 69"/>
            <p:cNvSpPr/>
            <p:nvPr/>
          </p:nvSpPr>
          <p:spPr>
            <a:xfrm>
              <a:off x="3939" y="344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6414" name="Rectangle 70"/>
            <p:cNvSpPr/>
            <p:nvPr/>
          </p:nvSpPr>
          <p:spPr>
            <a:xfrm>
              <a:off x="3016" y="246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6415" name="Rectangle 71"/>
            <p:cNvSpPr/>
            <p:nvPr/>
          </p:nvSpPr>
          <p:spPr>
            <a:xfrm>
              <a:off x="2659" y="28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6416" name="Rectangle 72"/>
            <p:cNvSpPr/>
            <p:nvPr/>
          </p:nvSpPr>
          <p:spPr>
            <a:xfrm>
              <a:off x="2109" y="246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0664"/>
                                        </p:tgtEl>
                                        <p:attrNameLst>
                                          <p:attrName>style.visibility</p:attrName>
                                        </p:attrNameLst>
                                      </p:cBhvr>
                                      <p:to>
                                        <p:strVal val="visible"/>
                                      </p:to>
                                    </p:set>
                                    <p:anim calcmode="lin" valueType="num">
                                      <p:cBhvr>
                                        <p:cTn id="7" dur="1000" fill="hold"/>
                                        <p:tgtEl>
                                          <p:spTgt spid="70664"/>
                                        </p:tgtEl>
                                        <p:attrNameLst>
                                          <p:attrName>ppt_w</p:attrName>
                                        </p:attrNameLst>
                                      </p:cBhvr>
                                      <p:tavLst>
                                        <p:tav tm="0">
                                          <p:val>
                                            <p:fltVal val="0.000000"/>
                                          </p:val>
                                        </p:tav>
                                        <p:tav tm="100000">
                                          <p:val>
                                            <p:strVal val="#ppt_w"/>
                                          </p:val>
                                        </p:tav>
                                      </p:tavLst>
                                    </p:anim>
                                    <p:anim calcmode="lin" valueType="num">
                                      <p:cBhvr>
                                        <p:cTn id="8" dur="1000" fill="hold"/>
                                        <p:tgtEl>
                                          <p:spTgt spid="70664"/>
                                        </p:tgtEl>
                                        <p:attrNameLst>
                                          <p:attrName>ppt_h</p:attrName>
                                        </p:attrNameLst>
                                      </p:cBhvr>
                                      <p:tavLst>
                                        <p:tav tm="0">
                                          <p:val>
                                            <p:fltVal val="0.000000"/>
                                          </p:val>
                                        </p:tav>
                                        <p:tav tm="100000">
                                          <p:val>
                                            <p:strVal val="#ppt_h"/>
                                          </p:val>
                                        </p:tav>
                                      </p:tavLst>
                                    </p:anim>
                                    <p:anim calcmode="lin" valueType="num">
                                      <p:cBhvr>
                                        <p:cTn id="9" dur="1000" fill="hold"/>
                                        <p:tgtEl>
                                          <p:spTgt spid="7066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7066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2" fill="hold" grpId="0" nodeType="clickEffect">
                                  <p:stCondLst>
                                    <p:cond delay="0"/>
                                  </p:stCondLst>
                                  <p:childTnLst>
                                    <p:set>
                                      <p:cBhvr>
                                        <p:cTn id="14" dur="1" fill="hold">
                                          <p:stCondLst>
                                            <p:cond delay="0"/>
                                          </p:stCondLst>
                                        </p:cTn>
                                        <p:tgtEl>
                                          <p:spTgt spid="70665"/>
                                        </p:tgtEl>
                                        <p:attrNameLst>
                                          <p:attrName>style.visibility</p:attrName>
                                        </p:attrNameLst>
                                      </p:cBhvr>
                                      <p:to>
                                        <p:strVal val="visible"/>
                                      </p:to>
                                    </p:set>
                                    <p:animEffect transition="in" filter="slide(fromRight)">
                                      <p:cBhvr>
                                        <p:cTn id="15" dur="500"/>
                                        <p:tgtEl>
                                          <p:spTgt spid="7066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0666"/>
                                        </p:tgtEl>
                                        <p:attrNameLst>
                                          <p:attrName>style.visibility</p:attrName>
                                        </p:attrNameLst>
                                      </p:cBhvr>
                                      <p:to>
                                        <p:strVal val="visible"/>
                                      </p:to>
                                    </p:set>
                                    <p:animEffect transition="in" filter="wipe(up)">
                                      <p:cBhvr>
                                        <p:cTn id="20" dur="2000"/>
                                        <p:tgtEl>
                                          <p:spTgt spid="70666"/>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0698"/>
                                        </p:tgtEl>
                                        <p:attrNameLst>
                                          <p:attrName>style.visibility</p:attrName>
                                        </p:attrNameLst>
                                      </p:cBhvr>
                                      <p:to>
                                        <p:strVal val="visible"/>
                                      </p:to>
                                    </p:set>
                                    <p:anim calcmode="lin" valueType="num">
                                      <p:cBhvr additive="base">
                                        <p:cTn id="25" dur="500" fill="hold"/>
                                        <p:tgtEl>
                                          <p:spTgt spid="70698"/>
                                        </p:tgtEl>
                                        <p:attrNameLst>
                                          <p:attrName>ppt_x</p:attrName>
                                        </p:attrNameLst>
                                      </p:cBhvr>
                                      <p:tavLst>
                                        <p:tav tm="0">
                                          <p:val>
                                            <p:strVal val="#ppt_x"/>
                                          </p:val>
                                        </p:tav>
                                        <p:tav tm="100000">
                                          <p:val>
                                            <p:strVal val="#ppt_x"/>
                                          </p:val>
                                        </p:tav>
                                      </p:tavLst>
                                    </p:anim>
                                    <p:anim calcmode="lin" valueType="num">
                                      <p:cBhvr additive="base">
                                        <p:cTn id="26" dur="500" fill="hold"/>
                                        <p:tgtEl>
                                          <p:spTgt spid="706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4" grpId="0" animBg="1"/>
      <p:bldP spid="7066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30" name="Text Box 42"/>
          <p:cNvSpPr txBox="1"/>
          <p:nvPr/>
        </p:nvSpPr>
        <p:spPr>
          <a:xfrm>
            <a:off x="539750" y="620713"/>
            <a:ext cx="1584325" cy="579437"/>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2-5</a:t>
            </a:r>
            <a:endParaRPr lang="en-US" altLang="zh-CN" sz="3200" b="0" dirty="0">
              <a:latin typeface="Times New Roman" panose="02020603050405020304" pitchFamily="18" charset="0"/>
              <a:ea typeface="宋体" panose="02010600030101010101" pitchFamily="2" charset="-122"/>
            </a:endParaRPr>
          </a:p>
        </p:txBody>
      </p:sp>
      <p:sp>
        <p:nvSpPr>
          <p:cNvPr id="12332" name="Text Box 44"/>
          <p:cNvSpPr txBox="1"/>
          <p:nvPr/>
        </p:nvSpPr>
        <p:spPr>
          <a:xfrm>
            <a:off x="900113" y="1989138"/>
            <a:ext cx="576262"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
        <p:nvSpPr>
          <p:cNvPr id="12334" name="Text Box 46"/>
          <p:cNvSpPr txBox="1"/>
          <p:nvPr/>
        </p:nvSpPr>
        <p:spPr>
          <a:xfrm>
            <a:off x="611188" y="2781300"/>
            <a:ext cx="273685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列</a:t>
            </a:r>
            <a:r>
              <a:rPr lang="en-US" altLang="zh-CN" b="0" dirty="0">
                <a:latin typeface="Times New Roman" panose="02020603050405020304" pitchFamily="18" charset="0"/>
              </a:rPr>
              <a:t>KVL</a:t>
            </a:r>
            <a:r>
              <a:rPr lang="zh-CN" altLang="en-US" dirty="0">
                <a:solidFill>
                  <a:srgbClr val="FFFF00"/>
                </a:solidFill>
                <a:latin typeface="楷体_GB2312" pitchFamily="49" charset="-122"/>
              </a:rPr>
              <a:t>方程：</a:t>
            </a:r>
            <a:endParaRPr lang="zh-CN" altLang="en-US" dirty="0">
              <a:solidFill>
                <a:srgbClr val="FFFF00"/>
              </a:solidFill>
              <a:latin typeface="楷体_GB2312" pitchFamily="49" charset="-122"/>
            </a:endParaRPr>
          </a:p>
        </p:txBody>
      </p:sp>
      <p:graphicFrame>
        <p:nvGraphicFramePr>
          <p:cNvPr id="12335" name="Object 47"/>
          <p:cNvGraphicFramePr/>
          <p:nvPr/>
        </p:nvGraphicFramePr>
        <p:xfrm>
          <a:off x="539750" y="3357563"/>
          <a:ext cx="8135938" cy="608012"/>
        </p:xfrm>
        <a:graphic>
          <a:graphicData uri="http://schemas.openxmlformats.org/presentationml/2006/ole">
            <mc:AlternateContent xmlns:mc="http://schemas.openxmlformats.org/markup-compatibility/2006">
              <mc:Choice xmlns:v="urn:schemas-microsoft-com:vml" Requires="v">
                <p:oleObj spid="_x0000_s3165" name="" r:id="rId1" imgW="2589530" imgH="241300" progId="Equation.DSMT4">
                  <p:embed/>
                </p:oleObj>
              </mc:Choice>
              <mc:Fallback>
                <p:oleObj name="" r:id="rId1" imgW="2589530" imgH="241300" progId="Equation.DSMT4">
                  <p:embed/>
                  <p:pic>
                    <p:nvPicPr>
                      <p:cNvPr id="0" name="图片 3164"/>
                      <p:cNvPicPr/>
                      <p:nvPr/>
                    </p:nvPicPr>
                    <p:blipFill>
                      <a:blip r:embed="rId2">
                        <a:clrChange>
                          <a:clrFrom>
                            <a:srgbClr val="000000"/>
                          </a:clrFrom>
                          <a:clrTo>
                            <a:srgbClr val="FFFFFF"/>
                          </a:clrTo>
                        </a:clrChange>
                      </a:blip>
                      <a:stretch>
                        <a:fillRect/>
                      </a:stretch>
                    </p:blipFill>
                    <p:spPr>
                      <a:xfrm>
                        <a:off x="539750" y="3357563"/>
                        <a:ext cx="8135938" cy="608012"/>
                      </a:xfrm>
                      <a:prstGeom prst="rect">
                        <a:avLst/>
                      </a:prstGeom>
                      <a:noFill/>
                      <a:ln w="38100">
                        <a:noFill/>
                        <a:miter/>
                      </a:ln>
                    </p:spPr>
                  </p:pic>
                </p:oleObj>
              </mc:Fallback>
            </mc:AlternateContent>
          </a:graphicData>
        </a:graphic>
      </p:graphicFrame>
      <p:graphicFrame>
        <p:nvGraphicFramePr>
          <p:cNvPr id="12336" name="Object 48"/>
          <p:cNvGraphicFramePr/>
          <p:nvPr/>
        </p:nvGraphicFramePr>
        <p:xfrm>
          <a:off x="539750" y="3933825"/>
          <a:ext cx="5616575" cy="1204913"/>
        </p:xfrm>
        <a:graphic>
          <a:graphicData uri="http://schemas.openxmlformats.org/presentationml/2006/ole">
            <mc:AlternateContent xmlns:mc="http://schemas.openxmlformats.org/markup-compatibility/2006">
              <mc:Choice xmlns:v="urn:schemas-microsoft-com:vml" Requires="v">
                <p:oleObj spid="_x0000_s3166" name="" r:id="rId3" imgW="1815465" imgH="482600" progId="Equation.DSMT4">
                  <p:embed/>
                </p:oleObj>
              </mc:Choice>
              <mc:Fallback>
                <p:oleObj name="" r:id="rId3" imgW="1815465" imgH="482600" progId="Equation.DSMT4">
                  <p:embed/>
                  <p:pic>
                    <p:nvPicPr>
                      <p:cNvPr id="0" name="图片 3165"/>
                      <p:cNvPicPr/>
                      <p:nvPr/>
                    </p:nvPicPr>
                    <p:blipFill>
                      <a:blip r:embed="rId4">
                        <a:clrChange>
                          <a:clrFrom>
                            <a:srgbClr val="000000"/>
                          </a:clrFrom>
                          <a:clrTo>
                            <a:srgbClr val="FFFFFF"/>
                          </a:clrTo>
                        </a:clrChange>
                      </a:blip>
                      <a:stretch>
                        <a:fillRect/>
                      </a:stretch>
                    </p:blipFill>
                    <p:spPr>
                      <a:xfrm>
                        <a:off x="539750" y="3933825"/>
                        <a:ext cx="5616575" cy="1204913"/>
                      </a:xfrm>
                      <a:prstGeom prst="rect">
                        <a:avLst/>
                      </a:prstGeom>
                      <a:noFill/>
                      <a:ln w="38100">
                        <a:noFill/>
                        <a:miter/>
                      </a:ln>
                    </p:spPr>
                  </p:pic>
                </p:oleObj>
              </mc:Fallback>
            </mc:AlternateContent>
          </a:graphicData>
        </a:graphic>
      </p:graphicFrame>
      <p:graphicFrame>
        <p:nvGraphicFramePr>
          <p:cNvPr id="12337" name="Object 49"/>
          <p:cNvGraphicFramePr/>
          <p:nvPr/>
        </p:nvGraphicFramePr>
        <p:xfrm>
          <a:off x="1908175" y="5157788"/>
          <a:ext cx="3856038" cy="1241425"/>
        </p:xfrm>
        <a:graphic>
          <a:graphicData uri="http://schemas.openxmlformats.org/presentationml/2006/ole">
            <mc:AlternateContent xmlns:mc="http://schemas.openxmlformats.org/markup-compatibility/2006">
              <mc:Choice xmlns:v="urn:schemas-microsoft-com:vml" Requires="v">
                <p:oleObj spid="_x0000_s3168" name="" r:id="rId5" imgW="1497965" imgH="482600" progId="Equation.DSMT4">
                  <p:embed/>
                </p:oleObj>
              </mc:Choice>
              <mc:Fallback>
                <p:oleObj name="" r:id="rId5" imgW="1497965" imgH="482600" progId="Equation.DSMT4">
                  <p:embed/>
                  <p:pic>
                    <p:nvPicPr>
                      <p:cNvPr id="0" name="图片 3167"/>
                      <p:cNvPicPr/>
                      <p:nvPr/>
                    </p:nvPicPr>
                    <p:blipFill>
                      <a:blip r:embed="rId6">
                        <a:clrChange>
                          <a:clrFrom>
                            <a:srgbClr val="000000"/>
                          </a:clrFrom>
                          <a:clrTo>
                            <a:srgbClr val="FFFFFF"/>
                          </a:clrTo>
                        </a:clrChange>
                      </a:blip>
                      <a:stretch>
                        <a:fillRect/>
                      </a:stretch>
                    </p:blipFill>
                    <p:spPr>
                      <a:xfrm>
                        <a:off x="1908175" y="5157788"/>
                        <a:ext cx="3856038" cy="1241425"/>
                      </a:xfrm>
                      <a:prstGeom prst="rect">
                        <a:avLst/>
                      </a:prstGeom>
                      <a:noFill/>
                      <a:ln w="38100">
                        <a:noFill/>
                        <a:miter/>
                      </a:ln>
                    </p:spPr>
                  </p:pic>
                </p:oleObj>
              </mc:Fallback>
            </mc:AlternateContent>
          </a:graphicData>
        </a:graphic>
      </p:graphicFrame>
      <p:sp>
        <p:nvSpPr>
          <p:cNvPr id="12338" name="Line 50"/>
          <p:cNvSpPr/>
          <p:nvPr/>
        </p:nvSpPr>
        <p:spPr>
          <a:xfrm>
            <a:off x="1042988" y="5734050"/>
            <a:ext cx="720725" cy="0"/>
          </a:xfrm>
          <a:prstGeom prst="line">
            <a:avLst/>
          </a:prstGeom>
          <a:ln w="76200" cap="flat" cmpd="sng">
            <a:solidFill>
              <a:srgbClr val="3399FF"/>
            </a:solidFill>
            <a:prstDash val="solid"/>
            <a:headEnd type="none" w="med" len="med"/>
            <a:tailEnd type="triangle" w="med" len="med"/>
          </a:ln>
        </p:spPr>
      </p:sp>
      <p:grpSp>
        <p:nvGrpSpPr>
          <p:cNvPr id="17422" name="Group 55"/>
          <p:cNvGrpSpPr/>
          <p:nvPr/>
        </p:nvGrpSpPr>
        <p:grpSpPr>
          <a:xfrm>
            <a:off x="8316913" y="6446838"/>
            <a:ext cx="792162" cy="366712"/>
            <a:chOff x="5193" y="4020"/>
            <a:chExt cx="499" cy="231"/>
          </a:xfrm>
        </p:grpSpPr>
        <p:pic>
          <p:nvPicPr>
            <p:cNvPr id="17453" name="Picture 56"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17454" name="Text Box 5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7423" name="Group 58"/>
          <p:cNvGrpSpPr/>
          <p:nvPr/>
        </p:nvGrpSpPr>
        <p:grpSpPr>
          <a:xfrm>
            <a:off x="7453313" y="6446838"/>
            <a:ext cx="792162" cy="366712"/>
            <a:chOff x="4649" y="4020"/>
            <a:chExt cx="499" cy="231"/>
          </a:xfrm>
        </p:grpSpPr>
        <p:pic>
          <p:nvPicPr>
            <p:cNvPr id="17451" name="Picture 59"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7452" name="Text Box 6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12352" name="Text Box 64"/>
          <p:cNvSpPr txBox="1"/>
          <p:nvPr/>
        </p:nvSpPr>
        <p:spPr>
          <a:xfrm>
            <a:off x="1619250" y="620713"/>
            <a:ext cx="5256213"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求图示二端口的</a:t>
            </a:r>
            <a:r>
              <a:rPr lang="en-US" altLang="zh-CN" b="0" i="1" dirty="0">
                <a:latin typeface="Times New Roman" panose="02020603050405020304" pitchFamily="18" charset="0"/>
              </a:rPr>
              <a:t>Z</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17425" name="Group 99"/>
          <p:cNvGrpSpPr/>
          <p:nvPr/>
        </p:nvGrpSpPr>
        <p:grpSpPr>
          <a:xfrm>
            <a:off x="2771775" y="836613"/>
            <a:ext cx="5113338" cy="2354262"/>
            <a:chOff x="1746" y="572"/>
            <a:chExt cx="3221" cy="1483"/>
          </a:xfrm>
        </p:grpSpPr>
        <p:sp>
          <p:nvSpPr>
            <p:cNvPr id="17429" name="AutoShape 66"/>
            <p:cNvSpPr/>
            <p:nvPr/>
          </p:nvSpPr>
          <p:spPr>
            <a:xfrm>
              <a:off x="3833" y="935"/>
              <a:ext cx="453" cy="272"/>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30" name="Text Box 67"/>
            <p:cNvSpPr txBox="1"/>
            <p:nvPr/>
          </p:nvSpPr>
          <p:spPr>
            <a:xfrm>
              <a:off x="4196" y="79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7431" name="Text Box 68"/>
            <p:cNvSpPr txBox="1"/>
            <p:nvPr/>
          </p:nvSpPr>
          <p:spPr>
            <a:xfrm>
              <a:off x="3651" y="79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7413" name="Object 69"/>
            <p:cNvGraphicFramePr/>
            <p:nvPr/>
          </p:nvGraphicFramePr>
          <p:xfrm>
            <a:off x="3833" y="572"/>
            <a:ext cx="385" cy="370"/>
          </p:xfrm>
          <a:graphic>
            <a:graphicData uri="http://schemas.openxmlformats.org/presentationml/2006/ole">
              <mc:AlternateContent xmlns:mc="http://schemas.openxmlformats.org/markup-compatibility/2006">
                <mc:Choice xmlns:v="urn:schemas-microsoft-com:vml" Requires="v">
                  <p:oleObj spid="_x0000_s3187" name="" r:id="rId8" imgW="304800" imgH="292100" progId="Equation.3">
                    <p:embed/>
                  </p:oleObj>
                </mc:Choice>
                <mc:Fallback>
                  <p:oleObj name="" r:id="rId8" imgW="304800" imgH="292100" progId="Equation.3">
                    <p:embed/>
                    <p:pic>
                      <p:nvPicPr>
                        <p:cNvPr id="0" name="图片 3186"/>
                        <p:cNvPicPr/>
                        <p:nvPr/>
                      </p:nvPicPr>
                      <p:blipFill>
                        <a:blip r:embed="rId9">
                          <a:clrChange>
                            <a:clrFrom>
                              <a:srgbClr val="000000"/>
                            </a:clrFrom>
                            <a:clrTo>
                              <a:srgbClr val="FFFFFF"/>
                            </a:clrTo>
                          </a:clrChange>
                        </a:blip>
                        <a:stretch>
                          <a:fillRect/>
                        </a:stretch>
                      </p:blipFill>
                      <p:spPr>
                        <a:xfrm>
                          <a:off x="3833" y="572"/>
                          <a:ext cx="385" cy="370"/>
                        </a:xfrm>
                        <a:prstGeom prst="rect">
                          <a:avLst/>
                        </a:prstGeom>
                        <a:noFill/>
                        <a:ln w="38100">
                          <a:noFill/>
                          <a:miter/>
                        </a:ln>
                      </p:spPr>
                    </p:pic>
                  </p:oleObj>
                </mc:Fallback>
              </mc:AlternateContent>
            </a:graphicData>
          </a:graphic>
        </p:graphicFrame>
        <p:sp>
          <p:nvSpPr>
            <p:cNvPr id="17432" name="Rectangle 70"/>
            <p:cNvSpPr/>
            <p:nvPr/>
          </p:nvSpPr>
          <p:spPr>
            <a:xfrm>
              <a:off x="3016" y="1389"/>
              <a:ext cx="31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17433" name="Rectangle 71"/>
            <p:cNvSpPr/>
            <p:nvPr/>
          </p:nvSpPr>
          <p:spPr>
            <a:xfrm>
              <a:off x="2381" y="708"/>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17434" name="Rectangle 72"/>
            <p:cNvSpPr/>
            <p:nvPr/>
          </p:nvSpPr>
          <p:spPr>
            <a:xfrm>
              <a:off x="3288" y="708"/>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graphicFrame>
          <p:nvGraphicFramePr>
            <p:cNvPr id="17414" name="Object 73"/>
            <p:cNvGraphicFramePr/>
            <p:nvPr/>
          </p:nvGraphicFramePr>
          <p:xfrm>
            <a:off x="1746" y="1389"/>
            <a:ext cx="272" cy="370"/>
          </p:xfrm>
          <a:graphic>
            <a:graphicData uri="http://schemas.openxmlformats.org/presentationml/2006/ole">
              <mc:AlternateContent xmlns:mc="http://schemas.openxmlformats.org/markup-compatibility/2006">
                <mc:Choice xmlns:v="urn:schemas-microsoft-com:vml" Requires="v">
                  <p:oleObj spid="_x0000_s3186" name="" r:id="rId10" imgW="215900" imgH="291465" progId="Equation.3">
                    <p:embed/>
                  </p:oleObj>
                </mc:Choice>
                <mc:Fallback>
                  <p:oleObj name="" r:id="rId10" imgW="215900" imgH="291465" progId="Equation.3">
                    <p:embed/>
                    <p:pic>
                      <p:nvPicPr>
                        <p:cNvPr id="0" name="图片 3185"/>
                        <p:cNvPicPr/>
                        <p:nvPr/>
                      </p:nvPicPr>
                      <p:blipFill>
                        <a:blip r:embed="rId11">
                          <a:clrChange>
                            <a:clrFrom>
                              <a:srgbClr val="000000"/>
                            </a:clrFrom>
                            <a:clrTo>
                              <a:srgbClr val="FFFFFF"/>
                            </a:clrTo>
                          </a:clrChange>
                        </a:blip>
                        <a:stretch>
                          <a:fillRect/>
                        </a:stretch>
                      </p:blipFill>
                      <p:spPr>
                        <a:xfrm>
                          <a:off x="1746" y="1389"/>
                          <a:ext cx="272" cy="370"/>
                        </a:xfrm>
                        <a:prstGeom prst="rect">
                          <a:avLst/>
                        </a:prstGeom>
                        <a:noFill/>
                        <a:ln w="38100">
                          <a:noFill/>
                          <a:miter/>
                        </a:ln>
                      </p:spPr>
                    </p:pic>
                  </p:oleObj>
                </mc:Fallback>
              </mc:AlternateContent>
            </a:graphicData>
          </a:graphic>
        </p:graphicFrame>
        <p:graphicFrame>
          <p:nvGraphicFramePr>
            <p:cNvPr id="17415" name="Object 74"/>
            <p:cNvGraphicFramePr/>
            <p:nvPr/>
          </p:nvGraphicFramePr>
          <p:xfrm>
            <a:off x="4422" y="709"/>
            <a:ext cx="240" cy="370"/>
          </p:xfrm>
          <a:graphic>
            <a:graphicData uri="http://schemas.openxmlformats.org/presentationml/2006/ole">
              <mc:AlternateContent xmlns:mc="http://schemas.openxmlformats.org/markup-compatibility/2006">
                <mc:Choice xmlns:v="urn:schemas-microsoft-com:vml" Requires="v">
                  <p:oleObj spid="_x0000_s3189" name="" r:id="rId12" imgW="190500" imgH="292100" progId="Equation.3">
                    <p:embed/>
                  </p:oleObj>
                </mc:Choice>
                <mc:Fallback>
                  <p:oleObj name="" r:id="rId12" imgW="190500" imgH="292100" progId="Equation.3">
                    <p:embed/>
                    <p:pic>
                      <p:nvPicPr>
                        <p:cNvPr id="0" name="图片 3188"/>
                        <p:cNvPicPr/>
                        <p:nvPr/>
                      </p:nvPicPr>
                      <p:blipFill>
                        <a:blip r:embed="rId13">
                          <a:clrChange>
                            <a:clrFrom>
                              <a:srgbClr val="000000"/>
                            </a:clrFrom>
                            <a:clrTo>
                              <a:srgbClr val="FFFFFF"/>
                            </a:clrTo>
                          </a:clrChange>
                        </a:blip>
                        <a:stretch>
                          <a:fillRect/>
                        </a:stretch>
                      </p:blipFill>
                      <p:spPr>
                        <a:xfrm>
                          <a:off x="4422" y="709"/>
                          <a:ext cx="240" cy="370"/>
                        </a:xfrm>
                        <a:prstGeom prst="rect">
                          <a:avLst/>
                        </a:prstGeom>
                        <a:noFill/>
                        <a:ln w="38100">
                          <a:noFill/>
                          <a:miter/>
                        </a:ln>
                      </p:spPr>
                    </p:pic>
                  </p:oleObj>
                </mc:Fallback>
              </mc:AlternateContent>
            </a:graphicData>
          </a:graphic>
        </p:graphicFrame>
        <p:graphicFrame>
          <p:nvGraphicFramePr>
            <p:cNvPr id="17416" name="Object 75"/>
            <p:cNvGraphicFramePr/>
            <p:nvPr/>
          </p:nvGraphicFramePr>
          <p:xfrm>
            <a:off x="1973" y="709"/>
            <a:ext cx="208" cy="370"/>
          </p:xfrm>
          <a:graphic>
            <a:graphicData uri="http://schemas.openxmlformats.org/presentationml/2006/ole">
              <mc:AlternateContent xmlns:mc="http://schemas.openxmlformats.org/markup-compatibility/2006">
                <mc:Choice xmlns:v="urn:schemas-microsoft-com:vml" Requires="v">
                  <p:oleObj spid="_x0000_s3185" name="" r:id="rId14" imgW="165100" imgH="291465" progId="Equation.3">
                    <p:embed/>
                  </p:oleObj>
                </mc:Choice>
                <mc:Fallback>
                  <p:oleObj name="" r:id="rId14" imgW="165100" imgH="291465" progId="Equation.3">
                    <p:embed/>
                    <p:pic>
                      <p:nvPicPr>
                        <p:cNvPr id="0" name="图片 3184"/>
                        <p:cNvPicPr/>
                        <p:nvPr/>
                      </p:nvPicPr>
                      <p:blipFill>
                        <a:blip r:embed="rId15">
                          <a:clrChange>
                            <a:clrFrom>
                              <a:srgbClr val="000000"/>
                            </a:clrFrom>
                            <a:clrTo>
                              <a:srgbClr val="FFFFFF"/>
                            </a:clrTo>
                          </a:clrChange>
                        </a:blip>
                        <a:stretch>
                          <a:fillRect/>
                        </a:stretch>
                      </p:blipFill>
                      <p:spPr>
                        <a:xfrm>
                          <a:off x="1973" y="709"/>
                          <a:ext cx="208" cy="370"/>
                        </a:xfrm>
                        <a:prstGeom prst="rect">
                          <a:avLst/>
                        </a:prstGeom>
                        <a:noFill/>
                        <a:ln w="38100">
                          <a:noFill/>
                          <a:miter/>
                        </a:ln>
                      </p:spPr>
                    </p:pic>
                  </p:oleObj>
                </mc:Fallback>
              </mc:AlternateContent>
            </a:graphicData>
          </a:graphic>
        </p:graphicFrame>
        <p:sp>
          <p:nvSpPr>
            <p:cNvPr id="17435" name="Line 76"/>
            <p:cNvSpPr/>
            <p:nvPr/>
          </p:nvSpPr>
          <p:spPr>
            <a:xfrm flipH="1">
              <a:off x="1927" y="1071"/>
              <a:ext cx="2813" cy="0"/>
            </a:xfrm>
            <a:prstGeom prst="line">
              <a:avLst/>
            </a:prstGeom>
            <a:ln w="28575" cap="flat" cmpd="sng">
              <a:solidFill>
                <a:srgbClr val="FFCC00"/>
              </a:solidFill>
              <a:prstDash val="solid"/>
              <a:headEnd type="none" w="med" len="med"/>
              <a:tailEnd type="none" w="med" len="med"/>
            </a:ln>
          </p:spPr>
        </p:sp>
        <p:sp>
          <p:nvSpPr>
            <p:cNvPr id="17436" name="Line 77"/>
            <p:cNvSpPr/>
            <p:nvPr/>
          </p:nvSpPr>
          <p:spPr>
            <a:xfrm flipV="1">
              <a:off x="1928" y="2024"/>
              <a:ext cx="2812" cy="0"/>
            </a:xfrm>
            <a:prstGeom prst="line">
              <a:avLst/>
            </a:prstGeom>
            <a:ln w="28575" cap="flat" cmpd="sng">
              <a:solidFill>
                <a:srgbClr val="FFCC00"/>
              </a:solidFill>
              <a:prstDash val="solid"/>
              <a:headEnd type="none" w="med" len="med"/>
              <a:tailEnd type="none" w="med" len="med"/>
            </a:ln>
          </p:spPr>
        </p:sp>
        <p:sp>
          <p:nvSpPr>
            <p:cNvPr id="17437" name="Line 78"/>
            <p:cNvSpPr/>
            <p:nvPr/>
          </p:nvSpPr>
          <p:spPr>
            <a:xfrm>
              <a:off x="1973" y="1071"/>
              <a:ext cx="294" cy="0"/>
            </a:xfrm>
            <a:prstGeom prst="line">
              <a:avLst/>
            </a:prstGeom>
            <a:ln w="28575" cap="flat" cmpd="sng">
              <a:solidFill>
                <a:srgbClr val="00FFFF"/>
              </a:solidFill>
              <a:prstDash val="solid"/>
              <a:headEnd type="none" w="med" len="med"/>
              <a:tailEnd type="triangle" w="med" len="med"/>
            </a:ln>
          </p:spPr>
        </p:sp>
        <p:sp>
          <p:nvSpPr>
            <p:cNvPr id="17438" name="Text Box 79"/>
            <p:cNvSpPr txBox="1"/>
            <p:nvPr/>
          </p:nvSpPr>
          <p:spPr>
            <a:xfrm>
              <a:off x="1765" y="109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7439" name="Text Box 80"/>
            <p:cNvSpPr txBox="1"/>
            <p:nvPr/>
          </p:nvSpPr>
          <p:spPr>
            <a:xfrm>
              <a:off x="1782" y="17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7440" name="Line 81"/>
            <p:cNvSpPr/>
            <p:nvPr/>
          </p:nvSpPr>
          <p:spPr>
            <a:xfrm flipH="1">
              <a:off x="4422" y="1071"/>
              <a:ext cx="294" cy="0"/>
            </a:xfrm>
            <a:prstGeom prst="line">
              <a:avLst/>
            </a:prstGeom>
            <a:ln w="28575" cap="flat" cmpd="sng">
              <a:solidFill>
                <a:srgbClr val="00FFFF"/>
              </a:solidFill>
              <a:prstDash val="solid"/>
              <a:headEnd type="none" w="med" len="med"/>
              <a:tailEnd type="triangle" w="med" len="med"/>
            </a:ln>
          </p:spPr>
        </p:sp>
        <p:sp>
          <p:nvSpPr>
            <p:cNvPr id="17441" name="Text Box 82"/>
            <p:cNvSpPr txBox="1"/>
            <p:nvPr/>
          </p:nvSpPr>
          <p:spPr>
            <a:xfrm>
              <a:off x="4675" y="109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7442" name="Text Box 83"/>
            <p:cNvSpPr txBox="1"/>
            <p:nvPr/>
          </p:nvSpPr>
          <p:spPr>
            <a:xfrm>
              <a:off x="4668" y="172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7417" name="Object 84"/>
            <p:cNvGraphicFramePr/>
            <p:nvPr/>
          </p:nvGraphicFramePr>
          <p:xfrm>
            <a:off x="4663" y="1389"/>
            <a:ext cx="304" cy="370"/>
          </p:xfrm>
          <a:graphic>
            <a:graphicData uri="http://schemas.openxmlformats.org/presentationml/2006/ole">
              <mc:AlternateContent xmlns:mc="http://schemas.openxmlformats.org/markup-compatibility/2006">
                <mc:Choice xmlns:v="urn:schemas-microsoft-com:vml" Requires="v">
                  <p:oleObj spid="_x0000_s3188" name="" r:id="rId16" imgW="241300" imgH="292100" progId="Equation.3">
                    <p:embed/>
                  </p:oleObj>
                </mc:Choice>
                <mc:Fallback>
                  <p:oleObj name="" r:id="rId16" imgW="241300" imgH="292100" progId="Equation.3">
                    <p:embed/>
                    <p:pic>
                      <p:nvPicPr>
                        <p:cNvPr id="0" name="图片 3187"/>
                        <p:cNvPicPr/>
                        <p:nvPr/>
                      </p:nvPicPr>
                      <p:blipFill>
                        <a:blip r:embed="rId17">
                          <a:clrChange>
                            <a:clrFrom>
                              <a:srgbClr val="000000"/>
                            </a:clrFrom>
                            <a:clrTo>
                              <a:srgbClr val="FFFFFF"/>
                            </a:clrTo>
                          </a:clrChange>
                        </a:blip>
                        <a:stretch>
                          <a:fillRect/>
                        </a:stretch>
                      </p:blipFill>
                      <p:spPr>
                        <a:xfrm>
                          <a:off x="4663" y="1389"/>
                          <a:ext cx="304" cy="370"/>
                        </a:xfrm>
                        <a:prstGeom prst="rect">
                          <a:avLst/>
                        </a:prstGeom>
                        <a:noFill/>
                        <a:ln w="38100">
                          <a:noFill/>
                          <a:miter/>
                        </a:ln>
                      </p:spPr>
                    </p:pic>
                  </p:oleObj>
                </mc:Fallback>
              </mc:AlternateContent>
            </a:graphicData>
          </a:graphic>
        </p:graphicFrame>
        <p:sp>
          <p:nvSpPr>
            <p:cNvPr id="17443" name="Line 85"/>
            <p:cNvSpPr/>
            <p:nvPr/>
          </p:nvSpPr>
          <p:spPr>
            <a:xfrm>
              <a:off x="2995" y="1071"/>
              <a:ext cx="0" cy="953"/>
            </a:xfrm>
            <a:prstGeom prst="line">
              <a:avLst/>
            </a:prstGeom>
            <a:ln w="28575" cap="flat" cmpd="sng">
              <a:solidFill>
                <a:srgbClr val="FFCC00"/>
              </a:solidFill>
              <a:prstDash val="solid"/>
              <a:headEnd type="oval" w="med" len="med"/>
              <a:tailEnd type="oval" w="med" len="med"/>
            </a:ln>
          </p:spPr>
        </p:sp>
        <p:sp>
          <p:nvSpPr>
            <p:cNvPr id="17444" name="Oval 86"/>
            <p:cNvSpPr/>
            <p:nvPr/>
          </p:nvSpPr>
          <p:spPr>
            <a:xfrm>
              <a:off x="1862" y="103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45" name="Oval 87"/>
            <p:cNvSpPr/>
            <p:nvPr/>
          </p:nvSpPr>
          <p:spPr>
            <a:xfrm>
              <a:off x="1862" y="198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46" name="Oval 88"/>
            <p:cNvSpPr/>
            <p:nvPr/>
          </p:nvSpPr>
          <p:spPr>
            <a:xfrm>
              <a:off x="4748" y="103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47" name="Oval 89"/>
            <p:cNvSpPr/>
            <p:nvPr/>
          </p:nvSpPr>
          <p:spPr>
            <a:xfrm>
              <a:off x="4742" y="198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7448" name="Rectangle 90"/>
            <p:cNvSpPr/>
            <p:nvPr/>
          </p:nvSpPr>
          <p:spPr>
            <a:xfrm>
              <a:off x="3288" y="10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7449" name="Rectangle 91"/>
            <p:cNvSpPr/>
            <p:nvPr/>
          </p:nvSpPr>
          <p:spPr>
            <a:xfrm>
              <a:off x="2931" y="13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7450" name="Rectangle 92"/>
            <p:cNvSpPr/>
            <p:nvPr/>
          </p:nvSpPr>
          <p:spPr>
            <a:xfrm>
              <a:off x="2381" y="9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17426" name="Group 96"/>
          <p:cNvGrpSpPr/>
          <p:nvPr/>
        </p:nvGrpSpPr>
        <p:grpSpPr>
          <a:xfrm>
            <a:off x="6588125" y="6446838"/>
            <a:ext cx="792163" cy="366712"/>
            <a:chOff x="4649" y="4020"/>
            <a:chExt cx="499" cy="231"/>
          </a:xfrm>
        </p:grpSpPr>
        <p:pic>
          <p:nvPicPr>
            <p:cNvPr id="17427" name="Picture 97"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7428" name="Text Box 9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2330"/>
                                        </p:tgtEl>
                                        <p:attrNameLst>
                                          <p:attrName>style.visibility</p:attrName>
                                        </p:attrNameLst>
                                      </p:cBhvr>
                                      <p:to>
                                        <p:strVal val="visible"/>
                                      </p:to>
                                    </p:set>
                                    <p:anim calcmode="lin" valueType="num">
                                      <p:cBhvr>
                                        <p:cTn id="7" dur="1000" fill="hold"/>
                                        <p:tgtEl>
                                          <p:spTgt spid="12330"/>
                                        </p:tgtEl>
                                        <p:attrNameLst>
                                          <p:attrName>ppt_w</p:attrName>
                                        </p:attrNameLst>
                                      </p:cBhvr>
                                      <p:tavLst>
                                        <p:tav tm="0">
                                          <p:val>
                                            <p:fltVal val="0.000000"/>
                                          </p:val>
                                        </p:tav>
                                        <p:tav tm="100000">
                                          <p:val>
                                            <p:strVal val="#ppt_w"/>
                                          </p:val>
                                        </p:tav>
                                      </p:tavLst>
                                    </p:anim>
                                    <p:anim calcmode="lin" valueType="num">
                                      <p:cBhvr>
                                        <p:cTn id="8" dur="1000" fill="hold"/>
                                        <p:tgtEl>
                                          <p:spTgt spid="12330"/>
                                        </p:tgtEl>
                                        <p:attrNameLst>
                                          <p:attrName>ppt_h</p:attrName>
                                        </p:attrNameLst>
                                      </p:cBhvr>
                                      <p:tavLst>
                                        <p:tav tm="0">
                                          <p:val>
                                            <p:fltVal val="0.000000"/>
                                          </p:val>
                                        </p:tav>
                                        <p:tav tm="100000">
                                          <p:val>
                                            <p:strVal val="#ppt_h"/>
                                          </p:val>
                                        </p:tav>
                                      </p:tavLst>
                                    </p:anim>
                                    <p:anim calcmode="lin" valueType="num">
                                      <p:cBhvr>
                                        <p:cTn id="9" dur="1000" fill="hold"/>
                                        <p:tgtEl>
                                          <p:spTgt spid="1233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233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2352">
                                            <p:txEl>
                                              <p:charRg st="0" end="12"/>
                                            </p:txEl>
                                          </p:spTgt>
                                        </p:tgtEl>
                                        <p:attrNameLst>
                                          <p:attrName>style.visibility</p:attrName>
                                        </p:attrNameLst>
                                      </p:cBhvr>
                                      <p:to>
                                        <p:strVal val="visible"/>
                                      </p:to>
                                    </p:set>
                                    <p:animEffect transition="in" filter="wipe(left)">
                                      <p:cBhvr>
                                        <p:cTn id="14" dur="2000"/>
                                        <p:tgtEl>
                                          <p:spTgt spid="12352">
                                            <p:txEl>
                                              <p:charRg st="0" end="1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12332"/>
                                        </p:tgtEl>
                                        <p:attrNameLst>
                                          <p:attrName>style.visibility</p:attrName>
                                        </p:attrNameLst>
                                      </p:cBhvr>
                                      <p:to>
                                        <p:strVal val="visible"/>
                                      </p:to>
                                    </p:set>
                                    <p:anim calcmode="lin" valueType="num">
                                      <p:cBhvr>
                                        <p:cTn id="19" dur="1000" fill="hold"/>
                                        <p:tgtEl>
                                          <p:spTgt spid="12332"/>
                                        </p:tgtEl>
                                        <p:attrNameLst>
                                          <p:attrName>ppt_w</p:attrName>
                                        </p:attrNameLst>
                                      </p:cBhvr>
                                      <p:tavLst>
                                        <p:tav tm="0">
                                          <p:val>
                                            <p:fltVal val="0.000000"/>
                                          </p:val>
                                        </p:tav>
                                        <p:tav tm="100000">
                                          <p:val>
                                            <p:strVal val="#ppt_w"/>
                                          </p:val>
                                        </p:tav>
                                      </p:tavLst>
                                    </p:anim>
                                    <p:anim calcmode="lin" valueType="num">
                                      <p:cBhvr>
                                        <p:cTn id="20" dur="1000" fill="hold"/>
                                        <p:tgtEl>
                                          <p:spTgt spid="12332"/>
                                        </p:tgtEl>
                                        <p:attrNameLst>
                                          <p:attrName>ppt_h</p:attrName>
                                        </p:attrNameLst>
                                      </p:cBhvr>
                                      <p:tavLst>
                                        <p:tav tm="0">
                                          <p:val>
                                            <p:fltVal val="0.000000"/>
                                          </p:val>
                                        </p:tav>
                                        <p:tav tm="100000">
                                          <p:val>
                                            <p:strVal val="#ppt_h"/>
                                          </p:val>
                                        </p:tav>
                                      </p:tavLst>
                                    </p:anim>
                                    <p:anim calcmode="lin" valueType="num">
                                      <p:cBhvr>
                                        <p:cTn id="21" dur="1000" fill="hold"/>
                                        <p:tgtEl>
                                          <p:spTgt spid="12332"/>
                                        </p:tgtEl>
                                        <p:attrNameLst>
                                          <p:attrName>ppt_x</p:attrName>
                                        </p:attrNameLst>
                                      </p:cBhvr>
                                      <p:tavLst>
                                        <p:tav tm="0" fmla="#ppt_x+(cos(-2*pi*(1-$))*-#ppt_x-sin(-2*pi*(1-$))*(1-#ppt_y))*(1-$)">
                                          <p:val>
                                            <p:fltVal val="0.000000"/>
                                          </p:val>
                                        </p:tav>
                                        <p:tav tm="100000">
                                          <p:val>
                                            <p:fltVal val="1.000000"/>
                                          </p:val>
                                        </p:tav>
                                      </p:tavLst>
                                    </p:anim>
                                    <p:anim calcmode="lin" valueType="num">
                                      <p:cBhvr>
                                        <p:cTn id="22" dur="1000" fill="hold"/>
                                        <p:tgtEl>
                                          <p:spTgt spid="12332"/>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12334"/>
                                        </p:tgtEl>
                                        <p:attrNameLst>
                                          <p:attrName>style.visibility</p:attrName>
                                        </p:attrNameLst>
                                      </p:cBhvr>
                                      <p:to>
                                        <p:strVal val="visible"/>
                                      </p:to>
                                    </p:set>
                                    <p:animEffect transition="in" filter="slide(fromRight)">
                                      <p:cBhvr>
                                        <p:cTn id="27" dur="500"/>
                                        <p:tgtEl>
                                          <p:spTgt spid="123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335"/>
                                        </p:tgtEl>
                                        <p:attrNameLst>
                                          <p:attrName>style.visibility</p:attrName>
                                        </p:attrNameLst>
                                      </p:cBhvr>
                                      <p:to>
                                        <p:strVal val="visible"/>
                                      </p:to>
                                    </p:set>
                                    <p:animEffect transition="in" filter="wipe(left)">
                                      <p:cBhvr>
                                        <p:cTn id="32" dur="2000"/>
                                        <p:tgtEl>
                                          <p:spTgt spid="123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2336"/>
                                        </p:tgtEl>
                                        <p:attrNameLst>
                                          <p:attrName>style.visibility</p:attrName>
                                        </p:attrNameLst>
                                      </p:cBhvr>
                                      <p:to>
                                        <p:strVal val="visible"/>
                                      </p:to>
                                    </p:set>
                                    <p:animEffect transition="in" filter="wipe(up)">
                                      <p:cBhvr>
                                        <p:cTn id="37" dur="2000"/>
                                        <p:tgtEl>
                                          <p:spTgt spid="1233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12338"/>
                                        </p:tgtEl>
                                        <p:attrNameLst>
                                          <p:attrName>style.visibility</p:attrName>
                                        </p:attrNameLst>
                                      </p:cBhvr>
                                      <p:to>
                                        <p:strVal val="visible"/>
                                      </p:to>
                                    </p:set>
                                    <p:animEffect transition="in" filter="slide(fromLeft)">
                                      <p:cBhvr>
                                        <p:cTn id="42" dur="500"/>
                                        <p:tgtEl>
                                          <p:spTgt spid="12338"/>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2337"/>
                                        </p:tgtEl>
                                        <p:attrNameLst>
                                          <p:attrName>style.visibility</p:attrName>
                                        </p:attrNameLst>
                                      </p:cBhvr>
                                      <p:to>
                                        <p:strVal val="visible"/>
                                      </p:to>
                                    </p:set>
                                    <p:animEffect transition="in" filter="wipe(left)">
                                      <p:cBhvr>
                                        <p:cTn id="46" dur="2000"/>
                                        <p:tgtEl>
                                          <p:spTgt spid="12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30" grpId="0"/>
      <p:bldP spid="12332" grpId="0" animBg="1"/>
      <p:bldP spid="12334" grpId="0"/>
      <p:bldP spid="1235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Text Box 2"/>
          <p:cNvSpPr txBox="1"/>
          <p:nvPr/>
        </p:nvSpPr>
        <p:spPr>
          <a:xfrm>
            <a:off x="395288" y="476250"/>
            <a:ext cx="1223962"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2-6</a:t>
            </a:r>
            <a:endParaRPr lang="en-US" altLang="zh-CN" sz="3200" b="0" dirty="0">
              <a:latin typeface="Times New Roman" panose="02020603050405020304" pitchFamily="18" charset="0"/>
              <a:ea typeface="宋体" panose="02010600030101010101" pitchFamily="2" charset="-122"/>
            </a:endParaRPr>
          </a:p>
        </p:txBody>
      </p:sp>
      <p:sp>
        <p:nvSpPr>
          <p:cNvPr id="71683" name="Text Box 3"/>
          <p:cNvSpPr txBox="1"/>
          <p:nvPr/>
        </p:nvSpPr>
        <p:spPr>
          <a:xfrm>
            <a:off x="1547813" y="549275"/>
            <a:ext cx="3743325"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求二端口</a:t>
            </a:r>
            <a:r>
              <a:rPr lang="en-US" altLang="zh-CN" b="0" i="1" dirty="0">
                <a:latin typeface="Times New Roman" panose="02020603050405020304" pitchFamily="18" charset="0"/>
              </a:rPr>
              <a:t>Z</a:t>
            </a:r>
            <a:r>
              <a:rPr lang="zh-CN" altLang="en-US" b="0" i="1" dirty="0">
                <a:latin typeface="Times New Roman" panose="02020603050405020304" pitchFamily="18" charset="0"/>
              </a:rPr>
              <a:t>、</a:t>
            </a:r>
            <a:r>
              <a:rPr lang="en-US" altLang="zh-CN" b="0" i="1" dirty="0">
                <a:latin typeface="Times New Roman" panose="02020603050405020304" pitchFamily="18" charset="0"/>
              </a:rPr>
              <a:t>Y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sp>
        <p:nvSpPr>
          <p:cNvPr id="71684" name="Text Box 4"/>
          <p:cNvSpPr txBox="1"/>
          <p:nvPr/>
        </p:nvSpPr>
        <p:spPr>
          <a:xfrm>
            <a:off x="611188" y="2852738"/>
            <a:ext cx="576262"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graphicFrame>
        <p:nvGraphicFramePr>
          <p:cNvPr id="71685" name="Object 5"/>
          <p:cNvGraphicFramePr/>
          <p:nvPr/>
        </p:nvGraphicFramePr>
        <p:xfrm>
          <a:off x="2078038" y="3421063"/>
          <a:ext cx="4148137" cy="560387"/>
        </p:xfrm>
        <a:graphic>
          <a:graphicData uri="http://schemas.openxmlformats.org/presentationml/2006/ole">
            <mc:AlternateContent xmlns:mc="http://schemas.openxmlformats.org/markup-compatibility/2006">
              <mc:Choice xmlns:v="urn:schemas-microsoft-com:vml" Requires="v">
                <p:oleObj spid="_x0000_s3197" name="" r:id="rId1" imgW="1902460" imgH="266065" progId="Equation.3">
                  <p:embed/>
                </p:oleObj>
              </mc:Choice>
              <mc:Fallback>
                <p:oleObj name="" r:id="rId1" imgW="1902460" imgH="266065" progId="Equation.3">
                  <p:embed/>
                  <p:pic>
                    <p:nvPicPr>
                      <p:cNvPr id="0" name="图片 3196"/>
                      <p:cNvPicPr/>
                      <p:nvPr/>
                    </p:nvPicPr>
                    <p:blipFill>
                      <a:blip r:embed="rId2">
                        <a:clrChange>
                          <a:clrFrom>
                            <a:srgbClr val="000000"/>
                          </a:clrFrom>
                          <a:clrTo>
                            <a:srgbClr val="FFFFFF"/>
                          </a:clrTo>
                        </a:clrChange>
                      </a:blip>
                      <a:stretch>
                        <a:fillRect/>
                      </a:stretch>
                    </p:blipFill>
                    <p:spPr>
                      <a:xfrm>
                        <a:off x="2078038" y="3421063"/>
                        <a:ext cx="4148137" cy="560387"/>
                      </a:xfrm>
                      <a:prstGeom prst="rect">
                        <a:avLst/>
                      </a:prstGeom>
                      <a:noFill/>
                      <a:ln w="38100">
                        <a:noFill/>
                        <a:miter/>
                      </a:ln>
                    </p:spPr>
                  </p:pic>
                </p:oleObj>
              </mc:Fallback>
            </mc:AlternateContent>
          </a:graphicData>
        </a:graphic>
      </p:graphicFrame>
      <p:graphicFrame>
        <p:nvGraphicFramePr>
          <p:cNvPr id="71686" name="Object 6"/>
          <p:cNvGraphicFramePr/>
          <p:nvPr/>
        </p:nvGraphicFramePr>
        <p:xfrm>
          <a:off x="2051050" y="4068763"/>
          <a:ext cx="4540250" cy="560387"/>
        </p:xfrm>
        <a:graphic>
          <a:graphicData uri="http://schemas.openxmlformats.org/presentationml/2006/ole">
            <mc:AlternateContent xmlns:mc="http://schemas.openxmlformats.org/markup-compatibility/2006">
              <mc:Choice xmlns:v="urn:schemas-microsoft-com:vml" Requires="v">
                <p:oleObj spid="_x0000_s3192" name="" r:id="rId3" imgW="1953260" imgH="266065" progId="Equation.3">
                  <p:embed/>
                </p:oleObj>
              </mc:Choice>
              <mc:Fallback>
                <p:oleObj name="" r:id="rId3" imgW="1953260" imgH="266065" progId="Equation.3">
                  <p:embed/>
                  <p:pic>
                    <p:nvPicPr>
                      <p:cNvPr id="0" name="图片 3191"/>
                      <p:cNvPicPr/>
                      <p:nvPr/>
                    </p:nvPicPr>
                    <p:blipFill>
                      <a:blip r:embed="rId4">
                        <a:clrChange>
                          <a:clrFrom>
                            <a:srgbClr val="000000"/>
                          </a:clrFrom>
                          <a:clrTo>
                            <a:srgbClr val="FFFFFF"/>
                          </a:clrTo>
                        </a:clrChange>
                      </a:blip>
                      <a:stretch>
                        <a:fillRect/>
                      </a:stretch>
                    </p:blipFill>
                    <p:spPr>
                      <a:xfrm>
                        <a:off x="2051050" y="4068763"/>
                        <a:ext cx="4540250" cy="560387"/>
                      </a:xfrm>
                      <a:prstGeom prst="rect">
                        <a:avLst/>
                      </a:prstGeom>
                      <a:noFill/>
                      <a:ln w="38100">
                        <a:noFill/>
                        <a:miter/>
                      </a:ln>
                    </p:spPr>
                  </p:pic>
                </p:oleObj>
              </mc:Fallback>
            </mc:AlternateContent>
          </a:graphicData>
        </a:graphic>
      </p:graphicFrame>
      <p:graphicFrame>
        <p:nvGraphicFramePr>
          <p:cNvPr id="71687" name="Object 7"/>
          <p:cNvGraphicFramePr/>
          <p:nvPr/>
        </p:nvGraphicFramePr>
        <p:xfrm>
          <a:off x="1979613" y="4797425"/>
          <a:ext cx="4394200" cy="1230313"/>
        </p:xfrm>
        <a:graphic>
          <a:graphicData uri="http://schemas.openxmlformats.org/presentationml/2006/ole">
            <mc:AlternateContent xmlns:mc="http://schemas.openxmlformats.org/markup-compatibility/2006">
              <mc:Choice xmlns:v="urn:schemas-microsoft-com:vml" Requires="v">
                <p:oleObj spid="_x0000_s3196" name="" r:id="rId5" imgW="1853565" imgH="482600" progId="Equation.DSMT4">
                  <p:embed/>
                </p:oleObj>
              </mc:Choice>
              <mc:Fallback>
                <p:oleObj name="" r:id="rId5" imgW="1853565" imgH="482600" progId="Equation.DSMT4">
                  <p:embed/>
                  <p:pic>
                    <p:nvPicPr>
                      <p:cNvPr id="0" name="图片 3195"/>
                      <p:cNvPicPr/>
                      <p:nvPr/>
                    </p:nvPicPr>
                    <p:blipFill>
                      <a:blip r:embed="rId6">
                        <a:clrChange>
                          <a:clrFrom>
                            <a:srgbClr val="000000"/>
                          </a:clrFrom>
                          <a:clrTo>
                            <a:srgbClr val="FFFFFF"/>
                          </a:clrTo>
                        </a:clrChange>
                      </a:blip>
                      <a:stretch>
                        <a:fillRect/>
                      </a:stretch>
                    </p:blipFill>
                    <p:spPr>
                      <a:xfrm>
                        <a:off x="1979613" y="4797425"/>
                        <a:ext cx="4394200" cy="1230313"/>
                      </a:xfrm>
                      <a:prstGeom prst="rect">
                        <a:avLst/>
                      </a:prstGeom>
                      <a:noFill/>
                      <a:ln w="38100">
                        <a:noFill/>
                        <a:miter/>
                      </a:ln>
                    </p:spPr>
                  </p:pic>
                </p:oleObj>
              </mc:Fallback>
            </mc:AlternateContent>
          </a:graphicData>
        </a:graphic>
      </p:graphicFrame>
      <p:sp>
        <p:nvSpPr>
          <p:cNvPr id="71688" name="Line 8"/>
          <p:cNvSpPr/>
          <p:nvPr/>
        </p:nvSpPr>
        <p:spPr>
          <a:xfrm>
            <a:off x="1331913" y="5365750"/>
            <a:ext cx="576262" cy="0"/>
          </a:xfrm>
          <a:prstGeom prst="line">
            <a:avLst/>
          </a:prstGeom>
          <a:ln w="76200" cap="flat" cmpd="sng">
            <a:solidFill>
              <a:srgbClr val="3399FF"/>
            </a:solidFill>
            <a:prstDash val="solid"/>
            <a:headEnd type="none" w="med" len="med"/>
            <a:tailEnd type="triangle" w="med" len="med"/>
          </a:ln>
        </p:spPr>
      </p:sp>
      <p:grpSp>
        <p:nvGrpSpPr>
          <p:cNvPr id="18446" name="Group 10"/>
          <p:cNvGrpSpPr/>
          <p:nvPr/>
        </p:nvGrpSpPr>
        <p:grpSpPr>
          <a:xfrm>
            <a:off x="8316913" y="6446838"/>
            <a:ext cx="792162" cy="366712"/>
            <a:chOff x="5193" y="4020"/>
            <a:chExt cx="499" cy="231"/>
          </a:xfrm>
        </p:grpSpPr>
        <p:pic>
          <p:nvPicPr>
            <p:cNvPr id="18493" name="Picture 11"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18494" name="Text Box 1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8447" name="Group 13"/>
          <p:cNvGrpSpPr/>
          <p:nvPr/>
        </p:nvGrpSpPr>
        <p:grpSpPr>
          <a:xfrm>
            <a:off x="7453313" y="6446838"/>
            <a:ext cx="792162" cy="366712"/>
            <a:chOff x="4649" y="4020"/>
            <a:chExt cx="499" cy="231"/>
          </a:xfrm>
        </p:grpSpPr>
        <p:pic>
          <p:nvPicPr>
            <p:cNvPr id="18491" name="Picture 1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8492" name="Text Box 1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71738" name="Object 58"/>
          <p:cNvGraphicFramePr/>
          <p:nvPr/>
        </p:nvGraphicFramePr>
        <p:xfrm>
          <a:off x="1331913" y="3429000"/>
          <a:ext cx="5472112" cy="2508250"/>
        </p:xfrm>
        <a:graphic>
          <a:graphicData uri="http://schemas.openxmlformats.org/presentationml/2006/ole">
            <mc:AlternateContent xmlns:mc="http://schemas.openxmlformats.org/markup-compatibility/2006">
              <mc:Choice xmlns:v="urn:schemas-microsoft-com:vml" Requires="v">
                <p:oleObj spid="_x0000_s3194" name="" r:id="rId8" imgW="2260600" imgH="914400" progId="Equation.DSMT4">
                  <p:embed/>
                </p:oleObj>
              </mc:Choice>
              <mc:Fallback>
                <p:oleObj name="" r:id="rId8" imgW="2260600" imgH="914400" progId="Equation.DSMT4">
                  <p:embed/>
                  <p:pic>
                    <p:nvPicPr>
                      <p:cNvPr id="0" name="图片 3193"/>
                      <p:cNvPicPr/>
                      <p:nvPr/>
                    </p:nvPicPr>
                    <p:blipFill>
                      <a:blip r:embed="rId9">
                        <a:clrChange>
                          <a:clrFrom>
                            <a:srgbClr val="000000"/>
                          </a:clrFrom>
                          <a:clrTo>
                            <a:srgbClr val="FFFFFF"/>
                          </a:clrTo>
                        </a:clrChange>
                      </a:blip>
                      <a:stretch>
                        <a:fillRect/>
                      </a:stretch>
                    </p:blipFill>
                    <p:spPr>
                      <a:xfrm>
                        <a:off x="1331913" y="3429000"/>
                        <a:ext cx="5472112" cy="2508250"/>
                      </a:xfrm>
                      <a:prstGeom prst="rect">
                        <a:avLst/>
                      </a:prstGeom>
                      <a:solidFill>
                        <a:srgbClr val="000099"/>
                      </a:solidFill>
                      <a:ln w="38100">
                        <a:noFill/>
                        <a:miter/>
                      </a:ln>
                    </p:spPr>
                  </p:pic>
                </p:oleObj>
              </mc:Fallback>
            </mc:AlternateContent>
          </a:graphicData>
        </a:graphic>
      </p:graphicFrame>
      <p:grpSp>
        <p:nvGrpSpPr>
          <p:cNvPr id="18448" name="Group 62"/>
          <p:cNvGrpSpPr/>
          <p:nvPr/>
        </p:nvGrpSpPr>
        <p:grpSpPr>
          <a:xfrm>
            <a:off x="6588125" y="6446838"/>
            <a:ext cx="792163" cy="366712"/>
            <a:chOff x="4649" y="4020"/>
            <a:chExt cx="499" cy="231"/>
          </a:xfrm>
        </p:grpSpPr>
        <p:pic>
          <p:nvPicPr>
            <p:cNvPr id="18489" name="Picture 63"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18490" name="Text Box 6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 name="Group 75"/>
          <p:cNvGrpSpPr/>
          <p:nvPr/>
        </p:nvGrpSpPr>
        <p:grpSpPr>
          <a:xfrm>
            <a:off x="2051050" y="765175"/>
            <a:ext cx="4311650" cy="2370138"/>
            <a:chOff x="1292" y="482"/>
            <a:chExt cx="2716" cy="1493"/>
          </a:xfrm>
        </p:grpSpPr>
        <p:sp>
          <p:nvSpPr>
            <p:cNvPr id="18450" name="Line 42"/>
            <p:cNvSpPr/>
            <p:nvPr/>
          </p:nvSpPr>
          <p:spPr>
            <a:xfrm flipV="1">
              <a:off x="2969" y="981"/>
              <a:ext cx="908" cy="1"/>
            </a:xfrm>
            <a:prstGeom prst="line">
              <a:avLst/>
            </a:prstGeom>
            <a:ln w="28575" cap="flat" cmpd="sng">
              <a:solidFill>
                <a:srgbClr val="FFCC00"/>
              </a:solidFill>
              <a:prstDash val="solid"/>
              <a:headEnd type="none" w="med" len="med"/>
              <a:tailEnd type="none" w="med" len="med"/>
            </a:ln>
          </p:spPr>
        </p:sp>
        <p:sp>
          <p:nvSpPr>
            <p:cNvPr id="18451" name="Line 41"/>
            <p:cNvSpPr/>
            <p:nvPr/>
          </p:nvSpPr>
          <p:spPr>
            <a:xfrm flipH="1" flipV="1">
              <a:off x="1382" y="981"/>
              <a:ext cx="1089" cy="1"/>
            </a:xfrm>
            <a:prstGeom prst="line">
              <a:avLst/>
            </a:prstGeom>
            <a:ln w="28575" cap="flat" cmpd="sng">
              <a:solidFill>
                <a:srgbClr val="FFCC00"/>
              </a:solidFill>
              <a:prstDash val="solid"/>
              <a:headEnd type="none" w="med" len="med"/>
              <a:tailEnd type="none" w="med" len="med"/>
            </a:ln>
          </p:spPr>
        </p:sp>
        <p:sp>
          <p:nvSpPr>
            <p:cNvPr id="18452" name="Text Box 17"/>
            <p:cNvSpPr txBox="1"/>
            <p:nvPr/>
          </p:nvSpPr>
          <p:spPr>
            <a:xfrm>
              <a:off x="3741" y="1072"/>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18453" name="Text Box 18"/>
            <p:cNvSpPr txBox="1"/>
            <p:nvPr/>
          </p:nvSpPr>
          <p:spPr>
            <a:xfrm>
              <a:off x="3696" y="1571"/>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18438" name="Object 19"/>
            <p:cNvGraphicFramePr/>
            <p:nvPr/>
          </p:nvGraphicFramePr>
          <p:xfrm>
            <a:off x="1337" y="1208"/>
            <a:ext cx="272" cy="370"/>
          </p:xfrm>
          <a:graphic>
            <a:graphicData uri="http://schemas.openxmlformats.org/presentationml/2006/ole">
              <mc:AlternateContent xmlns:mc="http://schemas.openxmlformats.org/markup-compatibility/2006">
                <mc:Choice xmlns:v="urn:schemas-microsoft-com:vml" Requires="v">
                  <p:oleObj spid="_x0000_s3195" name="" r:id="rId10" imgW="215900" imgH="291465" progId="Equation.3">
                    <p:embed/>
                  </p:oleObj>
                </mc:Choice>
                <mc:Fallback>
                  <p:oleObj name="" r:id="rId10" imgW="215900" imgH="291465" progId="Equation.3">
                    <p:embed/>
                    <p:pic>
                      <p:nvPicPr>
                        <p:cNvPr id="0" name="图片 3194"/>
                        <p:cNvPicPr/>
                        <p:nvPr/>
                      </p:nvPicPr>
                      <p:blipFill>
                        <a:blip r:embed="rId11">
                          <a:clrChange>
                            <a:clrFrom>
                              <a:srgbClr val="000000"/>
                            </a:clrFrom>
                            <a:clrTo>
                              <a:srgbClr val="FFFFFF"/>
                            </a:clrTo>
                          </a:clrChange>
                        </a:blip>
                        <a:stretch>
                          <a:fillRect/>
                        </a:stretch>
                      </p:blipFill>
                      <p:spPr>
                        <a:xfrm>
                          <a:off x="1337" y="1208"/>
                          <a:ext cx="272" cy="370"/>
                        </a:xfrm>
                        <a:prstGeom prst="rect">
                          <a:avLst/>
                        </a:prstGeom>
                        <a:noFill/>
                        <a:ln w="38100">
                          <a:noFill/>
                          <a:miter/>
                        </a:ln>
                      </p:spPr>
                    </p:pic>
                  </p:oleObj>
                </mc:Fallback>
              </mc:AlternateContent>
            </a:graphicData>
          </a:graphic>
        </p:graphicFrame>
        <p:graphicFrame>
          <p:nvGraphicFramePr>
            <p:cNvPr id="18439" name="Object 20"/>
            <p:cNvGraphicFramePr/>
            <p:nvPr/>
          </p:nvGraphicFramePr>
          <p:xfrm>
            <a:off x="3696" y="1299"/>
            <a:ext cx="304" cy="371"/>
          </p:xfrm>
          <a:graphic>
            <a:graphicData uri="http://schemas.openxmlformats.org/presentationml/2006/ole">
              <mc:AlternateContent xmlns:mc="http://schemas.openxmlformats.org/markup-compatibility/2006">
                <mc:Choice xmlns:v="urn:schemas-microsoft-com:vml" Requires="v">
                  <p:oleObj spid="_x0000_s3190" name="" r:id="rId12" imgW="241300" imgH="292100" progId="Equation.3">
                    <p:embed/>
                  </p:oleObj>
                </mc:Choice>
                <mc:Fallback>
                  <p:oleObj name="" r:id="rId12" imgW="241300" imgH="292100" progId="Equation.3">
                    <p:embed/>
                    <p:pic>
                      <p:nvPicPr>
                        <p:cNvPr id="0" name="图片 3189"/>
                        <p:cNvPicPr/>
                        <p:nvPr/>
                      </p:nvPicPr>
                      <p:blipFill>
                        <a:blip r:embed="rId13">
                          <a:clrChange>
                            <a:clrFrom>
                              <a:srgbClr val="000000"/>
                            </a:clrFrom>
                            <a:clrTo>
                              <a:srgbClr val="FFFFFF"/>
                            </a:clrTo>
                          </a:clrChange>
                        </a:blip>
                        <a:stretch>
                          <a:fillRect/>
                        </a:stretch>
                      </p:blipFill>
                      <p:spPr>
                        <a:xfrm>
                          <a:off x="3696" y="1299"/>
                          <a:ext cx="304" cy="371"/>
                        </a:xfrm>
                        <a:prstGeom prst="rect">
                          <a:avLst/>
                        </a:prstGeom>
                        <a:noFill/>
                        <a:ln w="38100">
                          <a:noFill/>
                          <a:miter/>
                        </a:ln>
                      </p:spPr>
                    </p:pic>
                  </p:oleObj>
                </mc:Fallback>
              </mc:AlternateContent>
            </a:graphicData>
          </a:graphic>
        </p:graphicFrame>
        <p:sp>
          <p:nvSpPr>
            <p:cNvPr id="18454" name="Oval 21"/>
            <p:cNvSpPr/>
            <p:nvPr/>
          </p:nvSpPr>
          <p:spPr>
            <a:xfrm>
              <a:off x="1315" y="93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18440" name="Object 22"/>
            <p:cNvGraphicFramePr/>
            <p:nvPr/>
          </p:nvGraphicFramePr>
          <p:xfrm>
            <a:off x="1519" y="482"/>
            <a:ext cx="211" cy="490"/>
          </p:xfrm>
          <a:graphic>
            <a:graphicData uri="http://schemas.openxmlformats.org/presentationml/2006/ole">
              <mc:AlternateContent xmlns:mc="http://schemas.openxmlformats.org/markup-compatibility/2006">
                <mc:Choice xmlns:v="urn:schemas-microsoft-com:vml" Requires="v">
                  <p:oleObj spid="_x0000_s3193" name="" r:id="rId14" imgW="165100" imgH="329565" progId="Equation.3">
                    <p:embed/>
                  </p:oleObj>
                </mc:Choice>
                <mc:Fallback>
                  <p:oleObj name="" r:id="rId14" imgW="165100" imgH="329565" progId="Equation.3">
                    <p:embed/>
                    <p:pic>
                      <p:nvPicPr>
                        <p:cNvPr id="0" name="图片 3192"/>
                        <p:cNvPicPr/>
                        <p:nvPr/>
                      </p:nvPicPr>
                      <p:blipFill>
                        <a:blip r:embed="rId15">
                          <a:clrChange>
                            <a:clrFrom>
                              <a:srgbClr val="000000"/>
                            </a:clrFrom>
                            <a:clrTo>
                              <a:srgbClr val="FFFFFF"/>
                            </a:clrTo>
                          </a:clrChange>
                        </a:blip>
                        <a:stretch>
                          <a:fillRect/>
                        </a:stretch>
                      </p:blipFill>
                      <p:spPr>
                        <a:xfrm>
                          <a:off x="1519" y="482"/>
                          <a:ext cx="211" cy="490"/>
                        </a:xfrm>
                        <a:prstGeom prst="rect">
                          <a:avLst/>
                        </a:prstGeom>
                        <a:noFill/>
                        <a:ln w="38100">
                          <a:noFill/>
                          <a:miter/>
                        </a:ln>
                      </p:spPr>
                    </p:pic>
                  </p:oleObj>
                </mc:Fallback>
              </mc:AlternateContent>
            </a:graphicData>
          </a:graphic>
        </p:graphicFrame>
        <p:graphicFrame>
          <p:nvGraphicFramePr>
            <p:cNvPr id="18441" name="Object 23"/>
            <p:cNvGraphicFramePr/>
            <p:nvPr/>
          </p:nvGraphicFramePr>
          <p:xfrm>
            <a:off x="3606" y="555"/>
            <a:ext cx="247" cy="442"/>
          </p:xfrm>
          <a:graphic>
            <a:graphicData uri="http://schemas.openxmlformats.org/presentationml/2006/ole">
              <mc:AlternateContent xmlns:mc="http://schemas.openxmlformats.org/markup-compatibility/2006">
                <mc:Choice xmlns:v="urn:schemas-microsoft-com:vml" Requires="v">
                  <p:oleObj spid="_x0000_s3191" name="" r:id="rId16" imgW="190500" imgH="330200" progId="Equation.3">
                    <p:embed/>
                  </p:oleObj>
                </mc:Choice>
                <mc:Fallback>
                  <p:oleObj name="" r:id="rId16" imgW="190500" imgH="330200" progId="Equation.3">
                    <p:embed/>
                    <p:pic>
                      <p:nvPicPr>
                        <p:cNvPr id="0" name="图片 3190"/>
                        <p:cNvPicPr/>
                        <p:nvPr/>
                      </p:nvPicPr>
                      <p:blipFill>
                        <a:blip r:embed="rId17">
                          <a:clrChange>
                            <a:clrFrom>
                              <a:srgbClr val="000000"/>
                            </a:clrFrom>
                            <a:clrTo>
                              <a:srgbClr val="FFFFFF"/>
                            </a:clrTo>
                          </a:clrChange>
                        </a:blip>
                        <a:stretch>
                          <a:fillRect/>
                        </a:stretch>
                      </p:blipFill>
                      <p:spPr>
                        <a:xfrm>
                          <a:off x="3606" y="555"/>
                          <a:ext cx="247" cy="442"/>
                        </a:xfrm>
                        <a:prstGeom prst="rect">
                          <a:avLst/>
                        </a:prstGeom>
                        <a:noFill/>
                        <a:ln w="38100">
                          <a:noFill/>
                          <a:miter/>
                        </a:ln>
                      </p:spPr>
                    </p:pic>
                  </p:oleObj>
                </mc:Fallback>
              </mc:AlternateContent>
            </a:graphicData>
          </a:graphic>
        </p:graphicFrame>
        <p:sp>
          <p:nvSpPr>
            <p:cNvPr id="18455" name="Line 24"/>
            <p:cNvSpPr/>
            <p:nvPr/>
          </p:nvSpPr>
          <p:spPr>
            <a:xfrm flipH="1">
              <a:off x="2471" y="1617"/>
              <a:ext cx="0" cy="318"/>
            </a:xfrm>
            <a:prstGeom prst="line">
              <a:avLst/>
            </a:prstGeom>
            <a:ln w="28575" cap="flat" cmpd="sng">
              <a:solidFill>
                <a:srgbClr val="FFCC00"/>
              </a:solidFill>
              <a:prstDash val="solid"/>
              <a:headEnd type="none" w="med" len="med"/>
              <a:tailEnd type="none" w="med" len="med"/>
            </a:ln>
          </p:spPr>
        </p:sp>
        <p:sp>
          <p:nvSpPr>
            <p:cNvPr id="18456" name="Line 25"/>
            <p:cNvSpPr/>
            <p:nvPr/>
          </p:nvSpPr>
          <p:spPr>
            <a:xfrm>
              <a:off x="2471" y="982"/>
              <a:ext cx="0" cy="272"/>
            </a:xfrm>
            <a:prstGeom prst="line">
              <a:avLst/>
            </a:prstGeom>
            <a:ln w="28575" cap="flat" cmpd="sng">
              <a:solidFill>
                <a:srgbClr val="FFCC00"/>
              </a:solidFill>
              <a:prstDash val="solid"/>
              <a:headEnd type="none" w="med" len="med"/>
              <a:tailEnd type="none" w="med" len="med"/>
            </a:ln>
          </p:spPr>
        </p:sp>
        <p:sp>
          <p:nvSpPr>
            <p:cNvPr id="18457" name="Line 26"/>
            <p:cNvSpPr/>
            <p:nvPr/>
          </p:nvSpPr>
          <p:spPr>
            <a:xfrm>
              <a:off x="2969" y="1617"/>
              <a:ext cx="0" cy="318"/>
            </a:xfrm>
            <a:prstGeom prst="line">
              <a:avLst/>
            </a:prstGeom>
            <a:ln w="28575" cap="flat" cmpd="sng">
              <a:solidFill>
                <a:srgbClr val="FFCC00"/>
              </a:solidFill>
              <a:prstDash val="solid"/>
              <a:headEnd type="none" w="med" len="med"/>
              <a:tailEnd type="none" w="med" len="med"/>
            </a:ln>
          </p:spPr>
        </p:sp>
        <p:sp>
          <p:nvSpPr>
            <p:cNvPr id="18458" name="Line 27"/>
            <p:cNvSpPr/>
            <p:nvPr/>
          </p:nvSpPr>
          <p:spPr>
            <a:xfrm>
              <a:off x="2969" y="982"/>
              <a:ext cx="2" cy="271"/>
            </a:xfrm>
            <a:prstGeom prst="line">
              <a:avLst/>
            </a:prstGeom>
            <a:ln w="28575" cap="flat" cmpd="sng">
              <a:solidFill>
                <a:srgbClr val="FFCC00"/>
              </a:solidFill>
              <a:prstDash val="solid"/>
              <a:headEnd type="none" w="med" len="med"/>
              <a:tailEnd type="none" w="med" len="med"/>
            </a:ln>
          </p:spPr>
        </p:sp>
        <p:sp>
          <p:nvSpPr>
            <p:cNvPr id="18459" name="Line 28"/>
            <p:cNvSpPr/>
            <p:nvPr/>
          </p:nvSpPr>
          <p:spPr>
            <a:xfrm flipV="1">
              <a:off x="2969" y="1934"/>
              <a:ext cx="908" cy="1"/>
            </a:xfrm>
            <a:prstGeom prst="line">
              <a:avLst/>
            </a:prstGeom>
            <a:ln w="28575" cap="flat" cmpd="sng">
              <a:solidFill>
                <a:srgbClr val="FFCC00"/>
              </a:solidFill>
              <a:prstDash val="solid"/>
              <a:headEnd type="none" w="med" len="med"/>
              <a:tailEnd type="none" w="med" len="med"/>
            </a:ln>
          </p:spPr>
        </p:sp>
        <p:sp>
          <p:nvSpPr>
            <p:cNvPr id="18460" name="Line 29"/>
            <p:cNvSpPr/>
            <p:nvPr/>
          </p:nvSpPr>
          <p:spPr>
            <a:xfrm flipV="1">
              <a:off x="3560" y="981"/>
              <a:ext cx="318" cy="0"/>
            </a:xfrm>
            <a:prstGeom prst="line">
              <a:avLst/>
            </a:prstGeom>
            <a:ln w="28575" cap="flat" cmpd="sng">
              <a:solidFill>
                <a:srgbClr val="00FFFF"/>
              </a:solidFill>
              <a:prstDash val="solid"/>
              <a:headEnd type="triangle" w="med" len="med"/>
              <a:tailEnd type="none" w="med" len="med"/>
            </a:ln>
          </p:spPr>
        </p:sp>
        <p:sp>
          <p:nvSpPr>
            <p:cNvPr id="18461" name="Text Box 30"/>
            <p:cNvSpPr txBox="1"/>
            <p:nvPr/>
          </p:nvSpPr>
          <p:spPr>
            <a:xfrm>
              <a:off x="2469" y="1027"/>
              <a:ext cx="228" cy="326"/>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8462" name="Text Box 31"/>
            <p:cNvSpPr txBox="1"/>
            <p:nvPr/>
          </p:nvSpPr>
          <p:spPr>
            <a:xfrm>
              <a:off x="2743" y="1027"/>
              <a:ext cx="214" cy="328"/>
            </a:xfrm>
            <a:prstGeom prst="rect">
              <a:avLst/>
            </a:prstGeom>
            <a:noFill/>
            <a:ln w="38100">
              <a:noFill/>
            </a:ln>
          </p:spPr>
          <p:txBody>
            <a:bodyPr>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8463" name="Text Box 32"/>
            <p:cNvSpPr txBox="1"/>
            <p:nvPr/>
          </p:nvSpPr>
          <p:spPr>
            <a:xfrm>
              <a:off x="2018" y="1298"/>
              <a:ext cx="533"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j</a:t>
              </a:r>
              <a:r>
                <a:rPr lang="en-US" altLang="zh-CN" b="0" i="1" dirty="0">
                  <a:latin typeface="Times New Roman" panose="02020603050405020304" pitchFamily="18" charset="0"/>
                  <a:ea typeface="宋体" panose="02010600030101010101" pitchFamily="2" charset="-122"/>
                  <a:sym typeface="Symbol" panose="05050102010706020507" pitchFamily="18" charset="2"/>
                </a:rPr>
                <a:t></a:t>
              </a:r>
              <a:r>
                <a:rPr lang="en-US" altLang="zh-CN" b="0" i="1" dirty="0">
                  <a:latin typeface="Times New Roman" panose="02020603050405020304" pitchFamily="18" charset="0"/>
                  <a:ea typeface="宋体" panose="02010600030101010101" pitchFamily="2" charset="-122"/>
                </a:rPr>
                <a:t>L</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18464" name="Line 33"/>
            <p:cNvSpPr/>
            <p:nvPr/>
          </p:nvSpPr>
          <p:spPr>
            <a:xfrm>
              <a:off x="1429" y="981"/>
              <a:ext cx="272" cy="0"/>
            </a:xfrm>
            <a:prstGeom prst="line">
              <a:avLst/>
            </a:prstGeom>
            <a:ln w="28575" cap="flat" cmpd="sng">
              <a:solidFill>
                <a:srgbClr val="00FFFF"/>
              </a:solidFill>
              <a:prstDash val="solid"/>
              <a:headEnd type="none" w="med" len="med"/>
              <a:tailEnd type="triangle" w="med" len="med"/>
            </a:ln>
          </p:spPr>
        </p:sp>
        <p:sp>
          <p:nvSpPr>
            <p:cNvPr id="18465" name="Arc 34"/>
            <p:cNvSpPr/>
            <p:nvPr/>
          </p:nvSpPr>
          <p:spPr>
            <a:xfrm rot="-10800000" flipV="1">
              <a:off x="2334" y="801"/>
              <a:ext cx="196" cy="216"/>
            </a:xfrm>
            <a:custGeom>
              <a:avLst/>
              <a:gdLst>
                <a:gd name="txL" fmla="*/ 0 w 20759"/>
                <a:gd name="txT" fmla="*/ 0 h 21109"/>
                <a:gd name="txR" fmla="*/ 20759 w 20759"/>
                <a:gd name="txB" fmla="*/ 21109 h 21109"/>
              </a:gdLst>
              <a:ahLst/>
              <a:cxnLst>
                <a:cxn ang="0">
                  <a:pos x="0" y="0"/>
                </a:cxn>
                <a:cxn ang="0">
                  <a:pos x="2" y="2"/>
                </a:cxn>
                <a:cxn ang="0">
                  <a:pos x="0" y="2"/>
                </a:cxn>
              </a:cxnLst>
              <a:rect l="txL" t="txT" r="txR" b="txB"/>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close/>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18466" name="Arc 35"/>
            <p:cNvSpPr/>
            <p:nvPr/>
          </p:nvSpPr>
          <p:spPr>
            <a:xfrm rot="10800000" flipH="1" flipV="1">
              <a:off x="2969" y="801"/>
              <a:ext cx="198" cy="215"/>
            </a:xfrm>
            <a:custGeom>
              <a:avLst/>
              <a:gdLst>
                <a:gd name="txL" fmla="*/ 0 w 20759"/>
                <a:gd name="txT" fmla="*/ 0 h 21109"/>
                <a:gd name="txR" fmla="*/ 20759 w 20759"/>
                <a:gd name="txB" fmla="*/ 21109 h 21109"/>
              </a:gdLst>
              <a:ahLst/>
              <a:cxnLst>
                <a:cxn ang="0">
                  <a:pos x="0" y="0"/>
                </a:cxn>
                <a:cxn ang="0">
                  <a:pos x="2" y="2"/>
                </a:cxn>
                <a:cxn ang="0">
                  <a:pos x="0" y="2"/>
                </a:cxn>
              </a:cxnLst>
              <a:rect l="txL" t="txT" r="txR" b="txB"/>
              <a:pathLst>
                <a:path w="20759" h="21109" fill="none">
                  <a:moveTo>
                    <a:pt x="4579" y="0"/>
                  </a:moveTo>
                  <a:cubicBezTo>
                    <a:pt x="12347" y="1685"/>
                    <a:pt x="18561" y="7500"/>
                    <a:pt x="20758" y="15139"/>
                  </a:cubicBezTo>
                </a:path>
                <a:path w="20759" h="21109" stroke="0">
                  <a:moveTo>
                    <a:pt x="4579" y="0"/>
                  </a:moveTo>
                  <a:cubicBezTo>
                    <a:pt x="12347" y="1685"/>
                    <a:pt x="18561" y="7500"/>
                    <a:pt x="20758" y="15139"/>
                  </a:cubicBezTo>
                  <a:lnTo>
                    <a:pt x="0" y="21109"/>
                  </a:lnTo>
                  <a:close/>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18467" name="Text Box 36"/>
            <p:cNvSpPr txBox="1"/>
            <p:nvPr/>
          </p:nvSpPr>
          <p:spPr>
            <a:xfrm>
              <a:off x="2971" y="1253"/>
              <a:ext cx="807" cy="327"/>
            </a:xfrm>
            <a:prstGeom prst="rect">
              <a:avLst/>
            </a:prstGeom>
            <a:noFill/>
            <a:ln w="38100">
              <a:noFill/>
            </a:ln>
          </p:spPr>
          <p:txBody>
            <a:bodyPr>
              <a:spAutoFit/>
            </a:bodyPr>
            <a:p>
              <a:r>
                <a:rPr lang="en-US" altLang="zh-CN" b="0" dirty="0">
                  <a:latin typeface="Times New Roman" panose="02020603050405020304" pitchFamily="18" charset="0"/>
                  <a:ea typeface="宋体" panose="02010600030101010101" pitchFamily="2" charset="-122"/>
                </a:rPr>
                <a:t>j</a:t>
              </a:r>
              <a:r>
                <a:rPr lang="en-US" altLang="zh-CN" b="0" i="1" dirty="0">
                  <a:latin typeface="Times New Roman" panose="02020603050405020304" pitchFamily="18" charset="0"/>
                  <a:ea typeface="宋体" panose="02010600030101010101" pitchFamily="2" charset="-122"/>
                  <a:sym typeface="Symbol" panose="05050102010706020507" pitchFamily="18" charset="2"/>
                </a:rPr>
                <a:t></a:t>
              </a:r>
              <a:r>
                <a:rPr lang="en-US" altLang="zh-CN" b="0" i="1" dirty="0">
                  <a:latin typeface="Times New Roman" panose="02020603050405020304" pitchFamily="18" charset="0"/>
                  <a:ea typeface="宋体" panose="02010600030101010101" pitchFamily="2" charset="-122"/>
                </a:rPr>
                <a:t>L</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18468" name="Text Box 37"/>
            <p:cNvSpPr txBox="1"/>
            <p:nvPr/>
          </p:nvSpPr>
          <p:spPr>
            <a:xfrm>
              <a:off x="2471" y="619"/>
              <a:ext cx="576"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j</a:t>
              </a:r>
              <a:r>
                <a:rPr lang="en-US" altLang="zh-CN" b="0" i="1" dirty="0">
                  <a:latin typeface="Times New Roman" panose="02020603050405020304" pitchFamily="18" charset="0"/>
                  <a:ea typeface="宋体" panose="02010600030101010101" pitchFamily="2" charset="-122"/>
                  <a:sym typeface="Symbol" panose="05050102010706020507" pitchFamily="18" charset="2"/>
                </a:rPr>
                <a:t> </a:t>
              </a:r>
              <a:r>
                <a:rPr lang="en-US" altLang="zh-CN" b="0" i="1" dirty="0">
                  <a:latin typeface="Times New Roman" panose="02020603050405020304" pitchFamily="18" charset="0"/>
                  <a:ea typeface="宋体" panose="02010600030101010101" pitchFamily="2" charset="-122"/>
                </a:rPr>
                <a:t>M</a:t>
              </a:r>
              <a:endParaRPr lang="en-US" altLang="zh-CN" b="0" dirty="0">
                <a:latin typeface="Times New Roman" panose="02020603050405020304" pitchFamily="18" charset="0"/>
                <a:ea typeface="宋体" panose="02010600030101010101" pitchFamily="2" charset="-122"/>
              </a:endParaRPr>
            </a:p>
          </p:txBody>
        </p:sp>
        <p:sp>
          <p:nvSpPr>
            <p:cNvPr id="18469" name="Line 38"/>
            <p:cNvSpPr/>
            <p:nvPr/>
          </p:nvSpPr>
          <p:spPr>
            <a:xfrm flipH="1" flipV="1">
              <a:off x="1382" y="1934"/>
              <a:ext cx="1089" cy="1"/>
            </a:xfrm>
            <a:prstGeom prst="line">
              <a:avLst/>
            </a:prstGeom>
            <a:ln w="28575" cap="flat" cmpd="sng">
              <a:solidFill>
                <a:srgbClr val="FFCC00"/>
              </a:solidFill>
              <a:prstDash val="solid"/>
              <a:headEnd type="none" w="med" len="med"/>
              <a:tailEnd type="none" w="med" len="med"/>
            </a:ln>
          </p:spPr>
        </p:sp>
        <p:sp>
          <p:nvSpPr>
            <p:cNvPr id="18470" name="Text Box 39"/>
            <p:cNvSpPr txBox="1"/>
            <p:nvPr/>
          </p:nvSpPr>
          <p:spPr>
            <a:xfrm>
              <a:off x="1292" y="936"/>
              <a:ext cx="294"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8471" name="Text Box 40"/>
            <p:cNvSpPr txBox="1"/>
            <p:nvPr/>
          </p:nvSpPr>
          <p:spPr>
            <a:xfrm>
              <a:off x="1337" y="1571"/>
              <a:ext cx="294"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8472" name="Text Box 43"/>
            <p:cNvSpPr txBox="1"/>
            <p:nvPr/>
          </p:nvSpPr>
          <p:spPr>
            <a:xfrm>
              <a:off x="1881" y="991"/>
              <a:ext cx="515"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18473" name="Text Box 44"/>
            <p:cNvSpPr txBox="1"/>
            <p:nvPr/>
          </p:nvSpPr>
          <p:spPr>
            <a:xfrm>
              <a:off x="3215" y="991"/>
              <a:ext cx="544"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18474" name="Rectangle 45"/>
            <p:cNvSpPr/>
            <p:nvPr/>
          </p:nvSpPr>
          <p:spPr>
            <a:xfrm>
              <a:off x="3197" y="91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8475" name="Rectangle 54"/>
            <p:cNvSpPr/>
            <p:nvPr/>
          </p:nvSpPr>
          <p:spPr>
            <a:xfrm>
              <a:off x="1881" y="91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8476" name="Oval 55"/>
            <p:cNvSpPr/>
            <p:nvPr/>
          </p:nvSpPr>
          <p:spPr>
            <a:xfrm>
              <a:off x="1319" y="189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77" name="Oval 56"/>
            <p:cNvSpPr/>
            <p:nvPr/>
          </p:nvSpPr>
          <p:spPr>
            <a:xfrm>
              <a:off x="3864" y="190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78" name="Oval 57"/>
            <p:cNvSpPr/>
            <p:nvPr/>
          </p:nvSpPr>
          <p:spPr>
            <a:xfrm>
              <a:off x="3886" y="94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18479" name="Group 65"/>
            <p:cNvGrpSpPr/>
            <p:nvPr/>
          </p:nvGrpSpPr>
          <p:grpSpPr>
            <a:xfrm>
              <a:off x="2880" y="1253"/>
              <a:ext cx="91" cy="363"/>
              <a:chOff x="1565" y="2614"/>
              <a:chExt cx="90" cy="486"/>
            </a:xfrm>
          </p:grpSpPr>
          <p:sp>
            <p:nvSpPr>
              <p:cNvPr id="18485" name="Arc 66"/>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86" name="Arc 67"/>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87" name="Arc 68"/>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88" name="Arc 69"/>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8480" name="Group 70"/>
            <p:cNvGrpSpPr/>
            <p:nvPr/>
          </p:nvGrpSpPr>
          <p:grpSpPr>
            <a:xfrm rot="10800000">
              <a:off x="2472" y="1253"/>
              <a:ext cx="90" cy="363"/>
              <a:chOff x="1565" y="2614"/>
              <a:chExt cx="90" cy="486"/>
            </a:xfrm>
          </p:grpSpPr>
          <p:sp>
            <p:nvSpPr>
              <p:cNvPr id="18481" name="Arc 71"/>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82" name="Arc 72"/>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83" name="Arc 73"/>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8484" name="Arc 74"/>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p:cTn id="7" dur="1000" fill="hold"/>
                                        <p:tgtEl>
                                          <p:spTgt spid="71682"/>
                                        </p:tgtEl>
                                        <p:attrNameLst>
                                          <p:attrName>ppt_w</p:attrName>
                                        </p:attrNameLst>
                                      </p:cBhvr>
                                      <p:tavLst>
                                        <p:tav tm="0">
                                          <p:val>
                                            <p:fltVal val="0.000000"/>
                                          </p:val>
                                        </p:tav>
                                        <p:tav tm="100000">
                                          <p:val>
                                            <p:strVal val="#ppt_w"/>
                                          </p:val>
                                        </p:tav>
                                      </p:tavLst>
                                    </p:anim>
                                    <p:anim calcmode="lin" valueType="num">
                                      <p:cBhvr>
                                        <p:cTn id="8" dur="1000" fill="hold"/>
                                        <p:tgtEl>
                                          <p:spTgt spid="71682"/>
                                        </p:tgtEl>
                                        <p:attrNameLst>
                                          <p:attrName>ppt_h</p:attrName>
                                        </p:attrNameLst>
                                      </p:cBhvr>
                                      <p:tavLst>
                                        <p:tav tm="0">
                                          <p:val>
                                            <p:fltVal val="0.000000"/>
                                          </p:val>
                                        </p:tav>
                                        <p:tav tm="100000">
                                          <p:val>
                                            <p:strVal val="#ppt_h"/>
                                          </p:val>
                                        </p:tav>
                                      </p:tavLst>
                                    </p:anim>
                                    <p:anim calcmode="lin" valueType="num">
                                      <p:cBhvr>
                                        <p:cTn id="9" dur="1000" fill="hold"/>
                                        <p:tgtEl>
                                          <p:spTgt spid="71682"/>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71682"/>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55" presetClass="entr" presetSubtype="0" fill="hold" grpId="0" nodeType="afterEffect">
                                  <p:stCondLst>
                                    <p:cond delay="0"/>
                                  </p:stCondLst>
                                  <p:childTnLst>
                                    <p:set>
                                      <p:cBhvr>
                                        <p:cTn id="17" dur="1" fill="hold">
                                          <p:stCondLst>
                                            <p:cond delay="0"/>
                                          </p:stCondLst>
                                        </p:cTn>
                                        <p:tgtEl>
                                          <p:spTgt spid="71683"/>
                                        </p:tgtEl>
                                        <p:attrNameLst>
                                          <p:attrName>style.visibility</p:attrName>
                                        </p:attrNameLst>
                                      </p:cBhvr>
                                      <p:to>
                                        <p:strVal val="visible"/>
                                      </p:to>
                                    </p:set>
                                    <p:anim calcmode="lin" valueType="num">
                                      <p:cBhvr>
                                        <p:cTn id="18" dur="1000" fill="hold"/>
                                        <p:tgtEl>
                                          <p:spTgt spid="71683"/>
                                        </p:tgtEl>
                                        <p:attrNameLst>
                                          <p:attrName>ppt_w</p:attrName>
                                        </p:attrNameLst>
                                      </p:cBhvr>
                                      <p:tavLst>
                                        <p:tav tm="0">
                                          <p:val>
                                            <p:strVal val="#ppt_w*0.70"/>
                                          </p:val>
                                        </p:tav>
                                        <p:tav tm="100000">
                                          <p:val>
                                            <p:strVal val="#ppt_w"/>
                                          </p:val>
                                        </p:tav>
                                      </p:tavLst>
                                    </p:anim>
                                    <p:anim calcmode="lin" valueType="num">
                                      <p:cBhvr>
                                        <p:cTn id="19" dur="1000" fill="hold"/>
                                        <p:tgtEl>
                                          <p:spTgt spid="71683"/>
                                        </p:tgtEl>
                                        <p:attrNameLst>
                                          <p:attrName>ppt_h</p:attrName>
                                        </p:attrNameLst>
                                      </p:cBhvr>
                                      <p:tavLst>
                                        <p:tav tm="0">
                                          <p:val>
                                            <p:strVal val="#ppt_h"/>
                                          </p:val>
                                        </p:tav>
                                        <p:tav tm="100000">
                                          <p:val>
                                            <p:strVal val="#ppt_h"/>
                                          </p:val>
                                        </p:tav>
                                      </p:tavLst>
                                    </p:anim>
                                    <p:animEffect transition="in" filter="fade">
                                      <p:cBhvr>
                                        <p:cTn id="20" dur="1000"/>
                                        <p:tgtEl>
                                          <p:spTgt spid="71683"/>
                                        </p:tgtEl>
                                      </p:cBhvr>
                                    </p:animEffect>
                                  </p:childTnLst>
                                </p:cTn>
                              </p:par>
                            </p:childTnLst>
                          </p:cTn>
                        </p:par>
                      </p:childTnLst>
                    </p:cTn>
                  </p:par>
                  <p:par>
                    <p:cTn id="21" fill="hold">
                      <p:stCondLst>
                        <p:cond delay="indefinite"/>
                      </p:stCondLst>
                      <p:childTnLst>
                        <p:par>
                          <p:cTn id="22" fill="hold">
                            <p:stCondLst>
                              <p:cond delay="0"/>
                            </p:stCondLst>
                            <p:childTnLst>
                              <p:par>
                                <p:cTn id="23" presetID="15" presetClass="entr" presetSubtype="0" fill="hold" grpId="0" nodeType="clickEffect">
                                  <p:stCondLst>
                                    <p:cond delay="0"/>
                                  </p:stCondLst>
                                  <p:childTnLst>
                                    <p:set>
                                      <p:cBhvr>
                                        <p:cTn id="24" dur="1" fill="hold">
                                          <p:stCondLst>
                                            <p:cond delay="0"/>
                                          </p:stCondLst>
                                        </p:cTn>
                                        <p:tgtEl>
                                          <p:spTgt spid="71684"/>
                                        </p:tgtEl>
                                        <p:attrNameLst>
                                          <p:attrName>style.visibility</p:attrName>
                                        </p:attrNameLst>
                                      </p:cBhvr>
                                      <p:to>
                                        <p:strVal val="visible"/>
                                      </p:to>
                                    </p:set>
                                    <p:anim calcmode="lin" valueType="num">
                                      <p:cBhvr>
                                        <p:cTn id="25" dur="1000" fill="hold"/>
                                        <p:tgtEl>
                                          <p:spTgt spid="71684"/>
                                        </p:tgtEl>
                                        <p:attrNameLst>
                                          <p:attrName>ppt_w</p:attrName>
                                        </p:attrNameLst>
                                      </p:cBhvr>
                                      <p:tavLst>
                                        <p:tav tm="0">
                                          <p:val>
                                            <p:fltVal val="0.000000"/>
                                          </p:val>
                                        </p:tav>
                                        <p:tav tm="100000">
                                          <p:val>
                                            <p:strVal val="#ppt_w"/>
                                          </p:val>
                                        </p:tav>
                                      </p:tavLst>
                                    </p:anim>
                                    <p:anim calcmode="lin" valueType="num">
                                      <p:cBhvr>
                                        <p:cTn id="26" dur="1000" fill="hold"/>
                                        <p:tgtEl>
                                          <p:spTgt spid="71684"/>
                                        </p:tgtEl>
                                        <p:attrNameLst>
                                          <p:attrName>ppt_h</p:attrName>
                                        </p:attrNameLst>
                                      </p:cBhvr>
                                      <p:tavLst>
                                        <p:tav tm="0">
                                          <p:val>
                                            <p:fltVal val="0.000000"/>
                                          </p:val>
                                        </p:tav>
                                        <p:tav tm="100000">
                                          <p:val>
                                            <p:strVal val="#ppt_h"/>
                                          </p:val>
                                        </p:tav>
                                      </p:tavLst>
                                    </p:anim>
                                    <p:anim calcmode="lin" valueType="num">
                                      <p:cBhvr>
                                        <p:cTn id="27" dur="1000" fill="hold"/>
                                        <p:tgtEl>
                                          <p:spTgt spid="71684"/>
                                        </p:tgtEl>
                                        <p:attrNameLst>
                                          <p:attrName>ppt_x</p:attrName>
                                        </p:attrNameLst>
                                      </p:cBhvr>
                                      <p:tavLst>
                                        <p:tav tm="0" fmla="#ppt_x+(cos(-2*pi*(1-$))*-#ppt_x-sin(-2*pi*(1-$))*(1-#ppt_y))*(1-$)">
                                          <p:val>
                                            <p:fltVal val="0.000000"/>
                                          </p:val>
                                        </p:tav>
                                        <p:tav tm="100000">
                                          <p:val>
                                            <p:fltVal val="1.000000"/>
                                          </p:val>
                                        </p:tav>
                                      </p:tavLst>
                                    </p:anim>
                                    <p:anim calcmode="lin" valueType="num">
                                      <p:cBhvr>
                                        <p:cTn id="28" dur="1000" fill="hold"/>
                                        <p:tgtEl>
                                          <p:spTgt spid="7168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1685"/>
                                        </p:tgtEl>
                                        <p:attrNameLst>
                                          <p:attrName>style.visibility</p:attrName>
                                        </p:attrNameLst>
                                      </p:cBhvr>
                                      <p:to>
                                        <p:strVal val="visible"/>
                                      </p:to>
                                    </p:set>
                                    <p:animEffect transition="in" filter="wipe(left)">
                                      <p:cBhvr>
                                        <p:cTn id="33" dur="2000"/>
                                        <p:tgtEl>
                                          <p:spTgt spid="7168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71686"/>
                                        </p:tgtEl>
                                        <p:attrNameLst>
                                          <p:attrName>style.visibility</p:attrName>
                                        </p:attrNameLst>
                                      </p:cBhvr>
                                      <p:to>
                                        <p:strVal val="visible"/>
                                      </p:to>
                                    </p:set>
                                    <p:animEffect transition="in" filter="wipe(left)">
                                      <p:cBhvr>
                                        <p:cTn id="38" dur="2000"/>
                                        <p:tgtEl>
                                          <p:spTgt spid="71686"/>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71688"/>
                                        </p:tgtEl>
                                        <p:attrNameLst>
                                          <p:attrName>style.visibility</p:attrName>
                                        </p:attrNameLst>
                                      </p:cBhvr>
                                      <p:to>
                                        <p:strVal val="visible"/>
                                      </p:to>
                                    </p:set>
                                    <p:animEffect transition="in" filter="slide(fromLeft)">
                                      <p:cBhvr>
                                        <p:cTn id="43" dur="500"/>
                                        <p:tgtEl>
                                          <p:spTgt spid="71688"/>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71687"/>
                                        </p:tgtEl>
                                        <p:attrNameLst>
                                          <p:attrName>style.visibility</p:attrName>
                                        </p:attrNameLst>
                                      </p:cBhvr>
                                      <p:to>
                                        <p:strVal val="visible"/>
                                      </p:to>
                                    </p:set>
                                    <p:animEffect transition="in" filter="wipe(left)">
                                      <p:cBhvr>
                                        <p:cTn id="47" dur="2000"/>
                                        <p:tgtEl>
                                          <p:spTgt spid="7168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1738"/>
                                        </p:tgtEl>
                                        <p:attrNameLst>
                                          <p:attrName>style.visibility</p:attrName>
                                        </p:attrNameLst>
                                      </p:cBhvr>
                                      <p:to>
                                        <p:strVal val="visible"/>
                                      </p:to>
                                    </p:set>
                                    <p:animEffect transition="in" filter="wipe(left)">
                                      <p:cBhvr>
                                        <p:cTn id="52" dur="2000"/>
                                        <p:tgtEl>
                                          <p:spTgt spid="71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p:bldP spid="71683" grpId="0"/>
      <p:bldP spid="7168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4" name="Text Box 6"/>
          <p:cNvSpPr txBox="1"/>
          <p:nvPr/>
        </p:nvSpPr>
        <p:spPr>
          <a:xfrm>
            <a:off x="2124075" y="763588"/>
            <a:ext cx="5832475"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并非所有的二端口均有</a:t>
            </a:r>
            <a:r>
              <a:rPr lang="en-US" altLang="zh-CN" b="0" i="1" dirty="0">
                <a:latin typeface="Times New Roman" panose="02020603050405020304" pitchFamily="18" charset="0"/>
              </a:rPr>
              <a:t>Z</a:t>
            </a:r>
            <a:r>
              <a:rPr lang="zh-CN" altLang="en-US" b="0" i="1" dirty="0">
                <a:latin typeface="Times New Roman" panose="02020603050405020304" pitchFamily="18" charset="0"/>
              </a:rPr>
              <a:t>、</a:t>
            </a:r>
            <a:r>
              <a:rPr lang="en-US" altLang="zh-CN" b="0" i="1" dirty="0">
                <a:latin typeface="Times New Roman" panose="02020603050405020304" pitchFamily="18" charset="0"/>
              </a:rPr>
              <a:t>Y</a:t>
            </a:r>
            <a:r>
              <a:rPr lang="en-US" altLang="zh-CN" b="0" i="1"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aphicFrame>
        <p:nvGraphicFramePr>
          <p:cNvPr id="78856" name="Object 8"/>
          <p:cNvGraphicFramePr/>
          <p:nvPr/>
        </p:nvGraphicFramePr>
        <p:xfrm>
          <a:off x="5292725" y="2276475"/>
          <a:ext cx="2536825" cy="2017713"/>
        </p:xfrm>
        <a:graphic>
          <a:graphicData uri="http://schemas.openxmlformats.org/presentationml/2006/ole">
            <mc:AlternateContent xmlns:mc="http://schemas.openxmlformats.org/markup-compatibility/2006">
              <mc:Choice xmlns:v="urn:schemas-microsoft-com:vml" Requires="v">
                <p:oleObj spid="_x0000_s3199" name="" r:id="rId1" imgW="1054100" imgH="838200" progId="Equation.DSMT4">
                  <p:embed/>
                </p:oleObj>
              </mc:Choice>
              <mc:Fallback>
                <p:oleObj name="" r:id="rId1" imgW="1054100" imgH="838200" progId="Equation.DSMT4">
                  <p:embed/>
                  <p:pic>
                    <p:nvPicPr>
                      <p:cNvPr id="0" name="图片 3198"/>
                      <p:cNvPicPr/>
                      <p:nvPr/>
                    </p:nvPicPr>
                    <p:blipFill>
                      <a:blip r:embed="rId2">
                        <a:clrChange>
                          <a:clrFrom>
                            <a:srgbClr val="000000"/>
                          </a:clrFrom>
                          <a:clrTo>
                            <a:srgbClr val="FFFFFF"/>
                          </a:clrTo>
                        </a:clrChange>
                      </a:blip>
                      <a:stretch>
                        <a:fillRect/>
                      </a:stretch>
                    </p:blipFill>
                    <p:spPr>
                      <a:xfrm>
                        <a:off x="5292725" y="2276475"/>
                        <a:ext cx="2536825" cy="2017713"/>
                      </a:xfrm>
                      <a:prstGeom prst="rect">
                        <a:avLst/>
                      </a:prstGeom>
                      <a:noFill/>
                      <a:ln w="38100">
                        <a:noFill/>
                        <a:miter/>
                      </a:ln>
                    </p:spPr>
                  </p:pic>
                </p:oleObj>
              </mc:Fallback>
            </mc:AlternateContent>
          </a:graphicData>
        </a:graphic>
      </p:graphicFrame>
      <p:graphicFrame>
        <p:nvGraphicFramePr>
          <p:cNvPr id="78857" name="Object 9"/>
          <p:cNvGraphicFramePr/>
          <p:nvPr/>
        </p:nvGraphicFramePr>
        <p:xfrm>
          <a:off x="4548188" y="1374775"/>
          <a:ext cx="3289300" cy="927100"/>
        </p:xfrm>
        <a:graphic>
          <a:graphicData uri="http://schemas.openxmlformats.org/presentationml/2006/ole">
            <mc:AlternateContent xmlns:mc="http://schemas.openxmlformats.org/markup-compatibility/2006">
              <mc:Choice xmlns:v="urn:schemas-microsoft-com:vml" Requires="v">
                <p:oleObj spid="_x0000_s3198" name="" r:id="rId3" imgW="1308100" imgH="457200" progId="Equation.3">
                  <p:embed/>
                </p:oleObj>
              </mc:Choice>
              <mc:Fallback>
                <p:oleObj name="" r:id="rId3" imgW="1308100" imgH="457200" progId="Equation.3">
                  <p:embed/>
                  <p:pic>
                    <p:nvPicPr>
                      <p:cNvPr id="0" name="图片 3197"/>
                      <p:cNvPicPr/>
                      <p:nvPr/>
                    </p:nvPicPr>
                    <p:blipFill>
                      <a:blip r:embed="rId4">
                        <a:clrChange>
                          <a:clrFrom>
                            <a:srgbClr val="000000"/>
                          </a:clrFrom>
                          <a:clrTo>
                            <a:srgbClr val="FFFFFF"/>
                          </a:clrTo>
                        </a:clrChange>
                      </a:blip>
                      <a:stretch>
                        <a:fillRect/>
                      </a:stretch>
                    </p:blipFill>
                    <p:spPr>
                      <a:xfrm>
                        <a:off x="4548188" y="1374775"/>
                        <a:ext cx="3289300" cy="927100"/>
                      </a:xfrm>
                      <a:prstGeom prst="rect">
                        <a:avLst/>
                      </a:prstGeom>
                      <a:noFill/>
                      <a:ln w="38100">
                        <a:noFill/>
                        <a:miter/>
                      </a:ln>
                    </p:spPr>
                  </p:pic>
                </p:oleObj>
              </mc:Fallback>
            </mc:AlternateContent>
          </a:graphicData>
        </a:graphic>
      </p:graphicFrame>
      <p:sp>
        <p:nvSpPr>
          <p:cNvPr id="78858" name="Line 10"/>
          <p:cNvSpPr/>
          <p:nvPr/>
        </p:nvSpPr>
        <p:spPr>
          <a:xfrm>
            <a:off x="4356100" y="3286125"/>
            <a:ext cx="574675" cy="0"/>
          </a:xfrm>
          <a:prstGeom prst="line">
            <a:avLst/>
          </a:prstGeom>
          <a:ln w="76200" cap="flat" cmpd="sng">
            <a:solidFill>
              <a:srgbClr val="3399FF"/>
            </a:solidFill>
            <a:prstDash val="solid"/>
            <a:headEnd type="none" w="med" len="med"/>
            <a:tailEnd type="triangle" w="med" len="med"/>
          </a:ln>
        </p:spPr>
      </p:sp>
      <p:grpSp>
        <p:nvGrpSpPr>
          <p:cNvPr id="19467" name="Group 14"/>
          <p:cNvGrpSpPr/>
          <p:nvPr/>
        </p:nvGrpSpPr>
        <p:grpSpPr>
          <a:xfrm>
            <a:off x="8316913" y="6446838"/>
            <a:ext cx="792162" cy="366712"/>
            <a:chOff x="5193" y="4020"/>
            <a:chExt cx="499" cy="231"/>
          </a:xfrm>
        </p:grpSpPr>
        <p:pic>
          <p:nvPicPr>
            <p:cNvPr id="19494" name="Picture 15"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19495" name="Text Box 1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19468" name="Group 17"/>
          <p:cNvGrpSpPr/>
          <p:nvPr/>
        </p:nvGrpSpPr>
        <p:grpSpPr>
          <a:xfrm>
            <a:off x="7453313" y="6446838"/>
            <a:ext cx="792162" cy="366712"/>
            <a:chOff x="4649" y="4020"/>
            <a:chExt cx="499" cy="231"/>
          </a:xfrm>
        </p:grpSpPr>
        <p:pic>
          <p:nvPicPr>
            <p:cNvPr id="19492" name="Picture 18"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9493" name="Text Box 1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20"/>
          <p:cNvGrpSpPr/>
          <p:nvPr/>
        </p:nvGrpSpPr>
        <p:grpSpPr>
          <a:xfrm>
            <a:off x="468313" y="620713"/>
            <a:ext cx="1644650" cy="850900"/>
            <a:chOff x="385" y="3022"/>
            <a:chExt cx="1036" cy="536"/>
          </a:xfrm>
        </p:grpSpPr>
        <p:pic>
          <p:nvPicPr>
            <p:cNvPr id="19490" name="Picture 21" descr="123"/>
            <p:cNvPicPr>
              <a:picLocks noChangeAspect="1"/>
            </p:cNvPicPr>
            <p:nvPr/>
          </p:nvPicPr>
          <p:blipFill>
            <a:blip r:embed="rId6"/>
            <a:stretch>
              <a:fillRect/>
            </a:stretch>
          </p:blipFill>
          <p:spPr>
            <a:xfrm>
              <a:off x="385" y="3022"/>
              <a:ext cx="590" cy="536"/>
            </a:xfrm>
            <a:prstGeom prst="rect">
              <a:avLst/>
            </a:prstGeom>
            <a:noFill/>
            <a:ln w="9525">
              <a:noFill/>
            </a:ln>
          </p:spPr>
        </p:pic>
        <p:sp>
          <p:nvSpPr>
            <p:cNvPr id="19491" name="Text Box 22"/>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5" name="Group 48"/>
          <p:cNvGrpSpPr/>
          <p:nvPr/>
        </p:nvGrpSpPr>
        <p:grpSpPr>
          <a:xfrm>
            <a:off x="971550" y="1341438"/>
            <a:ext cx="2849563" cy="1922462"/>
            <a:chOff x="612" y="845"/>
            <a:chExt cx="1795" cy="1211"/>
          </a:xfrm>
        </p:grpSpPr>
        <p:sp>
          <p:nvSpPr>
            <p:cNvPr id="19476" name="Rectangle 24"/>
            <p:cNvSpPr/>
            <p:nvPr/>
          </p:nvSpPr>
          <p:spPr>
            <a:xfrm>
              <a:off x="1383" y="890"/>
              <a:ext cx="284" cy="269"/>
            </a:xfrm>
            <a:prstGeom prst="rect">
              <a:avLst/>
            </a:prstGeom>
            <a:noFill/>
            <a:ln w="38100">
              <a:noFill/>
            </a:ln>
          </p:spPr>
          <p:txBody>
            <a:bodyPr lIns="0" tIns="0" rIns="0" bIns="0">
              <a:spAutoFit/>
            </a:bodyPr>
            <a:p>
              <a:pPr algn="ctr"/>
              <a:r>
                <a:rPr lang="en-US" altLang="zh-CN" b="0" i="1" dirty="0">
                  <a:latin typeface="CG Times" pitchFamily="18" charset="0"/>
                  <a:ea typeface="宋体" panose="02010600030101010101" pitchFamily="2" charset="-122"/>
                </a:rPr>
                <a:t>Z</a:t>
              </a:r>
              <a:endParaRPr lang="en-US" altLang="zh-CN" b="0" i="1" dirty="0">
                <a:latin typeface="Times New Roman" panose="02020603050405020304" pitchFamily="18" charset="0"/>
                <a:ea typeface="宋体" panose="02010600030101010101" pitchFamily="2" charset="-122"/>
              </a:endParaRPr>
            </a:p>
          </p:txBody>
        </p:sp>
        <p:sp>
          <p:nvSpPr>
            <p:cNvPr id="19477" name="Line 25"/>
            <p:cNvSpPr/>
            <p:nvPr/>
          </p:nvSpPr>
          <p:spPr>
            <a:xfrm>
              <a:off x="838" y="1253"/>
              <a:ext cx="1407" cy="0"/>
            </a:xfrm>
            <a:prstGeom prst="line">
              <a:avLst/>
            </a:prstGeom>
            <a:ln w="28575" cap="flat" cmpd="sng">
              <a:solidFill>
                <a:srgbClr val="FFCC00"/>
              </a:solidFill>
              <a:prstDash val="solid"/>
              <a:headEnd type="none" w="med" len="med"/>
              <a:tailEnd type="none" w="med" len="med"/>
            </a:ln>
          </p:spPr>
        </p:sp>
        <p:sp>
          <p:nvSpPr>
            <p:cNvPr id="19478" name="Line 26"/>
            <p:cNvSpPr/>
            <p:nvPr/>
          </p:nvSpPr>
          <p:spPr>
            <a:xfrm>
              <a:off x="838" y="2024"/>
              <a:ext cx="1407" cy="0"/>
            </a:xfrm>
            <a:prstGeom prst="line">
              <a:avLst/>
            </a:prstGeom>
            <a:ln w="28575" cap="flat" cmpd="sng">
              <a:solidFill>
                <a:srgbClr val="FFCC00"/>
              </a:solidFill>
              <a:prstDash val="solid"/>
              <a:headEnd type="none" w="med" len="med"/>
              <a:tailEnd type="none" w="med" len="med"/>
            </a:ln>
          </p:spPr>
        </p:sp>
        <p:sp>
          <p:nvSpPr>
            <p:cNvPr id="19479" name="Line 27"/>
            <p:cNvSpPr/>
            <p:nvPr/>
          </p:nvSpPr>
          <p:spPr>
            <a:xfrm>
              <a:off x="884" y="1253"/>
              <a:ext cx="294" cy="0"/>
            </a:xfrm>
            <a:prstGeom prst="line">
              <a:avLst/>
            </a:prstGeom>
            <a:ln w="28575" cap="flat" cmpd="sng">
              <a:solidFill>
                <a:srgbClr val="00FFFF"/>
              </a:solidFill>
              <a:prstDash val="solid"/>
              <a:headEnd type="none" w="med" len="med"/>
              <a:tailEnd type="triangle" w="med" len="med"/>
            </a:ln>
          </p:spPr>
        </p:sp>
        <p:sp>
          <p:nvSpPr>
            <p:cNvPr id="19480" name="Text Box 28"/>
            <p:cNvSpPr txBox="1"/>
            <p:nvPr/>
          </p:nvSpPr>
          <p:spPr>
            <a:xfrm>
              <a:off x="657" y="125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9481" name="Text Box 29"/>
            <p:cNvSpPr txBox="1"/>
            <p:nvPr/>
          </p:nvSpPr>
          <p:spPr>
            <a:xfrm>
              <a:off x="657" y="166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19482" name="Line 30"/>
            <p:cNvSpPr/>
            <p:nvPr/>
          </p:nvSpPr>
          <p:spPr>
            <a:xfrm flipH="1">
              <a:off x="1882" y="1253"/>
              <a:ext cx="294" cy="0"/>
            </a:xfrm>
            <a:prstGeom prst="line">
              <a:avLst/>
            </a:prstGeom>
            <a:ln w="28575" cap="flat" cmpd="sng">
              <a:solidFill>
                <a:srgbClr val="00FFFF"/>
              </a:solidFill>
              <a:prstDash val="solid"/>
              <a:headEnd type="none" w="med" len="med"/>
              <a:tailEnd type="triangle" w="med" len="med"/>
            </a:ln>
          </p:spPr>
        </p:sp>
        <p:sp>
          <p:nvSpPr>
            <p:cNvPr id="19483" name="Text Box 31"/>
            <p:cNvSpPr txBox="1"/>
            <p:nvPr/>
          </p:nvSpPr>
          <p:spPr>
            <a:xfrm>
              <a:off x="2140" y="128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19484" name="Text Box 32"/>
            <p:cNvSpPr txBox="1"/>
            <p:nvPr/>
          </p:nvSpPr>
          <p:spPr>
            <a:xfrm>
              <a:off x="2108" y="170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19461" name="Object 33"/>
            <p:cNvGraphicFramePr/>
            <p:nvPr/>
          </p:nvGraphicFramePr>
          <p:xfrm>
            <a:off x="612" y="1434"/>
            <a:ext cx="272" cy="370"/>
          </p:xfrm>
          <a:graphic>
            <a:graphicData uri="http://schemas.openxmlformats.org/presentationml/2006/ole">
              <mc:AlternateContent xmlns:mc="http://schemas.openxmlformats.org/markup-compatibility/2006">
                <mc:Choice xmlns:v="urn:schemas-microsoft-com:vml" Requires="v">
                  <p:oleObj spid="_x0000_s3201" name="" r:id="rId7" imgW="215900" imgH="291465" progId="Equation.3">
                    <p:embed/>
                  </p:oleObj>
                </mc:Choice>
                <mc:Fallback>
                  <p:oleObj name="" r:id="rId7" imgW="215900" imgH="291465" progId="Equation.3">
                    <p:embed/>
                    <p:pic>
                      <p:nvPicPr>
                        <p:cNvPr id="0" name="图片 3200"/>
                        <p:cNvPicPr/>
                        <p:nvPr/>
                      </p:nvPicPr>
                      <p:blipFill>
                        <a:blip r:embed="rId8">
                          <a:clrChange>
                            <a:clrFrom>
                              <a:srgbClr val="000000"/>
                            </a:clrFrom>
                            <a:clrTo>
                              <a:srgbClr val="FFFFFF"/>
                            </a:clrTo>
                          </a:clrChange>
                        </a:blip>
                        <a:stretch>
                          <a:fillRect/>
                        </a:stretch>
                      </p:blipFill>
                      <p:spPr>
                        <a:xfrm>
                          <a:off x="612" y="1434"/>
                          <a:ext cx="272" cy="370"/>
                        </a:xfrm>
                        <a:prstGeom prst="rect">
                          <a:avLst/>
                        </a:prstGeom>
                        <a:noFill/>
                        <a:ln w="38100">
                          <a:noFill/>
                          <a:miter/>
                        </a:ln>
                      </p:spPr>
                    </p:pic>
                  </p:oleObj>
                </mc:Fallback>
              </mc:AlternateContent>
            </a:graphicData>
          </a:graphic>
        </p:graphicFrame>
        <p:graphicFrame>
          <p:nvGraphicFramePr>
            <p:cNvPr id="19462" name="Object 34"/>
            <p:cNvGraphicFramePr/>
            <p:nvPr/>
          </p:nvGraphicFramePr>
          <p:xfrm>
            <a:off x="884" y="845"/>
            <a:ext cx="208" cy="370"/>
          </p:xfrm>
          <a:graphic>
            <a:graphicData uri="http://schemas.openxmlformats.org/presentationml/2006/ole">
              <mc:AlternateContent xmlns:mc="http://schemas.openxmlformats.org/markup-compatibility/2006">
                <mc:Choice xmlns:v="urn:schemas-microsoft-com:vml" Requires="v">
                  <p:oleObj spid="_x0000_s3200" name="" r:id="rId9" imgW="165100" imgH="291465" progId="Equation.3">
                    <p:embed/>
                  </p:oleObj>
                </mc:Choice>
                <mc:Fallback>
                  <p:oleObj name="" r:id="rId9" imgW="165100" imgH="291465" progId="Equation.3">
                    <p:embed/>
                    <p:pic>
                      <p:nvPicPr>
                        <p:cNvPr id="0" name="图片 3199"/>
                        <p:cNvPicPr/>
                        <p:nvPr/>
                      </p:nvPicPr>
                      <p:blipFill>
                        <a:blip r:embed="rId10">
                          <a:clrChange>
                            <a:clrFrom>
                              <a:srgbClr val="000000"/>
                            </a:clrFrom>
                            <a:clrTo>
                              <a:srgbClr val="FFFFFF"/>
                            </a:clrTo>
                          </a:clrChange>
                        </a:blip>
                        <a:stretch>
                          <a:fillRect/>
                        </a:stretch>
                      </p:blipFill>
                      <p:spPr>
                        <a:xfrm>
                          <a:off x="884" y="845"/>
                          <a:ext cx="208" cy="370"/>
                        </a:xfrm>
                        <a:prstGeom prst="rect">
                          <a:avLst/>
                        </a:prstGeom>
                        <a:noFill/>
                        <a:ln w="38100">
                          <a:noFill/>
                          <a:miter/>
                        </a:ln>
                      </p:spPr>
                    </p:pic>
                  </p:oleObj>
                </mc:Fallback>
              </mc:AlternateContent>
            </a:graphicData>
          </a:graphic>
        </p:graphicFrame>
        <p:graphicFrame>
          <p:nvGraphicFramePr>
            <p:cNvPr id="19463" name="Object 35"/>
            <p:cNvGraphicFramePr/>
            <p:nvPr/>
          </p:nvGraphicFramePr>
          <p:xfrm>
            <a:off x="1927" y="845"/>
            <a:ext cx="240" cy="370"/>
          </p:xfrm>
          <a:graphic>
            <a:graphicData uri="http://schemas.openxmlformats.org/presentationml/2006/ole">
              <mc:AlternateContent xmlns:mc="http://schemas.openxmlformats.org/markup-compatibility/2006">
                <mc:Choice xmlns:v="urn:schemas-microsoft-com:vml" Requires="v">
                  <p:oleObj spid="_x0000_s3204" name="" r:id="rId11" imgW="190500" imgH="292100" progId="Equation.3">
                    <p:embed/>
                  </p:oleObj>
                </mc:Choice>
                <mc:Fallback>
                  <p:oleObj name="" r:id="rId11" imgW="190500" imgH="292100" progId="Equation.3">
                    <p:embed/>
                    <p:pic>
                      <p:nvPicPr>
                        <p:cNvPr id="0" name="图片 3203"/>
                        <p:cNvPicPr/>
                        <p:nvPr/>
                      </p:nvPicPr>
                      <p:blipFill>
                        <a:blip r:embed="rId12">
                          <a:clrChange>
                            <a:clrFrom>
                              <a:srgbClr val="000000"/>
                            </a:clrFrom>
                            <a:clrTo>
                              <a:srgbClr val="FFFFFF"/>
                            </a:clrTo>
                          </a:clrChange>
                        </a:blip>
                        <a:stretch>
                          <a:fillRect/>
                        </a:stretch>
                      </p:blipFill>
                      <p:spPr>
                        <a:xfrm>
                          <a:off x="1927" y="845"/>
                          <a:ext cx="240" cy="370"/>
                        </a:xfrm>
                        <a:prstGeom prst="rect">
                          <a:avLst/>
                        </a:prstGeom>
                        <a:noFill/>
                        <a:ln w="38100">
                          <a:noFill/>
                          <a:miter/>
                        </a:ln>
                      </p:spPr>
                    </p:pic>
                  </p:oleObj>
                </mc:Fallback>
              </mc:AlternateContent>
            </a:graphicData>
          </a:graphic>
        </p:graphicFrame>
        <p:graphicFrame>
          <p:nvGraphicFramePr>
            <p:cNvPr id="19464" name="Object 36"/>
            <p:cNvGraphicFramePr/>
            <p:nvPr/>
          </p:nvGraphicFramePr>
          <p:xfrm>
            <a:off x="2063" y="1480"/>
            <a:ext cx="304" cy="370"/>
          </p:xfrm>
          <a:graphic>
            <a:graphicData uri="http://schemas.openxmlformats.org/presentationml/2006/ole">
              <mc:AlternateContent xmlns:mc="http://schemas.openxmlformats.org/markup-compatibility/2006">
                <mc:Choice xmlns:v="urn:schemas-microsoft-com:vml" Requires="v">
                  <p:oleObj spid="_x0000_s3202" name="" r:id="rId13" imgW="241300" imgH="292100" progId="Equation.3">
                    <p:embed/>
                  </p:oleObj>
                </mc:Choice>
                <mc:Fallback>
                  <p:oleObj name="" r:id="rId13" imgW="241300" imgH="292100" progId="Equation.3">
                    <p:embed/>
                    <p:pic>
                      <p:nvPicPr>
                        <p:cNvPr id="0" name="图片 3201"/>
                        <p:cNvPicPr/>
                        <p:nvPr/>
                      </p:nvPicPr>
                      <p:blipFill>
                        <a:blip r:embed="rId14">
                          <a:clrChange>
                            <a:clrFrom>
                              <a:srgbClr val="000000"/>
                            </a:clrFrom>
                            <a:clrTo>
                              <a:srgbClr val="FFFFFF"/>
                            </a:clrTo>
                          </a:clrChange>
                        </a:blip>
                        <a:stretch>
                          <a:fillRect/>
                        </a:stretch>
                      </p:blipFill>
                      <p:spPr>
                        <a:xfrm>
                          <a:off x="2063" y="1480"/>
                          <a:ext cx="304" cy="370"/>
                        </a:xfrm>
                        <a:prstGeom prst="rect">
                          <a:avLst/>
                        </a:prstGeom>
                        <a:noFill/>
                        <a:ln w="38100">
                          <a:noFill/>
                          <a:miter/>
                        </a:ln>
                      </p:spPr>
                    </p:pic>
                  </p:oleObj>
                </mc:Fallback>
              </mc:AlternateContent>
            </a:graphicData>
          </a:graphic>
        </p:graphicFrame>
        <p:sp>
          <p:nvSpPr>
            <p:cNvPr id="19485" name="Oval 37"/>
            <p:cNvSpPr/>
            <p:nvPr/>
          </p:nvSpPr>
          <p:spPr>
            <a:xfrm>
              <a:off x="779" y="121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9486" name="Oval 38"/>
            <p:cNvSpPr/>
            <p:nvPr/>
          </p:nvSpPr>
          <p:spPr>
            <a:xfrm>
              <a:off x="766" y="197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9487" name="Oval 39"/>
            <p:cNvSpPr/>
            <p:nvPr/>
          </p:nvSpPr>
          <p:spPr>
            <a:xfrm>
              <a:off x="2254" y="121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9488" name="Oval 40"/>
            <p:cNvSpPr/>
            <p:nvPr/>
          </p:nvSpPr>
          <p:spPr>
            <a:xfrm>
              <a:off x="2240" y="198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9489" name="Rectangle 41"/>
            <p:cNvSpPr/>
            <p:nvPr/>
          </p:nvSpPr>
          <p:spPr>
            <a:xfrm>
              <a:off x="1384" y="119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19471" name="Group 45"/>
          <p:cNvGrpSpPr/>
          <p:nvPr/>
        </p:nvGrpSpPr>
        <p:grpSpPr>
          <a:xfrm>
            <a:off x="6588125" y="6446838"/>
            <a:ext cx="792163" cy="366712"/>
            <a:chOff x="4649" y="4020"/>
            <a:chExt cx="499" cy="231"/>
          </a:xfrm>
        </p:grpSpPr>
        <p:pic>
          <p:nvPicPr>
            <p:cNvPr id="19474" name="Picture 46"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19475" name="Text Box 4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7" name="Group 50"/>
          <p:cNvGrpSpPr/>
          <p:nvPr/>
        </p:nvGrpSpPr>
        <p:grpSpPr>
          <a:xfrm>
            <a:off x="1258888" y="3860800"/>
            <a:ext cx="3817937" cy="527050"/>
            <a:chOff x="3243" y="1661"/>
            <a:chExt cx="1859" cy="332"/>
          </a:xfrm>
        </p:grpSpPr>
        <p:sp>
          <p:nvSpPr>
            <p:cNvPr id="19473" name="Text Box 51"/>
            <p:cNvSpPr txBox="1"/>
            <p:nvPr/>
          </p:nvSpPr>
          <p:spPr>
            <a:xfrm>
              <a:off x="4150" y="1661"/>
              <a:ext cx="952" cy="327"/>
            </a:xfrm>
            <a:prstGeom prst="rect">
              <a:avLst/>
            </a:prstGeom>
            <a:noFill/>
            <a:ln w="9525">
              <a:noFill/>
            </a:ln>
          </p:spPr>
          <p:txBody>
            <a:bodyPr>
              <a:spAutoFit/>
            </a:bodyPr>
            <a:p>
              <a:pPr>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不存在。</a:t>
              </a:r>
              <a:endParaRPr lang="zh-CN" altLang="en-US" dirty="0">
                <a:solidFill>
                  <a:srgbClr val="FFFF00"/>
                </a:solidFill>
                <a:latin typeface="楷体_GB2312" pitchFamily="49" charset="-122"/>
              </a:endParaRPr>
            </a:p>
          </p:txBody>
        </p:sp>
        <p:graphicFrame>
          <p:nvGraphicFramePr>
            <p:cNvPr id="19460" name="Object 52"/>
            <p:cNvGraphicFramePr/>
            <p:nvPr/>
          </p:nvGraphicFramePr>
          <p:xfrm>
            <a:off x="3243" y="1661"/>
            <a:ext cx="907" cy="332"/>
          </p:xfrm>
          <a:graphic>
            <a:graphicData uri="http://schemas.openxmlformats.org/presentationml/2006/ole">
              <mc:AlternateContent xmlns:mc="http://schemas.openxmlformats.org/markup-compatibility/2006">
                <mc:Choice xmlns:v="urn:schemas-microsoft-com:vml" Requires="v">
                  <p:oleObj spid="_x0000_s3203" name="" r:id="rId15" imgW="520700" imgH="190500" progId="Equation.DSMT4">
                    <p:embed/>
                  </p:oleObj>
                </mc:Choice>
                <mc:Fallback>
                  <p:oleObj name="" r:id="rId15" imgW="520700" imgH="190500" progId="Equation.DSMT4">
                    <p:embed/>
                    <p:pic>
                      <p:nvPicPr>
                        <p:cNvPr id="0" name="图片 3202"/>
                        <p:cNvPicPr/>
                        <p:nvPr/>
                      </p:nvPicPr>
                      <p:blipFill>
                        <a:blip r:embed="rId16">
                          <a:clrChange>
                            <a:clrFrom>
                              <a:srgbClr val="000000"/>
                            </a:clrFrom>
                            <a:clrTo>
                              <a:srgbClr val="FFFFFF"/>
                            </a:clrTo>
                          </a:clrChange>
                        </a:blip>
                        <a:stretch>
                          <a:fillRect/>
                        </a:stretch>
                      </p:blipFill>
                      <p:spPr>
                        <a:xfrm>
                          <a:off x="3243" y="1661"/>
                          <a:ext cx="907" cy="33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8854"/>
                                        </p:tgtEl>
                                        <p:attrNameLst>
                                          <p:attrName>style.visibility</p:attrName>
                                        </p:attrNameLst>
                                      </p:cBhvr>
                                      <p:to>
                                        <p:strVal val="visible"/>
                                      </p:to>
                                    </p:set>
                                    <p:animEffect transition="in" filter="wipe(left)">
                                      <p:cBhvr>
                                        <p:cTn id="11" dur="2000"/>
                                        <p:tgtEl>
                                          <p:spTgt spid="7885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8857"/>
                                        </p:tgtEl>
                                        <p:attrNameLst>
                                          <p:attrName>style.visibility</p:attrName>
                                        </p:attrNameLst>
                                      </p:cBhvr>
                                      <p:to>
                                        <p:strVal val="visible"/>
                                      </p:to>
                                    </p:set>
                                    <p:animEffect transition="in" filter="wipe(left)">
                                      <p:cBhvr>
                                        <p:cTn id="21" dur="2000"/>
                                        <p:tgtEl>
                                          <p:spTgt spid="78857"/>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78858"/>
                                        </p:tgtEl>
                                        <p:attrNameLst>
                                          <p:attrName>style.visibility</p:attrName>
                                        </p:attrNameLst>
                                      </p:cBhvr>
                                      <p:to>
                                        <p:strVal val="visible"/>
                                      </p:to>
                                    </p:set>
                                    <p:animEffect transition="in" filter="slide(fromLeft)">
                                      <p:cBhvr>
                                        <p:cTn id="26" dur="500"/>
                                        <p:tgtEl>
                                          <p:spTgt spid="78858"/>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78856"/>
                                        </p:tgtEl>
                                        <p:attrNameLst>
                                          <p:attrName>style.visibility</p:attrName>
                                        </p:attrNameLst>
                                      </p:cBhvr>
                                      <p:to>
                                        <p:strVal val="visible"/>
                                      </p:to>
                                    </p:set>
                                    <p:animEffect transition="in" filter="wipe(left)">
                                      <p:cBhvr>
                                        <p:cTn id="30" dur="2000"/>
                                        <p:tgtEl>
                                          <p:spTgt spid="7885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0898" name="Object 2"/>
          <p:cNvGraphicFramePr/>
          <p:nvPr/>
        </p:nvGraphicFramePr>
        <p:xfrm>
          <a:off x="5364163" y="1268413"/>
          <a:ext cx="2192337" cy="1233487"/>
        </p:xfrm>
        <a:graphic>
          <a:graphicData uri="http://schemas.openxmlformats.org/presentationml/2006/ole">
            <mc:AlternateContent xmlns:mc="http://schemas.openxmlformats.org/markup-compatibility/2006">
              <mc:Choice xmlns:v="urn:schemas-microsoft-com:vml" Requires="v">
                <p:oleObj spid="_x0000_s3205" name="" r:id="rId1" imgW="812165" imgH="457200" progId="Equation.DSMT4">
                  <p:embed/>
                </p:oleObj>
              </mc:Choice>
              <mc:Fallback>
                <p:oleObj name="" r:id="rId1" imgW="812165" imgH="457200" progId="Equation.DSMT4">
                  <p:embed/>
                  <p:pic>
                    <p:nvPicPr>
                      <p:cNvPr id="0" name="图片 3204"/>
                      <p:cNvPicPr/>
                      <p:nvPr/>
                    </p:nvPicPr>
                    <p:blipFill>
                      <a:blip r:embed="rId2">
                        <a:clrChange>
                          <a:clrFrom>
                            <a:srgbClr val="000000"/>
                          </a:clrFrom>
                          <a:clrTo>
                            <a:srgbClr val="FFFFFF"/>
                          </a:clrTo>
                        </a:clrChange>
                      </a:blip>
                      <a:stretch>
                        <a:fillRect/>
                      </a:stretch>
                    </p:blipFill>
                    <p:spPr>
                      <a:xfrm>
                        <a:off x="5364163" y="1268413"/>
                        <a:ext cx="2192337" cy="1233487"/>
                      </a:xfrm>
                      <a:prstGeom prst="rect">
                        <a:avLst/>
                      </a:prstGeom>
                      <a:noFill/>
                      <a:ln w="38100">
                        <a:noFill/>
                        <a:miter/>
                      </a:ln>
                    </p:spPr>
                  </p:pic>
                </p:oleObj>
              </mc:Fallback>
            </mc:AlternateContent>
          </a:graphicData>
        </a:graphic>
      </p:graphicFrame>
      <p:graphicFrame>
        <p:nvGraphicFramePr>
          <p:cNvPr id="80899" name="Object 3"/>
          <p:cNvGraphicFramePr/>
          <p:nvPr/>
        </p:nvGraphicFramePr>
        <p:xfrm>
          <a:off x="4284663" y="620713"/>
          <a:ext cx="3916362" cy="592137"/>
        </p:xfrm>
        <a:graphic>
          <a:graphicData uri="http://schemas.openxmlformats.org/presentationml/2006/ole">
            <mc:AlternateContent xmlns:mc="http://schemas.openxmlformats.org/markup-compatibility/2006">
              <mc:Choice xmlns:v="urn:schemas-microsoft-com:vml" Requires="v">
                <p:oleObj spid="_x0000_s3212" name="" r:id="rId3" imgW="1420495" imgH="266065" progId="Equation.3">
                  <p:embed/>
                </p:oleObj>
              </mc:Choice>
              <mc:Fallback>
                <p:oleObj name="" r:id="rId3" imgW="1420495" imgH="266065" progId="Equation.3">
                  <p:embed/>
                  <p:pic>
                    <p:nvPicPr>
                      <p:cNvPr id="0" name="图片 3211"/>
                      <p:cNvPicPr/>
                      <p:nvPr/>
                    </p:nvPicPr>
                    <p:blipFill>
                      <a:blip r:embed="rId4">
                        <a:clrChange>
                          <a:clrFrom>
                            <a:srgbClr val="000000"/>
                          </a:clrFrom>
                          <a:clrTo>
                            <a:srgbClr val="FFFFFF"/>
                          </a:clrTo>
                        </a:clrChange>
                      </a:blip>
                      <a:stretch>
                        <a:fillRect/>
                      </a:stretch>
                    </p:blipFill>
                    <p:spPr>
                      <a:xfrm>
                        <a:off x="4284663" y="620713"/>
                        <a:ext cx="3916362" cy="592137"/>
                      </a:xfrm>
                      <a:prstGeom prst="rect">
                        <a:avLst/>
                      </a:prstGeom>
                      <a:noFill/>
                      <a:ln w="38100">
                        <a:noFill/>
                        <a:miter/>
                      </a:ln>
                    </p:spPr>
                  </p:pic>
                </p:oleObj>
              </mc:Fallback>
            </mc:AlternateContent>
          </a:graphicData>
        </a:graphic>
      </p:graphicFrame>
      <p:sp>
        <p:nvSpPr>
          <p:cNvPr id="80900" name="Line 4"/>
          <p:cNvSpPr/>
          <p:nvPr/>
        </p:nvSpPr>
        <p:spPr>
          <a:xfrm>
            <a:off x="4500563" y="1844675"/>
            <a:ext cx="792162" cy="0"/>
          </a:xfrm>
          <a:prstGeom prst="line">
            <a:avLst/>
          </a:prstGeom>
          <a:ln w="76200" cap="flat" cmpd="sng">
            <a:solidFill>
              <a:srgbClr val="3399FF"/>
            </a:solidFill>
            <a:prstDash val="solid"/>
            <a:headEnd type="none" w="med" len="med"/>
            <a:tailEnd type="triangle" w="med" len="med"/>
          </a:ln>
        </p:spPr>
      </p:sp>
      <p:graphicFrame>
        <p:nvGraphicFramePr>
          <p:cNvPr id="80904" name="Object 8"/>
          <p:cNvGraphicFramePr/>
          <p:nvPr/>
        </p:nvGraphicFramePr>
        <p:xfrm>
          <a:off x="5016500" y="3546475"/>
          <a:ext cx="2219325" cy="1260475"/>
        </p:xfrm>
        <a:graphic>
          <a:graphicData uri="http://schemas.openxmlformats.org/presentationml/2006/ole">
            <mc:AlternateContent xmlns:mc="http://schemas.openxmlformats.org/markup-compatibility/2006">
              <mc:Choice xmlns:v="urn:schemas-microsoft-com:vml" Requires="v">
                <p:oleObj spid="_x0000_s3207" name="" r:id="rId5" imgW="685800" imgH="482600" progId="Equation.DSMT4">
                  <p:embed/>
                </p:oleObj>
              </mc:Choice>
              <mc:Fallback>
                <p:oleObj name="" r:id="rId5" imgW="685800" imgH="482600" progId="Equation.DSMT4">
                  <p:embed/>
                  <p:pic>
                    <p:nvPicPr>
                      <p:cNvPr id="0" name="图片 3206"/>
                      <p:cNvPicPr/>
                      <p:nvPr/>
                    </p:nvPicPr>
                    <p:blipFill>
                      <a:blip r:embed="rId6">
                        <a:clrChange>
                          <a:clrFrom>
                            <a:srgbClr val="000000"/>
                          </a:clrFrom>
                          <a:clrTo>
                            <a:srgbClr val="FFFFFF"/>
                          </a:clrTo>
                        </a:clrChange>
                      </a:blip>
                      <a:stretch>
                        <a:fillRect/>
                      </a:stretch>
                    </p:blipFill>
                    <p:spPr>
                      <a:xfrm>
                        <a:off x="5016500" y="3546475"/>
                        <a:ext cx="2219325" cy="1260475"/>
                      </a:xfrm>
                      <a:prstGeom prst="rect">
                        <a:avLst/>
                      </a:prstGeom>
                      <a:noFill/>
                      <a:ln w="38100">
                        <a:noFill/>
                        <a:miter/>
                      </a:ln>
                    </p:spPr>
                  </p:pic>
                </p:oleObj>
              </mc:Fallback>
            </mc:AlternateContent>
          </a:graphicData>
        </a:graphic>
      </p:graphicFrame>
      <p:grpSp>
        <p:nvGrpSpPr>
          <p:cNvPr id="2" name="Group 97"/>
          <p:cNvGrpSpPr/>
          <p:nvPr/>
        </p:nvGrpSpPr>
        <p:grpSpPr>
          <a:xfrm>
            <a:off x="4932363" y="5013325"/>
            <a:ext cx="3600450" cy="519113"/>
            <a:chOff x="3107" y="3158"/>
            <a:chExt cx="2268" cy="327"/>
          </a:xfrm>
        </p:grpSpPr>
        <p:sp>
          <p:nvSpPr>
            <p:cNvPr id="20556" name="Text Box 10"/>
            <p:cNvSpPr txBox="1"/>
            <p:nvPr/>
          </p:nvSpPr>
          <p:spPr>
            <a:xfrm>
              <a:off x="4059" y="3158"/>
              <a:ext cx="1316" cy="327"/>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均不存在。</a:t>
              </a:r>
              <a:endParaRPr lang="zh-CN" altLang="en-US" dirty="0">
                <a:solidFill>
                  <a:srgbClr val="FFFF00"/>
                </a:solidFill>
                <a:latin typeface="Times New Roman" panose="02020603050405020304" pitchFamily="18" charset="0"/>
              </a:endParaRPr>
            </a:p>
          </p:txBody>
        </p:sp>
        <p:graphicFrame>
          <p:nvGraphicFramePr>
            <p:cNvPr id="20490" name="Object 11"/>
            <p:cNvGraphicFramePr/>
            <p:nvPr/>
          </p:nvGraphicFramePr>
          <p:xfrm>
            <a:off x="3107" y="3203"/>
            <a:ext cx="936" cy="279"/>
          </p:xfrm>
          <a:graphic>
            <a:graphicData uri="http://schemas.openxmlformats.org/presentationml/2006/ole">
              <mc:AlternateContent xmlns:mc="http://schemas.openxmlformats.org/markup-compatibility/2006">
                <mc:Choice xmlns:v="urn:schemas-microsoft-com:vml" Requires="v">
                  <p:oleObj spid="_x0000_s3208" name="" r:id="rId7" imgW="418465" imgH="165100" progId="Equation.DSMT4">
                    <p:embed/>
                  </p:oleObj>
                </mc:Choice>
                <mc:Fallback>
                  <p:oleObj name="" r:id="rId7" imgW="418465" imgH="165100" progId="Equation.DSMT4">
                    <p:embed/>
                    <p:pic>
                      <p:nvPicPr>
                        <p:cNvPr id="0" name="图片 3207"/>
                        <p:cNvPicPr/>
                        <p:nvPr/>
                      </p:nvPicPr>
                      <p:blipFill>
                        <a:blip r:embed="rId8">
                          <a:clrChange>
                            <a:clrFrom>
                              <a:srgbClr val="000000"/>
                            </a:clrFrom>
                            <a:clrTo>
                              <a:srgbClr val="FFFFFF"/>
                            </a:clrTo>
                          </a:clrChange>
                        </a:blip>
                        <a:stretch>
                          <a:fillRect/>
                        </a:stretch>
                      </p:blipFill>
                      <p:spPr>
                        <a:xfrm>
                          <a:off x="3107" y="3203"/>
                          <a:ext cx="936" cy="279"/>
                        </a:xfrm>
                        <a:prstGeom prst="rect">
                          <a:avLst/>
                        </a:prstGeom>
                        <a:noFill/>
                        <a:ln w="38100">
                          <a:noFill/>
                          <a:miter/>
                        </a:ln>
                      </p:spPr>
                    </p:pic>
                  </p:oleObj>
                </mc:Fallback>
              </mc:AlternateContent>
            </a:graphicData>
          </a:graphic>
        </p:graphicFrame>
      </p:grpSp>
      <p:grpSp>
        <p:nvGrpSpPr>
          <p:cNvPr id="20493" name="Group 12"/>
          <p:cNvGrpSpPr/>
          <p:nvPr/>
        </p:nvGrpSpPr>
        <p:grpSpPr>
          <a:xfrm>
            <a:off x="8316913" y="6446838"/>
            <a:ext cx="792162" cy="366712"/>
            <a:chOff x="5193" y="4020"/>
            <a:chExt cx="499" cy="231"/>
          </a:xfrm>
        </p:grpSpPr>
        <p:pic>
          <p:nvPicPr>
            <p:cNvPr id="20554" name="Picture 13"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0555" name="Text Box 1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0494" name="Group 15"/>
          <p:cNvGrpSpPr/>
          <p:nvPr/>
        </p:nvGrpSpPr>
        <p:grpSpPr>
          <a:xfrm>
            <a:off x="7453313" y="6446838"/>
            <a:ext cx="792162" cy="366712"/>
            <a:chOff x="4649" y="4020"/>
            <a:chExt cx="499" cy="231"/>
          </a:xfrm>
        </p:grpSpPr>
        <p:pic>
          <p:nvPicPr>
            <p:cNvPr id="20552" name="Picture 16"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20553" name="Text Box 1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 name="Group 79"/>
          <p:cNvGrpSpPr/>
          <p:nvPr/>
        </p:nvGrpSpPr>
        <p:grpSpPr>
          <a:xfrm>
            <a:off x="971550" y="476250"/>
            <a:ext cx="2849563" cy="1922463"/>
            <a:chOff x="612" y="300"/>
            <a:chExt cx="1795" cy="1211"/>
          </a:xfrm>
        </p:grpSpPr>
        <p:sp>
          <p:nvSpPr>
            <p:cNvPr id="20537" name="Line 19"/>
            <p:cNvSpPr/>
            <p:nvPr/>
          </p:nvSpPr>
          <p:spPr>
            <a:xfrm>
              <a:off x="1519" y="709"/>
              <a:ext cx="0" cy="771"/>
            </a:xfrm>
            <a:prstGeom prst="line">
              <a:avLst/>
            </a:prstGeom>
            <a:ln w="28575" cap="flat" cmpd="sng">
              <a:solidFill>
                <a:srgbClr val="FFCC00"/>
              </a:solidFill>
              <a:prstDash val="solid"/>
              <a:headEnd type="oval" w="med" len="med"/>
              <a:tailEnd type="oval" w="med" len="med"/>
            </a:ln>
          </p:spPr>
        </p:sp>
        <p:sp>
          <p:nvSpPr>
            <p:cNvPr id="20538" name="Rectangle 20"/>
            <p:cNvSpPr/>
            <p:nvPr/>
          </p:nvSpPr>
          <p:spPr>
            <a:xfrm>
              <a:off x="1202" y="935"/>
              <a:ext cx="284" cy="269"/>
            </a:xfrm>
            <a:prstGeom prst="rect">
              <a:avLst/>
            </a:prstGeom>
            <a:noFill/>
            <a:ln w="38100">
              <a:noFill/>
            </a:ln>
          </p:spPr>
          <p:txBody>
            <a:bodyPr lIns="0" tIns="0" rIns="0" bIns="0">
              <a:spAutoFit/>
            </a:bodyPr>
            <a:p>
              <a:pPr algn="ctr"/>
              <a:r>
                <a:rPr lang="en-US" altLang="zh-CN" b="0" i="1" dirty="0">
                  <a:latin typeface="CG Times" pitchFamily="18" charset="0"/>
                  <a:ea typeface="宋体" panose="02010600030101010101" pitchFamily="2" charset="-122"/>
                </a:rPr>
                <a:t>Z</a:t>
              </a:r>
              <a:endParaRPr lang="en-US" altLang="zh-CN" b="0" i="1" dirty="0">
                <a:latin typeface="Times New Roman" panose="02020603050405020304" pitchFamily="18" charset="0"/>
                <a:ea typeface="宋体" panose="02010600030101010101" pitchFamily="2" charset="-122"/>
              </a:endParaRPr>
            </a:p>
          </p:txBody>
        </p:sp>
        <p:sp>
          <p:nvSpPr>
            <p:cNvPr id="20539" name="Line 21"/>
            <p:cNvSpPr/>
            <p:nvPr/>
          </p:nvSpPr>
          <p:spPr>
            <a:xfrm>
              <a:off x="838" y="708"/>
              <a:ext cx="1407" cy="0"/>
            </a:xfrm>
            <a:prstGeom prst="line">
              <a:avLst/>
            </a:prstGeom>
            <a:ln w="28575" cap="flat" cmpd="sng">
              <a:solidFill>
                <a:srgbClr val="FFCC00"/>
              </a:solidFill>
              <a:prstDash val="solid"/>
              <a:headEnd type="none" w="med" len="med"/>
              <a:tailEnd type="none" w="med" len="med"/>
            </a:ln>
          </p:spPr>
        </p:sp>
        <p:sp>
          <p:nvSpPr>
            <p:cNvPr id="20540" name="Line 22"/>
            <p:cNvSpPr/>
            <p:nvPr/>
          </p:nvSpPr>
          <p:spPr>
            <a:xfrm>
              <a:off x="838" y="1479"/>
              <a:ext cx="1407" cy="0"/>
            </a:xfrm>
            <a:prstGeom prst="line">
              <a:avLst/>
            </a:prstGeom>
            <a:ln w="28575" cap="flat" cmpd="sng">
              <a:solidFill>
                <a:srgbClr val="FFCC00"/>
              </a:solidFill>
              <a:prstDash val="solid"/>
              <a:headEnd type="none" w="med" len="med"/>
              <a:tailEnd type="none" w="med" len="med"/>
            </a:ln>
          </p:spPr>
        </p:sp>
        <p:sp>
          <p:nvSpPr>
            <p:cNvPr id="20541" name="Line 23"/>
            <p:cNvSpPr/>
            <p:nvPr/>
          </p:nvSpPr>
          <p:spPr>
            <a:xfrm>
              <a:off x="884" y="709"/>
              <a:ext cx="294" cy="0"/>
            </a:xfrm>
            <a:prstGeom prst="line">
              <a:avLst/>
            </a:prstGeom>
            <a:ln w="28575" cap="flat" cmpd="sng">
              <a:solidFill>
                <a:srgbClr val="00FFFF"/>
              </a:solidFill>
              <a:prstDash val="solid"/>
              <a:headEnd type="none" w="med" len="med"/>
              <a:tailEnd type="triangle" w="med" len="med"/>
            </a:ln>
          </p:spPr>
        </p:sp>
        <p:sp>
          <p:nvSpPr>
            <p:cNvPr id="20542" name="Text Box 24"/>
            <p:cNvSpPr txBox="1"/>
            <p:nvPr/>
          </p:nvSpPr>
          <p:spPr>
            <a:xfrm>
              <a:off x="657" y="708"/>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543" name="Text Box 25"/>
            <p:cNvSpPr txBox="1"/>
            <p:nvPr/>
          </p:nvSpPr>
          <p:spPr>
            <a:xfrm>
              <a:off x="657" y="111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0544" name="Line 26"/>
            <p:cNvSpPr/>
            <p:nvPr/>
          </p:nvSpPr>
          <p:spPr>
            <a:xfrm flipH="1">
              <a:off x="1882" y="709"/>
              <a:ext cx="294" cy="0"/>
            </a:xfrm>
            <a:prstGeom prst="line">
              <a:avLst/>
            </a:prstGeom>
            <a:ln w="28575" cap="flat" cmpd="sng">
              <a:solidFill>
                <a:srgbClr val="00FFFF"/>
              </a:solidFill>
              <a:prstDash val="solid"/>
              <a:headEnd type="none" w="med" len="med"/>
              <a:tailEnd type="triangle" w="med" len="med"/>
            </a:ln>
          </p:spPr>
        </p:sp>
        <p:sp>
          <p:nvSpPr>
            <p:cNvPr id="20545" name="Text Box 27"/>
            <p:cNvSpPr txBox="1"/>
            <p:nvPr/>
          </p:nvSpPr>
          <p:spPr>
            <a:xfrm>
              <a:off x="2140" y="74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546" name="Text Box 28"/>
            <p:cNvSpPr txBox="1"/>
            <p:nvPr/>
          </p:nvSpPr>
          <p:spPr>
            <a:xfrm>
              <a:off x="2108" y="116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0486" name="Object 29"/>
            <p:cNvGraphicFramePr/>
            <p:nvPr/>
          </p:nvGraphicFramePr>
          <p:xfrm>
            <a:off x="612" y="889"/>
            <a:ext cx="272" cy="370"/>
          </p:xfrm>
          <a:graphic>
            <a:graphicData uri="http://schemas.openxmlformats.org/presentationml/2006/ole">
              <mc:AlternateContent xmlns:mc="http://schemas.openxmlformats.org/markup-compatibility/2006">
                <mc:Choice xmlns:v="urn:schemas-microsoft-com:vml" Requires="v">
                  <p:oleObj spid="_x0000_s3209" name="" r:id="rId10" imgW="215900" imgH="291465" progId="Equation.3">
                    <p:embed/>
                  </p:oleObj>
                </mc:Choice>
                <mc:Fallback>
                  <p:oleObj name="" r:id="rId10" imgW="215900" imgH="291465" progId="Equation.3">
                    <p:embed/>
                    <p:pic>
                      <p:nvPicPr>
                        <p:cNvPr id="0" name="图片 3208"/>
                        <p:cNvPicPr/>
                        <p:nvPr/>
                      </p:nvPicPr>
                      <p:blipFill>
                        <a:blip r:embed="rId11">
                          <a:clrChange>
                            <a:clrFrom>
                              <a:srgbClr val="000000"/>
                            </a:clrFrom>
                            <a:clrTo>
                              <a:srgbClr val="FFFFFF"/>
                            </a:clrTo>
                          </a:clrChange>
                        </a:blip>
                        <a:stretch>
                          <a:fillRect/>
                        </a:stretch>
                      </p:blipFill>
                      <p:spPr>
                        <a:xfrm>
                          <a:off x="612" y="889"/>
                          <a:ext cx="272" cy="370"/>
                        </a:xfrm>
                        <a:prstGeom prst="rect">
                          <a:avLst/>
                        </a:prstGeom>
                        <a:noFill/>
                        <a:ln w="38100">
                          <a:noFill/>
                          <a:miter/>
                        </a:ln>
                      </p:spPr>
                    </p:pic>
                  </p:oleObj>
                </mc:Fallback>
              </mc:AlternateContent>
            </a:graphicData>
          </a:graphic>
        </p:graphicFrame>
        <p:graphicFrame>
          <p:nvGraphicFramePr>
            <p:cNvPr id="20487" name="Object 30"/>
            <p:cNvGraphicFramePr/>
            <p:nvPr/>
          </p:nvGraphicFramePr>
          <p:xfrm>
            <a:off x="884" y="300"/>
            <a:ext cx="208" cy="370"/>
          </p:xfrm>
          <a:graphic>
            <a:graphicData uri="http://schemas.openxmlformats.org/presentationml/2006/ole">
              <mc:AlternateContent xmlns:mc="http://schemas.openxmlformats.org/markup-compatibility/2006">
                <mc:Choice xmlns:v="urn:schemas-microsoft-com:vml" Requires="v">
                  <p:oleObj spid="_x0000_s3211" name="" r:id="rId12" imgW="165100" imgH="291465" progId="Equation.3">
                    <p:embed/>
                  </p:oleObj>
                </mc:Choice>
                <mc:Fallback>
                  <p:oleObj name="" r:id="rId12" imgW="165100" imgH="291465" progId="Equation.3">
                    <p:embed/>
                    <p:pic>
                      <p:nvPicPr>
                        <p:cNvPr id="0" name="图片 3210"/>
                        <p:cNvPicPr/>
                        <p:nvPr/>
                      </p:nvPicPr>
                      <p:blipFill>
                        <a:blip r:embed="rId13">
                          <a:clrChange>
                            <a:clrFrom>
                              <a:srgbClr val="000000"/>
                            </a:clrFrom>
                            <a:clrTo>
                              <a:srgbClr val="FFFFFF"/>
                            </a:clrTo>
                          </a:clrChange>
                        </a:blip>
                        <a:stretch>
                          <a:fillRect/>
                        </a:stretch>
                      </p:blipFill>
                      <p:spPr>
                        <a:xfrm>
                          <a:off x="884" y="300"/>
                          <a:ext cx="208" cy="370"/>
                        </a:xfrm>
                        <a:prstGeom prst="rect">
                          <a:avLst/>
                        </a:prstGeom>
                        <a:noFill/>
                        <a:ln w="38100">
                          <a:noFill/>
                          <a:miter/>
                        </a:ln>
                      </p:spPr>
                    </p:pic>
                  </p:oleObj>
                </mc:Fallback>
              </mc:AlternateContent>
            </a:graphicData>
          </a:graphic>
        </p:graphicFrame>
        <p:graphicFrame>
          <p:nvGraphicFramePr>
            <p:cNvPr id="20488" name="Object 31"/>
            <p:cNvGraphicFramePr/>
            <p:nvPr/>
          </p:nvGraphicFramePr>
          <p:xfrm>
            <a:off x="1927" y="300"/>
            <a:ext cx="240" cy="370"/>
          </p:xfrm>
          <a:graphic>
            <a:graphicData uri="http://schemas.openxmlformats.org/presentationml/2006/ole">
              <mc:AlternateContent xmlns:mc="http://schemas.openxmlformats.org/markup-compatibility/2006">
                <mc:Choice xmlns:v="urn:schemas-microsoft-com:vml" Requires="v">
                  <p:oleObj spid="_x0000_s3210" name="" r:id="rId14" imgW="190500" imgH="292100" progId="Equation.3">
                    <p:embed/>
                  </p:oleObj>
                </mc:Choice>
                <mc:Fallback>
                  <p:oleObj name="" r:id="rId14" imgW="190500" imgH="292100" progId="Equation.3">
                    <p:embed/>
                    <p:pic>
                      <p:nvPicPr>
                        <p:cNvPr id="0" name="图片 3209"/>
                        <p:cNvPicPr/>
                        <p:nvPr/>
                      </p:nvPicPr>
                      <p:blipFill>
                        <a:blip r:embed="rId15">
                          <a:clrChange>
                            <a:clrFrom>
                              <a:srgbClr val="000000"/>
                            </a:clrFrom>
                            <a:clrTo>
                              <a:srgbClr val="FFFFFF"/>
                            </a:clrTo>
                          </a:clrChange>
                        </a:blip>
                        <a:stretch>
                          <a:fillRect/>
                        </a:stretch>
                      </p:blipFill>
                      <p:spPr>
                        <a:xfrm>
                          <a:off x="1927" y="300"/>
                          <a:ext cx="240" cy="370"/>
                        </a:xfrm>
                        <a:prstGeom prst="rect">
                          <a:avLst/>
                        </a:prstGeom>
                        <a:noFill/>
                        <a:ln w="38100">
                          <a:noFill/>
                          <a:miter/>
                        </a:ln>
                      </p:spPr>
                    </p:pic>
                  </p:oleObj>
                </mc:Fallback>
              </mc:AlternateContent>
            </a:graphicData>
          </a:graphic>
        </p:graphicFrame>
        <p:graphicFrame>
          <p:nvGraphicFramePr>
            <p:cNvPr id="20489" name="Object 32"/>
            <p:cNvGraphicFramePr/>
            <p:nvPr/>
          </p:nvGraphicFramePr>
          <p:xfrm>
            <a:off x="2063" y="935"/>
            <a:ext cx="304" cy="370"/>
          </p:xfrm>
          <a:graphic>
            <a:graphicData uri="http://schemas.openxmlformats.org/presentationml/2006/ole">
              <mc:AlternateContent xmlns:mc="http://schemas.openxmlformats.org/markup-compatibility/2006">
                <mc:Choice xmlns:v="urn:schemas-microsoft-com:vml" Requires="v">
                  <p:oleObj spid="_x0000_s3206" name="" r:id="rId16" imgW="241300" imgH="292100" progId="Equation.3">
                    <p:embed/>
                  </p:oleObj>
                </mc:Choice>
                <mc:Fallback>
                  <p:oleObj name="" r:id="rId16" imgW="241300" imgH="292100" progId="Equation.3">
                    <p:embed/>
                    <p:pic>
                      <p:nvPicPr>
                        <p:cNvPr id="0" name="图片 3205"/>
                        <p:cNvPicPr/>
                        <p:nvPr/>
                      </p:nvPicPr>
                      <p:blipFill>
                        <a:blip r:embed="rId17">
                          <a:clrChange>
                            <a:clrFrom>
                              <a:srgbClr val="000000"/>
                            </a:clrFrom>
                            <a:clrTo>
                              <a:srgbClr val="FFFFFF"/>
                            </a:clrTo>
                          </a:clrChange>
                        </a:blip>
                        <a:stretch>
                          <a:fillRect/>
                        </a:stretch>
                      </p:blipFill>
                      <p:spPr>
                        <a:xfrm>
                          <a:off x="2063" y="935"/>
                          <a:ext cx="304" cy="370"/>
                        </a:xfrm>
                        <a:prstGeom prst="rect">
                          <a:avLst/>
                        </a:prstGeom>
                        <a:noFill/>
                        <a:ln w="38100">
                          <a:noFill/>
                          <a:miter/>
                        </a:ln>
                      </p:spPr>
                    </p:pic>
                  </p:oleObj>
                </mc:Fallback>
              </mc:AlternateContent>
            </a:graphicData>
          </a:graphic>
        </p:graphicFrame>
        <p:sp>
          <p:nvSpPr>
            <p:cNvPr id="20547" name="Oval 33"/>
            <p:cNvSpPr/>
            <p:nvPr/>
          </p:nvSpPr>
          <p:spPr>
            <a:xfrm>
              <a:off x="770" y="66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48" name="Oval 34"/>
            <p:cNvSpPr/>
            <p:nvPr/>
          </p:nvSpPr>
          <p:spPr>
            <a:xfrm>
              <a:off x="775" y="144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49" name="Oval 35"/>
            <p:cNvSpPr/>
            <p:nvPr/>
          </p:nvSpPr>
          <p:spPr>
            <a:xfrm>
              <a:off x="2245" y="67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50" name="Oval 36"/>
            <p:cNvSpPr/>
            <p:nvPr/>
          </p:nvSpPr>
          <p:spPr>
            <a:xfrm>
              <a:off x="2231" y="144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51" name="Rectangle 37"/>
            <p:cNvSpPr/>
            <p:nvPr/>
          </p:nvSpPr>
          <p:spPr>
            <a:xfrm>
              <a:off x="1447" y="8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20496" name="Group 76"/>
          <p:cNvGrpSpPr/>
          <p:nvPr/>
        </p:nvGrpSpPr>
        <p:grpSpPr>
          <a:xfrm>
            <a:off x="6588125" y="6446838"/>
            <a:ext cx="792163" cy="366712"/>
            <a:chOff x="4649" y="4020"/>
            <a:chExt cx="499" cy="231"/>
          </a:xfrm>
        </p:grpSpPr>
        <p:pic>
          <p:nvPicPr>
            <p:cNvPr id="20535" name="Picture 77"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20536" name="Text Box 7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7" name="Group 96"/>
          <p:cNvGrpSpPr/>
          <p:nvPr/>
        </p:nvGrpSpPr>
        <p:grpSpPr>
          <a:xfrm>
            <a:off x="539750" y="3141663"/>
            <a:ext cx="3551238" cy="1922462"/>
            <a:chOff x="340" y="1979"/>
            <a:chExt cx="2237" cy="1211"/>
          </a:xfrm>
        </p:grpSpPr>
        <p:sp>
          <p:nvSpPr>
            <p:cNvPr id="20500" name="Line 40"/>
            <p:cNvSpPr/>
            <p:nvPr/>
          </p:nvSpPr>
          <p:spPr>
            <a:xfrm flipV="1">
              <a:off x="1259" y="2342"/>
              <a:ext cx="0" cy="283"/>
            </a:xfrm>
            <a:prstGeom prst="line">
              <a:avLst/>
            </a:prstGeom>
            <a:ln w="28575" cap="flat" cmpd="sng">
              <a:solidFill>
                <a:srgbClr val="FFCC00"/>
              </a:solidFill>
              <a:prstDash val="solid"/>
              <a:headEnd type="none" w="med" len="med"/>
              <a:tailEnd type="none" w="med" len="med"/>
            </a:ln>
          </p:spPr>
        </p:sp>
        <p:sp>
          <p:nvSpPr>
            <p:cNvPr id="20501" name="Line 41"/>
            <p:cNvSpPr/>
            <p:nvPr/>
          </p:nvSpPr>
          <p:spPr>
            <a:xfrm flipH="1" flipV="1">
              <a:off x="1259" y="2977"/>
              <a:ext cx="0" cy="192"/>
            </a:xfrm>
            <a:prstGeom prst="line">
              <a:avLst/>
            </a:prstGeom>
            <a:ln w="28575" cap="flat" cmpd="sng">
              <a:solidFill>
                <a:srgbClr val="FFCC00"/>
              </a:solidFill>
              <a:prstDash val="solid"/>
              <a:headEnd type="none" w="med" len="med"/>
              <a:tailEnd type="none" w="med" len="med"/>
            </a:ln>
          </p:spPr>
        </p:sp>
        <p:sp>
          <p:nvSpPr>
            <p:cNvPr id="20502" name="Line 42"/>
            <p:cNvSpPr/>
            <p:nvPr/>
          </p:nvSpPr>
          <p:spPr>
            <a:xfrm>
              <a:off x="533" y="3158"/>
              <a:ext cx="726" cy="0"/>
            </a:xfrm>
            <a:prstGeom prst="line">
              <a:avLst/>
            </a:prstGeom>
            <a:ln w="28575" cap="flat" cmpd="sng">
              <a:solidFill>
                <a:srgbClr val="FFCC00"/>
              </a:solidFill>
              <a:prstDash val="solid"/>
              <a:headEnd type="none" w="med" len="med"/>
              <a:tailEnd type="none" w="med" len="med"/>
            </a:ln>
          </p:spPr>
        </p:sp>
        <p:sp>
          <p:nvSpPr>
            <p:cNvPr id="20503" name="Text Box 43"/>
            <p:cNvSpPr txBox="1"/>
            <p:nvPr/>
          </p:nvSpPr>
          <p:spPr>
            <a:xfrm>
              <a:off x="1017" y="2387"/>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504" name="Text Box 44"/>
            <p:cNvSpPr txBox="1"/>
            <p:nvPr/>
          </p:nvSpPr>
          <p:spPr>
            <a:xfrm>
              <a:off x="1644" y="2423"/>
              <a:ext cx="227"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505" name="Text Box 45"/>
            <p:cNvSpPr txBox="1"/>
            <p:nvPr/>
          </p:nvSpPr>
          <p:spPr>
            <a:xfrm>
              <a:off x="1259" y="2115"/>
              <a:ext cx="403"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n</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0506" name="Text Box 46"/>
            <p:cNvSpPr txBox="1"/>
            <p:nvPr/>
          </p:nvSpPr>
          <p:spPr>
            <a:xfrm>
              <a:off x="340" y="2387"/>
              <a:ext cx="242"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507" name="Text Box 47"/>
            <p:cNvSpPr txBox="1"/>
            <p:nvPr/>
          </p:nvSpPr>
          <p:spPr>
            <a:xfrm>
              <a:off x="340" y="2705"/>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20508" name="Text Box 48"/>
            <p:cNvSpPr txBox="1"/>
            <p:nvPr/>
          </p:nvSpPr>
          <p:spPr>
            <a:xfrm>
              <a:off x="340" y="2569"/>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0509" name="Text Box 49"/>
            <p:cNvSpPr txBox="1"/>
            <p:nvPr/>
          </p:nvSpPr>
          <p:spPr>
            <a:xfrm>
              <a:off x="2273" y="2342"/>
              <a:ext cx="242"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0510" name="Text Box 50"/>
            <p:cNvSpPr txBox="1"/>
            <p:nvPr/>
          </p:nvSpPr>
          <p:spPr>
            <a:xfrm>
              <a:off x="2273"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20511" name="Text Box 51"/>
            <p:cNvSpPr txBox="1"/>
            <p:nvPr/>
          </p:nvSpPr>
          <p:spPr>
            <a:xfrm>
              <a:off x="2273" y="2569"/>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20512" name="Line 53"/>
            <p:cNvSpPr/>
            <p:nvPr/>
          </p:nvSpPr>
          <p:spPr>
            <a:xfrm>
              <a:off x="1644" y="3158"/>
              <a:ext cx="726" cy="0"/>
            </a:xfrm>
            <a:prstGeom prst="line">
              <a:avLst/>
            </a:prstGeom>
            <a:ln w="28575" cap="flat" cmpd="sng">
              <a:solidFill>
                <a:srgbClr val="FFCC00"/>
              </a:solidFill>
              <a:prstDash val="solid"/>
              <a:headEnd type="none" w="med" len="med"/>
              <a:tailEnd type="none" w="med" len="med"/>
            </a:ln>
          </p:spPr>
        </p:sp>
        <p:sp>
          <p:nvSpPr>
            <p:cNvPr id="20513" name="Line 55"/>
            <p:cNvSpPr/>
            <p:nvPr/>
          </p:nvSpPr>
          <p:spPr>
            <a:xfrm>
              <a:off x="1644" y="2342"/>
              <a:ext cx="726" cy="0"/>
            </a:xfrm>
            <a:prstGeom prst="line">
              <a:avLst/>
            </a:prstGeom>
            <a:ln w="28575" cap="flat" cmpd="sng">
              <a:solidFill>
                <a:srgbClr val="FFCC00"/>
              </a:solidFill>
              <a:prstDash val="solid"/>
              <a:headEnd type="none" w="med" len="med"/>
              <a:tailEnd type="none" w="med" len="med"/>
            </a:ln>
          </p:spPr>
        </p:sp>
        <p:sp>
          <p:nvSpPr>
            <p:cNvPr id="20514" name="Line 57"/>
            <p:cNvSpPr/>
            <p:nvPr/>
          </p:nvSpPr>
          <p:spPr>
            <a:xfrm>
              <a:off x="485" y="2342"/>
              <a:ext cx="774" cy="0"/>
            </a:xfrm>
            <a:prstGeom prst="line">
              <a:avLst/>
            </a:prstGeom>
            <a:ln w="28575" cap="flat" cmpd="sng">
              <a:solidFill>
                <a:srgbClr val="FFCC00"/>
              </a:solidFill>
              <a:prstDash val="solid"/>
              <a:headEnd type="none" w="med" len="med"/>
              <a:tailEnd type="none" w="med" len="med"/>
            </a:ln>
          </p:spPr>
        </p:sp>
        <p:sp>
          <p:nvSpPr>
            <p:cNvPr id="20515" name="Line 67"/>
            <p:cNvSpPr/>
            <p:nvPr/>
          </p:nvSpPr>
          <p:spPr>
            <a:xfrm flipH="1" flipV="1">
              <a:off x="1644" y="2977"/>
              <a:ext cx="0" cy="192"/>
            </a:xfrm>
            <a:prstGeom prst="line">
              <a:avLst/>
            </a:prstGeom>
            <a:ln w="28575" cap="flat" cmpd="sng">
              <a:solidFill>
                <a:srgbClr val="FFCC00"/>
              </a:solidFill>
              <a:prstDash val="solid"/>
              <a:headEnd type="none" w="med" len="med"/>
              <a:tailEnd type="none" w="med" len="med"/>
            </a:ln>
          </p:spPr>
        </p:sp>
        <p:sp>
          <p:nvSpPr>
            <p:cNvPr id="20516" name="Line 68"/>
            <p:cNvSpPr/>
            <p:nvPr/>
          </p:nvSpPr>
          <p:spPr>
            <a:xfrm flipH="1" flipV="1">
              <a:off x="1644" y="2342"/>
              <a:ext cx="0" cy="283"/>
            </a:xfrm>
            <a:prstGeom prst="line">
              <a:avLst/>
            </a:prstGeom>
            <a:ln w="28575" cap="flat" cmpd="sng">
              <a:solidFill>
                <a:srgbClr val="FFCC00"/>
              </a:solidFill>
              <a:prstDash val="solid"/>
              <a:headEnd type="none" w="med" len="med"/>
              <a:tailEnd type="none" w="med" len="med"/>
            </a:ln>
          </p:spPr>
        </p:sp>
        <p:sp>
          <p:nvSpPr>
            <p:cNvPr id="20517" name="Line 69"/>
            <p:cNvSpPr/>
            <p:nvPr/>
          </p:nvSpPr>
          <p:spPr>
            <a:xfrm>
              <a:off x="567" y="2341"/>
              <a:ext cx="387" cy="0"/>
            </a:xfrm>
            <a:prstGeom prst="line">
              <a:avLst/>
            </a:prstGeom>
            <a:ln w="38100" cap="flat" cmpd="sng">
              <a:solidFill>
                <a:srgbClr val="00FFFF"/>
              </a:solidFill>
              <a:prstDash val="solid"/>
              <a:headEnd type="none" w="med" len="med"/>
              <a:tailEnd type="triangle" w="med" len="med"/>
            </a:ln>
          </p:spPr>
        </p:sp>
        <p:sp>
          <p:nvSpPr>
            <p:cNvPr id="20518" name="Line 70"/>
            <p:cNvSpPr/>
            <p:nvPr/>
          </p:nvSpPr>
          <p:spPr>
            <a:xfrm>
              <a:off x="1882" y="2341"/>
              <a:ext cx="387" cy="0"/>
            </a:xfrm>
            <a:prstGeom prst="line">
              <a:avLst/>
            </a:prstGeom>
            <a:ln w="28575" cap="flat" cmpd="sng">
              <a:solidFill>
                <a:srgbClr val="00FFFF"/>
              </a:solidFill>
              <a:prstDash val="solid"/>
              <a:headEnd type="triangle" w="med" len="med"/>
              <a:tailEnd type="none" w="med" len="med"/>
            </a:ln>
          </p:spPr>
        </p:sp>
        <p:sp>
          <p:nvSpPr>
            <p:cNvPr id="20519" name="Text Box 71"/>
            <p:cNvSpPr txBox="1"/>
            <p:nvPr/>
          </p:nvSpPr>
          <p:spPr>
            <a:xfrm>
              <a:off x="612" y="1979"/>
              <a:ext cx="484"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ea typeface="仿宋_GB2312" pitchFamily="49" charset="-122"/>
                </a:rPr>
                <a:t>i</a:t>
              </a:r>
              <a:r>
                <a:rPr lang="en-US" altLang="zh-CN" b="0" baseline="-25000" dirty="0">
                  <a:latin typeface="Times New Roman" panose="02020603050405020304" pitchFamily="18" charset="0"/>
                  <a:ea typeface="仿宋_GB2312" pitchFamily="49" charset="-122"/>
                </a:rPr>
                <a:t>1</a:t>
              </a:r>
              <a:endParaRPr lang="en-US" altLang="zh-CN" b="0" baseline="-25000" dirty="0">
                <a:latin typeface="Times New Roman" panose="02020603050405020304" pitchFamily="18" charset="0"/>
                <a:ea typeface="仿宋_GB2312" pitchFamily="49" charset="-122"/>
              </a:endParaRPr>
            </a:p>
          </p:txBody>
        </p:sp>
        <p:sp>
          <p:nvSpPr>
            <p:cNvPr id="20520" name="Text Box 72"/>
            <p:cNvSpPr txBox="1"/>
            <p:nvPr/>
          </p:nvSpPr>
          <p:spPr>
            <a:xfrm>
              <a:off x="1973" y="1979"/>
              <a:ext cx="484"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ea typeface="仿宋_GB2312" pitchFamily="49" charset="-122"/>
                </a:rPr>
                <a:t>i</a:t>
              </a:r>
              <a:r>
                <a:rPr lang="en-US" altLang="zh-CN" b="0" baseline="-25000" dirty="0">
                  <a:latin typeface="Times New Roman" panose="02020603050405020304" pitchFamily="18" charset="0"/>
                  <a:ea typeface="仿宋_GB2312" pitchFamily="49" charset="-122"/>
                </a:rPr>
                <a:t>2</a:t>
              </a:r>
              <a:endParaRPr lang="en-US" altLang="zh-CN" b="0" baseline="-25000" dirty="0">
                <a:latin typeface="Times New Roman" panose="02020603050405020304" pitchFamily="18" charset="0"/>
                <a:ea typeface="仿宋_GB2312" pitchFamily="49" charset="-122"/>
              </a:endParaRPr>
            </a:p>
          </p:txBody>
        </p:sp>
        <p:grpSp>
          <p:nvGrpSpPr>
            <p:cNvPr id="20521" name="Group 82"/>
            <p:cNvGrpSpPr/>
            <p:nvPr/>
          </p:nvGrpSpPr>
          <p:grpSpPr>
            <a:xfrm>
              <a:off x="1565" y="2614"/>
              <a:ext cx="91" cy="363"/>
              <a:chOff x="1565" y="2614"/>
              <a:chExt cx="90" cy="486"/>
            </a:xfrm>
          </p:grpSpPr>
          <p:sp>
            <p:nvSpPr>
              <p:cNvPr id="20531" name="Arc 83"/>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32" name="Arc 84"/>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33" name="Arc 85"/>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34" name="Arc 86"/>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20522" name="Group 87"/>
            <p:cNvGrpSpPr/>
            <p:nvPr/>
          </p:nvGrpSpPr>
          <p:grpSpPr>
            <a:xfrm rot="10800000">
              <a:off x="1247" y="2614"/>
              <a:ext cx="90" cy="363"/>
              <a:chOff x="1565" y="2614"/>
              <a:chExt cx="90" cy="486"/>
            </a:xfrm>
          </p:grpSpPr>
          <p:sp>
            <p:nvSpPr>
              <p:cNvPr id="20527" name="Arc 88"/>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28" name="Arc 89"/>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29" name="Arc 90"/>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30" name="Arc 91"/>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20523" name="Oval 92"/>
            <p:cNvSpPr/>
            <p:nvPr/>
          </p:nvSpPr>
          <p:spPr>
            <a:xfrm>
              <a:off x="431" y="231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24" name="Oval 93"/>
            <p:cNvSpPr/>
            <p:nvPr/>
          </p:nvSpPr>
          <p:spPr>
            <a:xfrm>
              <a:off x="2372"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25" name="Oval 94"/>
            <p:cNvSpPr/>
            <p:nvPr/>
          </p:nvSpPr>
          <p:spPr>
            <a:xfrm>
              <a:off x="467"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26" name="Oval 95"/>
            <p:cNvSpPr/>
            <p:nvPr/>
          </p:nvSpPr>
          <p:spPr>
            <a:xfrm>
              <a:off x="2372" y="230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10" name="Group 101"/>
          <p:cNvGrpSpPr/>
          <p:nvPr/>
        </p:nvGrpSpPr>
        <p:grpSpPr>
          <a:xfrm>
            <a:off x="4932363" y="2708275"/>
            <a:ext cx="3817937" cy="527050"/>
            <a:chOff x="3243" y="1661"/>
            <a:chExt cx="1859" cy="332"/>
          </a:xfrm>
        </p:grpSpPr>
        <p:sp>
          <p:nvSpPr>
            <p:cNvPr id="20499" name="Text Box 102"/>
            <p:cNvSpPr txBox="1"/>
            <p:nvPr/>
          </p:nvSpPr>
          <p:spPr>
            <a:xfrm>
              <a:off x="4150" y="1661"/>
              <a:ext cx="952" cy="327"/>
            </a:xfrm>
            <a:prstGeom prst="rect">
              <a:avLst/>
            </a:prstGeom>
            <a:noFill/>
            <a:ln w="9525">
              <a:noFill/>
            </a:ln>
          </p:spPr>
          <p:txBody>
            <a:bodyPr>
              <a:spAutoFit/>
            </a:bodyPr>
            <a:p>
              <a:pPr>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不存在。</a:t>
              </a:r>
              <a:endParaRPr lang="zh-CN" altLang="en-US" dirty="0">
                <a:solidFill>
                  <a:srgbClr val="FFFF00"/>
                </a:solidFill>
                <a:latin typeface="楷体_GB2312" pitchFamily="49" charset="-122"/>
              </a:endParaRPr>
            </a:p>
          </p:txBody>
        </p:sp>
        <p:graphicFrame>
          <p:nvGraphicFramePr>
            <p:cNvPr id="20485" name="Object 103"/>
            <p:cNvGraphicFramePr/>
            <p:nvPr/>
          </p:nvGraphicFramePr>
          <p:xfrm>
            <a:off x="3243" y="1661"/>
            <a:ext cx="907" cy="332"/>
          </p:xfrm>
          <a:graphic>
            <a:graphicData uri="http://schemas.openxmlformats.org/presentationml/2006/ole">
              <mc:AlternateContent xmlns:mc="http://schemas.openxmlformats.org/markup-compatibility/2006">
                <mc:Choice xmlns:v="urn:schemas-microsoft-com:vml" Requires="v">
                  <p:oleObj spid="_x0000_s3213" name="" r:id="rId18" imgW="520700" imgH="190500" progId="Equation.DSMT4">
                    <p:embed/>
                  </p:oleObj>
                </mc:Choice>
                <mc:Fallback>
                  <p:oleObj name="" r:id="rId18" imgW="520700" imgH="190500" progId="Equation.DSMT4">
                    <p:embed/>
                    <p:pic>
                      <p:nvPicPr>
                        <p:cNvPr id="0" name="图片 3212"/>
                        <p:cNvPicPr/>
                        <p:nvPr/>
                      </p:nvPicPr>
                      <p:blipFill>
                        <a:blip r:embed="rId19">
                          <a:clrChange>
                            <a:clrFrom>
                              <a:srgbClr val="000000"/>
                            </a:clrFrom>
                            <a:clrTo>
                              <a:srgbClr val="FFFFFF"/>
                            </a:clrTo>
                          </a:clrChange>
                        </a:blip>
                        <a:stretch>
                          <a:fillRect/>
                        </a:stretch>
                      </p:blipFill>
                      <p:spPr>
                        <a:xfrm>
                          <a:off x="3243" y="1661"/>
                          <a:ext cx="907" cy="332"/>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0899"/>
                                        </p:tgtEl>
                                        <p:attrNameLst>
                                          <p:attrName>style.visibility</p:attrName>
                                        </p:attrNameLst>
                                      </p:cBhvr>
                                      <p:to>
                                        <p:strVal val="visible"/>
                                      </p:to>
                                    </p:set>
                                    <p:animEffect transition="in" filter="wipe(left)">
                                      <p:cBhvr>
                                        <p:cTn id="12" dur="2000"/>
                                        <p:tgtEl>
                                          <p:spTgt spid="80899"/>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80900"/>
                                        </p:tgtEl>
                                        <p:attrNameLst>
                                          <p:attrName>style.visibility</p:attrName>
                                        </p:attrNameLst>
                                      </p:cBhvr>
                                      <p:to>
                                        <p:strVal val="visible"/>
                                      </p:to>
                                    </p:set>
                                    <p:animEffect transition="in" filter="slide(fromLeft)">
                                      <p:cBhvr>
                                        <p:cTn id="17" dur="500"/>
                                        <p:tgtEl>
                                          <p:spTgt spid="80900"/>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80898"/>
                                        </p:tgtEl>
                                        <p:attrNameLst>
                                          <p:attrName>style.visibility</p:attrName>
                                        </p:attrNameLst>
                                      </p:cBhvr>
                                      <p:to>
                                        <p:strVal val="visible"/>
                                      </p:to>
                                    </p:set>
                                    <p:animEffect transition="in" filter="wipe(up)">
                                      <p:cBhvr>
                                        <p:cTn id="21" dur="1000"/>
                                        <p:tgtEl>
                                          <p:spTgt spid="80898"/>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up)">
                                      <p:cBhvr>
                                        <p:cTn id="25" dur="1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0904"/>
                                        </p:tgtEl>
                                        <p:attrNameLst>
                                          <p:attrName>style.visibility</p:attrName>
                                        </p:attrNameLst>
                                      </p:cBhvr>
                                      <p:to>
                                        <p:strVal val="visible"/>
                                      </p:to>
                                    </p:set>
                                    <p:animEffect transition="in" filter="wipe(left)">
                                      <p:cBhvr>
                                        <p:cTn id="35" dur="2000"/>
                                        <p:tgtEl>
                                          <p:spTgt spid="80904"/>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blinds(horizontal)">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6" name="Text Box 6"/>
          <p:cNvSpPr txBox="1"/>
          <p:nvPr/>
        </p:nvSpPr>
        <p:spPr>
          <a:xfrm>
            <a:off x="539750" y="549275"/>
            <a:ext cx="4032250"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3.</a:t>
            </a:r>
            <a:r>
              <a:rPr lang="en-US" altLang="zh-CN" sz="3200" dirty="0">
                <a:latin typeface="楷体_GB2312" pitchFamily="49" charset="-122"/>
              </a:rPr>
              <a:t> </a:t>
            </a:r>
            <a:r>
              <a:rPr lang="en-US" altLang="zh-CN" sz="3200" b="0" i="1" dirty="0">
                <a:latin typeface="Times New Roman" panose="02020603050405020304" pitchFamily="18" charset="0"/>
              </a:rPr>
              <a:t>T</a:t>
            </a:r>
            <a:r>
              <a:rPr lang="en-US" altLang="zh-CN" sz="3200" i="1" dirty="0">
                <a:latin typeface="楷体_GB2312" pitchFamily="49" charset="-122"/>
              </a:rPr>
              <a:t> </a:t>
            </a:r>
            <a:r>
              <a:rPr lang="zh-CN" altLang="en-US" sz="3200" dirty="0">
                <a:latin typeface="楷体_GB2312" pitchFamily="49" charset="-122"/>
              </a:rPr>
              <a:t>参数和方程</a:t>
            </a:r>
            <a:endParaRPr lang="zh-CN" altLang="en-US" sz="3200" dirty="0">
              <a:latin typeface="楷体_GB2312" pitchFamily="49" charset="-122"/>
            </a:endParaRPr>
          </a:p>
        </p:txBody>
      </p:sp>
      <p:graphicFrame>
        <p:nvGraphicFramePr>
          <p:cNvPr id="5127" name="Object 7"/>
          <p:cNvGraphicFramePr/>
          <p:nvPr/>
        </p:nvGraphicFramePr>
        <p:xfrm>
          <a:off x="1692275" y="1916113"/>
          <a:ext cx="2811463" cy="1257300"/>
        </p:xfrm>
        <a:graphic>
          <a:graphicData uri="http://schemas.openxmlformats.org/presentationml/2006/ole">
            <mc:AlternateContent xmlns:mc="http://schemas.openxmlformats.org/markup-compatibility/2006">
              <mc:Choice xmlns:v="urn:schemas-microsoft-com:vml" Requires="v">
                <p:oleObj spid="_x0000_s3215" name="" r:id="rId1" imgW="1218565" imgH="546100" progId="Equation.3">
                  <p:embed/>
                </p:oleObj>
              </mc:Choice>
              <mc:Fallback>
                <p:oleObj name="" r:id="rId1" imgW="1218565" imgH="546100" progId="Equation.3">
                  <p:embed/>
                  <p:pic>
                    <p:nvPicPr>
                      <p:cNvPr id="0" name="图片 3214"/>
                      <p:cNvPicPr/>
                      <p:nvPr/>
                    </p:nvPicPr>
                    <p:blipFill>
                      <a:blip r:embed="rId2">
                        <a:clrChange>
                          <a:clrFrom>
                            <a:srgbClr val="000000"/>
                          </a:clrFrom>
                          <a:clrTo>
                            <a:srgbClr val="FFFFFF"/>
                          </a:clrTo>
                        </a:clrChange>
                      </a:blip>
                      <a:stretch>
                        <a:fillRect/>
                      </a:stretch>
                    </p:blipFill>
                    <p:spPr>
                      <a:xfrm>
                        <a:off x="1692275" y="1916113"/>
                        <a:ext cx="2811463" cy="1257300"/>
                      </a:xfrm>
                      <a:prstGeom prst="rect">
                        <a:avLst/>
                      </a:prstGeom>
                      <a:noFill/>
                      <a:ln w="38100">
                        <a:noFill/>
                        <a:miter/>
                      </a:ln>
                    </p:spPr>
                  </p:pic>
                </p:oleObj>
              </mc:Fallback>
            </mc:AlternateContent>
          </a:graphicData>
        </a:graphic>
      </p:graphicFrame>
      <p:sp>
        <p:nvSpPr>
          <p:cNvPr id="5128" name="Text Box 8"/>
          <p:cNvSpPr txBox="1"/>
          <p:nvPr/>
        </p:nvSpPr>
        <p:spPr>
          <a:xfrm>
            <a:off x="539750" y="2133600"/>
            <a:ext cx="1655763"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定义：</a:t>
            </a:r>
            <a:endParaRPr lang="zh-CN" altLang="en-US" dirty="0">
              <a:solidFill>
                <a:srgbClr val="FFFF00"/>
              </a:solidFill>
              <a:latin typeface="Times New Roman" panose="02020603050405020304" pitchFamily="18" charset="0"/>
            </a:endParaRPr>
          </a:p>
        </p:txBody>
      </p:sp>
      <p:sp>
        <p:nvSpPr>
          <p:cNvPr id="5153" name="Text Box 33"/>
          <p:cNvSpPr txBox="1"/>
          <p:nvPr/>
        </p:nvSpPr>
        <p:spPr>
          <a:xfrm>
            <a:off x="1258888" y="5362575"/>
            <a:ext cx="7489825" cy="946150"/>
          </a:xfrm>
          <a:prstGeom prst="rect">
            <a:avLst/>
          </a:prstGeom>
          <a:noFill/>
          <a:ln w="9525">
            <a:noFill/>
          </a:ln>
        </p:spPr>
        <p:txBody>
          <a:bodyPr>
            <a:spAutoFit/>
          </a:bodyPr>
          <a:p>
            <a:pPr>
              <a:spcBef>
                <a:spcPct val="50000"/>
              </a:spcBef>
            </a:pPr>
            <a:r>
              <a:rPr lang="en-US" altLang="zh-CN" b="0" i="1" dirty="0">
                <a:solidFill>
                  <a:srgbClr val="FFFF00"/>
                </a:solidFill>
                <a:latin typeface="Times New Roman" panose="02020603050405020304" pitchFamily="18" charset="0"/>
                <a:ea typeface="仿宋_GB2312" pitchFamily="49" charset="-122"/>
              </a:rPr>
              <a:t>        </a:t>
            </a:r>
            <a:r>
              <a:rPr lang="en-US" altLang="zh-CN" b="0" i="1" dirty="0">
                <a:latin typeface="Times New Roman" panose="02020603050405020304" pitchFamily="18" charset="0"/>
                <a:ea typeface="仿宋_GB2312" pitchFamily="49" charset="-122"/>
              </a:rPr>
              <a:t>T</a:t>
            </a:r>
            <a:r>
              <a:rPr lang="en-US" altLang="zh-CN" b="0" dirty="0">
                <a:solidFill>
                  <a:srgbClr val="FFFF00"/>
                </a:solidFill>
                <a:latin typeface="Times New Roman" panose="02020603050405020304" pitchFamily="18" charset="0"/>
                <a:ea typeface="仿宋_GB2312" pitchFamily="49" charset="-122"/>
              </a:rPr>
              <a:t> </a:t>
            </a:r>
            <a:r>
              <a:rPr lang="zh-CN" altLang="en-US" dirty="0">
                <a:solidFill>
                  <a:srgbClr val="FFFF00"/>
                </a:solidFill>
                <a:latin typeface="楷体_GB2312" pitchFamily="49" charset="-122"/>
              </a:rPr>
              <a:t>参数也称为传输参数，反映输入和输出之间的关系。</a:t>
            </a:r>
            <a:endParaRPr lang="zh-CN" altLang="en-US" dirty="0">
              <a:solidFill>
                <a:srgbClr val="FFFF00"/>
              </a:solidFill>
              <a:latin typeface="楷体_GB2312" pitchFamily="49" charset="-122"/>
            </a:endParaRPr>
          </a:p>
        </p:txBody>
      </p:sp>
      <p:graphicFrame>
        <p:nvGraphicFramePr>
          <p:cNvPr id="5154" name="Object 34"/>
          <p:cNvGraphicFramePr/>
          <p:nvPr/>
        </p:nvGraphicFramePr>
        <p:xfrm>
          <a:off x="1331913" y="3284538"/>
          <a:ext cx="2808287" cy="1243012"/>
        </p:xfrm>
        <a:graphic>
          <a:graphicData uri="http://schemas.openxmlformats.org/presentationml/2006/ole">
            <mc:AlternateContent xmlns:mc="http://schemas.openxmlformats.org/markup-compatibility/2006">
              <mc:Choice xmlns:v="urn:schemas-microsoft-com:vml" Requires="v">
                <p:oleObj spid="_x0000_s3214" name="" r:id="rId3" imgW="964565" imgH="482600" progId="Equation.DSMT4">
                  <p:embed/>
                </p:oleObj>
              </mc:Choice>
              <mc:Fallback>
                <p:oleObj name="" r:id="rId3" imgW="964565" imgH="482600" progId="Equation.DSMT4">
                  <p:embed/>
                  <p:pic>
                    <p:nvPicPr>
                      <p:cNvPr id="0" name="图片 3213"/>
                      <p:cNvPicPr/>
                      <p:nvPr/>
                    </p:nvPicPr>
                    <p:blipFill>
                      <a:blip r:embed="rId4">
                        <a:clrChange>
                          <a:clrFrom>
                            <a:srgbClr val="000000"/>
                          </a:clrFrom>
                          <a:clrTo>
                            <a:srgbClr val="FFFFFF"/>
                          </a:clrTo>
                        </a:clrChange>
                      </a:blip>
                      <a:stretch>
                        <a:fillRect/>
                      </a:stretch>
                    </p:blipFill>
                    <p:spPr>
                      <a:xfrm>
                        <a:off x="1331913" y="3284538"/>
                        <a:ext cx="2808287" cy="1243012"/>
                      </a:xfrm>
                      <a:prstGeom prst="rect">
                        <a:avLst/>
                      </a:prstGeom>
                      <a:noFill/>
                      <a:ln w="38100">
                        <a:noFill/>
                        <a:miter/>
                      </a:ln>
                    </p:spPr>
                  </p:pic>
                </p:oleObj>
              </mc:Fallback>
            </mc:AlternateContent>
          </a:graphicData>
        </a:graphic>
      </p:graphicFrame>
      <p:sp>
        <p:nvSpPr>
          <p:cNvPr id="5155" name="Line 35"/>
          <p:cNvSpPr/>
          <p:nvPr/>
        </p:nvSpPr>
        <p:spPr>
          <a:xfrm>
            <a:off x="539750" y="3790950"/>
            <a:ext cx="719138" cy="0"/>
          </a:xfrm>
          <a:prstGeom prst="line">
            <a:avLst/>
          </a:prstGeom>
          <a:ln w="76200" cap="flat" cmpd="sng">
            <a:solidFill>
              <a:srgbClr val="3399FF"/>
            </a:solidFill>
            <a:prstDash val="solid"/>
            <a:headEnd type="none" w="med" len="med"/>
            <a:tailEnd type="triangle" w="med" len="med"/>
          </a:ln>
        </p:spPr>
      </p:sp>
      <p:graphicFrame>
        <p:nvGraphicFramePr>
          <p:cNvPr id="5156" name="Object 36"/>
          <p:cNvGraphicFramePr/>
          <p:nvPr/>
        </p:nvGraphicFramePr>
        <p:xfrm>
          <a:off x="5376863" y="3184525"/>
          <a:ext cx="2074862" cy="1112838"/>
        </p:xfrm>
        <a:graphic>
          <a:graphicData uri="http://schemas.openxmlformats.org/presentationml/2006/ole">
            <mc:AlternateContent xmlns:mc="http://schemas.openxmlformats.org/markup-compatibility/2006">
              <mc:Choice xmlns:v="urn:schemas-microsoft-com:vml" Requires="v">
                <p:oleObj spid="_x0000_s3180" name="" r:id="rId5" imgW="850265" imgH="457200" progId="Equation.DSMT4">
                  <p:embed/>
                </p:oleObj>
              </mc:Choice>
              <mc:Fallback>
                <p:oleObj name="" r:id="rId5" imgW="850265" imgH="457200" progId="Equation.DSMT4">
                  <p:embed/>
                  <p:pic>
                    <p:nvPicPr>
                      <p:cNvPr id="0" name="图片 3179"/>
                      <p:cNvPicPr/>
                      <p:nvPr/>
                    </p:nvPicPr>
                    <p:blipFill>
                      <a:blip r:embed="rId6">
                        <a:clrChange>
                          <a:clrFrom>
                            <a:srgbClr val="000000"/>
                          </a:clrFrom>
                          <a:clrTo>
                            <a:srgbClr val="FFFFFF"/>
                          </a:clrTo>
                        </a:clrChange>
                      </a:blip>
                      <a:stretch>
                        <a:fillRect/>
                      </a:stretch>
                    </p:blipFill>
                    <p:spPr>
                      <a:xfrm>
                        <a:off x="5376863" y="3184525"/>
                        <a:ext cx="2074862" cy="1112838"/>
                      </a:xfrm>
                      <a:prstGeom prst="rect">
                        <a:avLst/>
                      </a:prstGeom>
                      <a:noFill/>
                      <a:ln w="38100">
                        <a:noFill/>
                        <a:miter/>
                      </a:ln>
                    </p:spPr>
                  </p:pic>
                </p:oleObj>
              </mc:Fallback>
            </mc:AlternateContent>
          </a:graphicData>
        </a:graphic>
      </p:graphicFrame>
      <p:sp>
        <p:nvSpPr>
          <p:cNvPr id="5158" name="AutoShape 38" descr="羊皮纸"/>
          <p:cNvSpPr/>
          <p:nvPr/>
        </p:nvSpPr>
        <p:spPr>
          <a:xfrm>
            <a:off x="6516688" y="4724400"/>
            <a:ext cx="2232025" cy="576263"/>
          </a:xfrm>
          <a:prstGeom prst="wedgeRoundRectCallout">
            <a:avLst>
              <a:gd name="adj1" fmla="val -59319"/>
              <a:gd name="adj2" fmla="val -133745"/>
              <a:gd name="adj3" fmla="val 16667"/>
            </a:avLst>
          </a:prstGeom>
          <a:blipFill rotWithShape="1">
            <a:blip r:embed="rId7"/>
          </a:blipFill>
          <a:ln w="9525">
            <a:noFill/>
          </a:ln>
        </p:spPr>
        <p:txBody>
          <a:bodyPr/>
          <a:p>
            <a:pPr algn="ctr"/>
            <a:r>
              <a:rPr lang="en-US" altLang="zh-CN" b="0" i="1" dirty="0">
                <a:solidFill>
                  <a:schemeClr val="tx1"/>
                </a:solidFill>
                <a:latin typeface="Times New Roman" panose="02020603050405020304" pitchFamily="18" charset="0"/>
              </a:rPr>
              <a:t>T</a:t>
            </a:r>
            <a:r>
              <a:rPr lang="en-US" altLang="zh-TW" b="0" dirty="0">
                <a:solidFill>
                  <a:schemeClr val="tx1"/>
                </a:solidFill>
                <a:latin typeface="Times New Roman" panose="02020603050405020304" pitchFamily="18" charset="0"/>
              </a:rPr>
              <a:t> </a:t>
            </a:r>
            <a:r>
              <a:rPr lang="zh-CN" altLang="en-US" dirty="0">
                <a:solidFill>
                  <a:schemeClr val="tx1"/>
                </a:solidFill>
                <a:latin typeface="楷体_GB2312" pitchFamily="49" charset="-122"/>
              </a:rPr>
              <a:t>参数矩阵</a:t>
            </a:r>
            <a:endParaRPr lang="zh-CN" altLang="en-US" dirty="0">
              <a:solidFill>
                <a:schemeClr val="tx1"/>
              </a:solidFill>
              <a:latin typeface="楷体_GB2312" pitchFamily="49" charset="-122"/>
            </a:endParaRPr>
          </a:p>
        </p:txBody>
      </p:sp>
      <p:sp>
        <p:nvSpPr>
          <p:cNvPr id="5160" name="AutoShape 40" descr="羊皮纸"/>
          <p:cNvSpPr/>
          <p:nvPr/>
        </p:nvSpPr>
        <p:spPr>
          <a:xfrm>
            <a:off x="3924300" y="4724400"/>
            <a:ext cx="1943100" cy="576263"/>
          </a:xfrm>
          <a:prstGeom prst="wedgeRoundRectCallout">
            <a:avLst>
              <a:gd name="adj1" fmla="val -53921"/>
              <a:gd name="adj2" fmla="val -106472"/>
              <a:gd name="adj3" fmla="val 16667"/>
            </a:avLst>
          </a:prstGeom>
          <a:blipFill rotWithShape="1">
            <a:blip r:embed="rId7"/>
          </a:blipFill>
          <a:ln w="9525">
            <a:noFill/>
          </a:ln>
        </p:spPr>
        <p:txBody>
          <a:bodyPr/>
          <a:p>
            <a:pPr algn="ctr"/>
            <a:r>
              <a:rPr lang="zh-CN" altLang="en-US" dirty="0">
                <a:solidFill>
                  <a:schemeClr val="tx1"/>
                </a:solidFill>
                <a:latin typeface="Arial" panose="020B0604020202020204" pitchFamily="34" charset="0"/>
              </a:rPr>
              <a:t>注意负号</a:t>
            </a:r>
            <a:endParaRPr lang="zh-CN" altLang="en-US" dirty="0">
              <a:solidFill>
                <a:schemeClr val="tx1"/>
              </a:solidFill>
              <a:latin typeface="Arial" panose="020B0604020202020204" pitchFamily="34" charset="0"/>
            </a:endParaRPr>
          </a:p>
        </p:txBody>
      </p:sp>
      <p:sp>
        <p:nvSpPr>
          <p:cNvPr id="5161" name="Text Box 41"/>
          <p:cNvSpPr txBox="1"/>
          <p:nvPr/>
        </p:nvSpPr>
        <p:spPr>
          <a:xfrm>
            <a:off x="611188" y="1268413"/>
            <a:ext cx="2951162" cy="519112"/>
          </a:xfrm>
          <a:prstGeom prst="rect">
            <a:avLst/>
          </a:prstGeom>
          <a:noFill/>
          <a:ln w="28575">
            <a:noFill/>
          </a:ln>
        </p:spPr>
        <p:txBody>
          <a:bodyPr>
            <a:spAutoFit/>
          </a:bodyPr>
          <a:p>
            <a:pPr marL="342900" indent="-342900">
              <a:spcBef>
                <a:spcPct val="50000"/>
              </a:spcBef>
              <a:buAutoNum type="circleNumDbPlain"/>
            </a:pPr>
            <a:r>
              <a:rPr lang="en-US" altLang="zh-CN" dirty="0">
                <a:solidFill>
                  <a:srgbClr val="FF9900"/>
                </a:solidFill>
                <a:latin typeface="Times New Roman" panose="02020603050405020304" pitchFamily="18" charset="0"/>
              </a:rPr>
              <a:t> </a:t>
            </a:r>
            <a:r>
              <a:rPr lang="en-US" altLang="zh-CN" b="0" i="1" dirty="0">
                <a:solidFill>
                  <a:srgbClr val="FF9900"/>
                </a:solidFill>
                <a:latin typeface="Times New Roman" panose="02020603050405020304" pitchFamily="18" charset="0"/>
              </a:rPr>
              <a:t>T</a:t>
            </a:r>
            <a:r>
              <a:rPr lang="en-US" altLang="zh-CN" b="0" dirty="0">
                <a:solidFill>
                  <a:srgbClr val="FF9900"/>
                </a:solidFill>
                <a:latin typeface="Times New Roman" panose="02020603050405020304" pitchFamily="18" charset="0"/>
              </a:rPr>
              <a:t> </a:t>
            </a:r>
            <a:r>
              <a:rPr lang="zh-CN" altLang="en-US" dirty="0">
                <a:solidFill>
                  <a:srgbClr val="FF9900"/>
                </a:solidFill>
                <a:latin typeface="楷体_GB2312" pitchFamily="49" charset="-122"/>
              </a:rPr>
              <a:t>参数和方程</a:t>
            </a:r>
            <a:endParaRPr lang="zh-CN" altLang="en-US" dirty="0">
              <a:solidFill>
                <a:srgbClr val="FF9900"/>
              </a:solidFill>
              <a:latin typeface="楷体_GB2312" pitchFamily="49" charset="-122"/>
            </a:endParaRPr>
          </a:p>
        </p:txBody>
      </p:sp>
      <p:grpSp>
        <p:nvGrpSpPr>
          <p:cNvPr id="21520" name="Group 46"/>
          <p:cNvGrpSpPr/>
          <p:nvPr/>
        </p:nvGrpSpPr>
        <p:grpSpPr>
          <a:xfrm>
            <a:off x="8316913" y="6446838"/>
            <a:ext cx="792162" cy="366712"/>
            <a:chOff x="5193" y="4020"/>
            <a:chExt cx="499" cy="231"/>
          </a:xfrm>
        </p:grpSpPr>
        <p:pic>
          <p:nvPicPr>
            <p:cNvPr id="21547" name="Picture 47" descr="78900"/>
            <p:cNvPicPr>
              <a:picLocks noChangeAspect="1"/>
            </p:cNvPicPr>
            <p:nvPr/>
          </p:nvPicPr>
          <p:blipFill>
            <a:blip r:embed="rId8"/>
            <a:stretch>
              <a:fillRect/>
            </a:stretch>
          </p:blipFill>
          <p:spPr>
            <a:xfrm>
              <a:off x="5193" y="4066"/>
              <a:ext cx="499" cy="181"/>
            </a:xfrm>
            <a:prstGeom prst="rect">
              <a:avLst/>
            </a:prstGeom>
            <a:noFill/>
            <a:ln w="9525">
              <a:noFill/>
            </a:ln>
          </p:spPr>
        </p:pic>
        <p:sp>
          <p:nvSpPr>
            <p:cNvPr id="21548" name="Text Box 4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1521" name="Group 49"/>
          <p:cNvGrpSpPr/>
          <p:nvPr/>
        </p:nvGrpSpPr>
        <p:grpSpPr>
          <a:xfrm>
            <a:off x="7453313" y="6446838"/>
            <a:ext cx="792162" cy="366712"/>
            <a:chOff x="4649" y="4020"/>
            <a:chExt cx="499" cy="231"/>
          </a:xfrm>
        </p:grpSpPr>
        <p:pic>
          <p:nvPicPr>
            <p:cNvPr id="21545" name="Picture 50" descr="78900"/>
            <p:cNvPicPr>
              <a:picLocks noChangeAspect="1"/>
            </p:cNvPicPr>
            <p:nvPr/>
          </p:nvPicPr>
          <p:blipFill>
            <a:blip r:embed="rId8"/>
            <a:stretch>
              <a:fillRect/>
            </a:stretch>
          </p:blipFill>
          <p:spPr>
            <a:xfrm>
              <a:off x="4649" y="4066"/>
              <a:ext cx="499" cy="181"/>
            </a:xfrm>
            <a:prstGeom prst="rect">
              <a:avLst/>
            </a:prstGeom>
            <a:noFill/>
            <a:ln w="9525">
              <a:noFill/>
            </a:ln>
          </p:spPr>
        </p:pic>
        <p:sp>
          <p:nvSpPr>
            <p:cNvPr id="21546" name="Text Box 5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72"/>
          <p:cNvGrpSpPr/>
          <p:nvPr/>
        </p:nvGrpSpPr>
        <p:grpSpPr>
          <a:xfrm>
            <a:off x="395288" y="5099050"/>
            <a:ext cx="1644650" cy="850900"/>
            <a:chOff x="385" y="3022"/>
            <a:chExt cx="1036" cy="536"/>
          </a:xfrm>
        </p:grpSpPr>
        <p:pic>
          <p:nvPicPr>
            <p:cNvPr id="21543" name="Picture 73" descr="123"/>
            <p:cNvPicPr>
              <a:picLocks noChangeAspect="1"/>
            </p:cNvPicPr>
            <p:nvPr/>
          </p:nvPicPr>
          <p:blipFill>
            <a:blip r:embed="rId9"/>
            <a:stretch>
              <a:fillRect/>
            </a:stretch>
          </p:blipFill>
          <p:spPr>
            <a:xfrm>
              <a:off x="385" y="3022"/>
              <a:ext cx="590" cy="536"/>
            </a:xfrm>
            <a:prstGeom prst="rect">
              <a:avLst/>
            </a:prstGeom>
            <a:noFill/>
            <a:ln w="9525">
              <a:noFill/>
            </a:ln>
          </p:spPr>
        </p:pic>
        <p:sp>
          <p:nvSpPr>
            <p:cNvPr id="21544" name="Text Box 74"/>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21523" name="Group 78"/>
          <p:cNvGrpSpPr/>
          <p:nvPr/>
        </p:nvGrpSpPr>
        <p:grpSpPr>
          <a:xfrm>
            <a:off x="6588125" y="6446838"/>
            <a:ext cx="792163" cy="366712"/>
            <a:chOff x="4649" y="4020"/>
            <a:chExt cx="499" cy="231"/>
          </a:xfrm>
        </p:grpSpPr>
        <p:pic>
          <p:nvPicPr>
            <p:cNvPr id="21541" name="Picture 79" descr="78900"/>
            <p:cNvPicPr>
              <a:picLocks noChangeAspect="1"/>
            </p:cNvPicPr>
            <p:nvPr/>
          </p:nvPicPr>
          <p:blipFill>
            <a:blip r:embed="rId8"/>
            <a:stretch>
              <a:fillRect/>
            </a:stretch>
          </p:blipFill>
          <p:spPr>
            <a:xfrm>
              <a:off x="4649" y="4066"/>
              <a:ext cx="499" cy="181"/>
            </a:xfrm>
            <a:prstGeom prst="rect">
              <a:avLst/>
            </a:prstGeom>
            <a:noFill/>
            <a:ln w="9525">
              <a:noFill/>
            </a:ln>
          </p:spPr>
        </p:pic>
        <p:sp>
          <p:nvSpPr>
            <p:cNvPr id="21542" name="Text Box 8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6" name="Group 85"/>
          <p:cNvGrpSpPr/>
          <p:nvPr/>
        </p:nvGrpSpPr>
        <p:grpSpPr>
          <a:xfrm>
            <a:off x="4773613" y="606425"/>
            <a:ext cx="3695700" cy="1885950"/>
            <a:chOff x="3007" y="382"/>
            <a:chExt cx="2328" cy="1188"/>
          </a:xfrm>
        </p:grpSpPr>
        <p:sp>
          <p:nvSpPr>
            <p:cNvPr id="21525" name="Line 56"/>
            <p:cNvSpPr/>
            <p:nvPr/>
          </p:nvSpPr>
          <p:spPr>
            <a:xfrm>
              <a:off x="4409" y="755"/>
              <a:ext cx="742" cy="1"/>
            </a:xfrm>
            <a:prstGeom prst="line">
              <a:avLst/>
            </a:prstGeom>
            <a:ln w="28575" cap="flat" cmpd="sng">
              <a:solidFill>
                <a:srgbClr val="FFCC00"/>
              </a:solidFill>
              <a:prstDash val="solid"/>
              <a:headEnd type="none" w="med" len="med"/>
              <a:tailEnd type="none" w="med" len="med"/>
            </a:ln>
          </p:spPr>
        </p:sp>
        <p:sp>
          <p:nvSpPr>
            <p:cNvPr id="21526" name="Line 57"/>
            <p:cNvSpPr/>
            <p:nvPr/>
          </p:nvSpPr>
          <p:spPr>
            <a:xfrm>
              <a:off x="4409" y="1451"/>
              <a:ext cx="742" cy="1"/>
            </a:xfrm>
            <a:prstGeom prst="line">
              <a:avLst/>
            </a:prstGeom>
            <a:ln w="28575" cap="flat" cmpd="sng">
              <a:solidFill>
                <a:srgbClr val="FFCC00"/>
              </a:solidFill>
              <a:prstDash val="solid"/>
              <a:headEnd type="none" w="med" len="med"/>
              <a:tailEnd type="none" w="med" len="med"/>
            </a:ln>
          </p:spPr>
        </p:sp>
        <p:sp>
          <p:nvSpPr>
            <p:cNvPr id="21527" name="Line 58"/>
            <p:cNvSpPr/>
            <p:nvPr/>
          </p:nvSpPr>
          <p:spPr>
            <a:xfrm flipH="1">
              <a:off x="4649" y="754"/>
              <a:ext cx="294" cy="0"/>
            </a:xfrm>
            <a:prstGeom prst="line">
              <a:avLst/>
            </a:prstGeom>
            <a:ln w="28575" cap="flat" cmpd="sng">
              <a:solidFill>
                <a:srgbClr val="00FFFF"/>
              </a:solidFill>
              <a:prstDash val="solid"/>
              <a:headEnd type="none" w="med" len="med"/>
              <a:tailEnd type="triangle" w="med" len="med"/>
            </a:ln>
          </p:spPr>
        </p:sp>
        <p:sp>
          <p:nvSpPr>
            <p:cNvPr id="21528" name="Text Box 59"/>
            <p:cNvSpPr txBox="1"/>
            <p:nvPr/>
          </p:nvSpPr>
          <p:spPr>
            <a:xfrm>
              <a:off x="5024" y="70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1529" name="Text Box 60"/>
            <p:cNvSpPr txBox="1"/>
            <p:nvPr/>
          </p:nvSpPr>
          <p:spPr>
            <a:xfrm>
              <a:off x="5017" y="118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1509" name="Object 61"/>
            <p:cNvGraphicFramePr/>
            <p:nvPr/>
          </p:nvGraphicFramePr>
          <p:xfrm>
            <a:off x="4703" y="382"/>
            <a:ext cx="240" cy="370"/>
          </p:xfrm>
          <a:graphic>
            <a:graphicData uri="http://schemas.openxmlformats.org/presentationml/2006/ole">
              <mc:AlternateContent xmlns:mc="http://schemas.openxmlformats.org/markup-compatibility/2006">
                <mc:Choice xmlns:v="urn:schemas-microsoft-com:vml" Requires="v">
                  <p:oleObj spid="_x0000_s3184" name="" r:id="rId10" imgW="190500" imgH="292100" progId="Equation.3">
                    <p:embed/>
                  </p:oleObj>
                </mc:Choice>
                <mc:Fallback>
                  <p:oleObj name="" r:id="rId10" imgW="190500" imgH="292100" progId="Equation.3">
                    <p:embed/>
                    <p:pic>
                      <p:nvPicPr>
                        <p:cNvPr id="0" name="图片 3183"/>
                        <p:cNvPicPr/>
                        <p:nvPr/>
                      </p:nvPicPr>
                      <p:blipFill>
                        <a:blip r:embed="rId11">
                          <a:clrChange>
                            <a:clrFrom>
                              <a:srgbClr val="000000"/>
                            </a:clrFrom>
                            <a:clrTo>
                              <a:srgbClr val="FFFFFF"/>
                            </a:clrTo>
                          </a:clrChange>
                        </a:blip>
                        <a:stretch>
                          <a:fillRect/>
                        </a:stretch>
                      </p:blipFill>
                      <p:spPr>
                        <a:xfrm>
                          <a:off x="4703" y="382"/>
                          <a:ext cx="240" cy="370"/>
                        </a:xfrm>
                        <a:prstGeom prst="rect">
                          <a:avLst/>
                        </a:prstGeom>
                        <a:noFill/>
                        <a:ln w="38100">
                          <a:noFill/>
                          <a:miter/>
                        </a:ln>
                      </p:spPr>
                    </p:pic>
                  </p:oleObj>
                </mc:Fallback>
              </mc:AlternateContent>
            </a:graphicData>
          </a:graphic>
        </p:graphicFrame>
        <p:graphicFrame>
          <p:nvGraphicFramePr>
            <p:cNvPr id="21510" name="Object 62"/>
            <p:cNvGraphicFramePr/>
            <p:nvPr/>
          </p:nvGraphicFramePr>
          <p:xfrm>
            <a:off x="5031" y="890"/>
            <a:ext cx="304" cy="370"/>
          </p:xfrm>
          <a:graphic>
            <a:graphicData uri="http://schemas.openxmlformats.org/presentationml/2006/ole">
              <mc:AlternateContent xmlns:mc="http://schemas.openxmlformats.org/markup-compatibility/2006">
                <mc:Choice xmlns:v="urn:schemas-microsoft-com:vml" Requires="v">
                  <p:oleObj spid="_x0000_s3181" name="" r:id="rId12" imgW="241300" imgH="292100" progId="Equation.3">
                    <p:embed/>
                  </p:oleObj>
                </mc:Choice>
                <mc:Fallback>
                  <p:oleObj name="" r:id="rId12" imgW="241300" imgH="292100" progId="Equation.3">
                    <p:embed/>
                    <p:pic>
                      <p:nvPicPr>
                        <p:cNvPr id="0" name="图片 3180"/>
                        <p:cNvPicPr/>
                        <p:nvPr/>
                      </p:nvPicPr>
                      <p:blipFill>
                        <a:blip r:embed="rId13">
                          <a:clrChange>
                            <a:clrFrom>
                              <a:srgbClr val="000000"/>
                            </a:clrFrom>
                            <a:clrTo>
                              <a:srgbClr val="FFFFFF"/>
                            </a:clrTo>
                          </a:clrChange>
                        </a:blip>
                        <a:stretch>
                          <a:fillRect/>
                        </a:stretch>
                      </p:blipFill>
                      <p:spPr>
                        <a:xfrm>
                          <a:off x="5031" y="890"/>
                          <a:ext cx="304" cy="370"/>
                        </a:xfrm>
                        <a:prstGeom prst="rect">
                          <a:avLst/>
                        </a:prstGeom>
                        <a:noFill/>
                        <a:ln w="38100">
                          <a:noFill/>
                          <a:miter/>
                        </a:ln>
                      </p:spPr>
                    </p:pic>
                  </p:oleObj>
                </mc:Fallback>
              </mc:AlternateContent>
            </a:graphicData>
          </a:graphic>
        </p:graphicFrame>
        <p:sp>
          <p:nvSpPr>
            <p:cNvPr id="21530" name="Line 63"/>
            <p:cNvSpPr/>
            <p:nvPr/>
          </p:nvSpPr>
          <p:spPr>
            <a:xfrm>
              <a:off x="3077" y="760"/>
              <a:ext cx="742" cy="1"/>
            </a:xfrm>
            <a:prstGeom prst="line">
              <a:avLst/>
            </a:prstGeom>
            <a:ln w="28575" cap="flat" cmpd="sng">
              <a:solidFill>
                <a:srgbClr val="FFCC00"/>
              </a:solidFill>
              <a:prstDash val="solid"/>
              <a:headEnd type="none" w="med" len="med"/>
              <a:tailEnd type="none" w="med" len="med"/>
            </a:ln>
          </p:spPr>
        </p:sp>
        <p:sp>
          <p:nvSpPr>
            <p:cNvPr id="21531" name="Line 64"/>
            <p:cNvSpPr/>
            <p:nvPr/>
          </p:nvSpPr>
          <p:spPr>
            <a:xfrm>
              <a:off x="3093" y="1435"/>
              <a:ext cx="726" cy="5"/>
            </a:xfrm>
            <a:prstGeom prst="line">
              <a:avLst/>
            </a:prstGeom>
            <a:ln w="28575" cap="flat" cmpd="sng">
              <a:solidFill>
                <a:srgbClr val="FFCC00"/>
              </a:solidFill>
              <a:prstDash val="solid"/>
              <a:headEnd type="none" w="med" len="med"/>
              <a:tailEnd type="none" w="med" len="med"/>
            </a:ln>
          </p:spPr>
        </p:sp>
        <p:sp>
          <p:nvSpPr>
            <p:cNvPr id="21532" name="Line 65"/>
            <p:cNvSpPr/>
            <p:nvPr/>
          </p:nvSpPr>
          <p:spPr>
            <a:xfrm>
              <a:off x="3198" y="754"/>
              <a:ext cx="294" cy="0"/>
            </a:xfrm>
            <a:prstGeom prst="line">
              <a:avLst/>
            </a:prstGeom>
            <a:ln w="28575" cap="flat" cmpd="sng">
              <a:solidFill>
                <a:srgbClr val="00FFFF"/>
              </a:solidFill>
              <a:prstDash val="solid"/>
              <a:headEnd type="none" w="med" len="med"/>
              <a:tailEnd type="triangle" w="med" len="med"/>
            </a:ln>
          </p:spPr>
        </p:sp>
        <p:sp>
          <p:nvSpPr>
            <p:cNvPr id="21533" name="Text Box 66"/>
            <p:cNvSpPr txBox="1"/>
            <p:nvPr/>
          </p:nvSpPr>
          <p:spPr>
            <a:xfrm>
              <a:off x="3016" y="70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1534" name="Text Box 67"/>
            <p:cNvSpPr txBox="1"/>
            <p:nvPr/>
          </p:nvSpPr>
          <p:spPr>
            <a:xfrm>
              <a:off x="3016" y="116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1511" name="Object 68"/>
            <p:cNvGraphicFramePr/>
            <p:nvPr/>
          </p:nvGraphicFramePr>
          <p:xfrm>
            <a:off x="3016" y="936"/>
            <a:ext cx="272" cy="370"/>
          </p:xfrm>
          <a:graphic>
            <a:graphicData uri="http://schemas.openxmlformats.org/presentationml/2006/ole">
              <mc:AlternateContent xmlns:mc="http://schemas.openxmlformats.org/markup-compatibility/2006">
                <mc:Choice xmlns:v="urn:schemas-microsoft-com:vml" Requires="v">
                  <p:oleObj spid="_x0000_s3183" name="" r:id="rId14" imgW="215900" imgH="291465" progId="Equation.3">
                    <p:embed/>
                  </p:oleObj>
                </mc:Choice>
                <mc:Fallback>
                  <p:oleObj name="" r:id="rId14" imgW="215900" imgH="291465" progId="Equation.3">
                    <p:embed/>
                    <p:pic>
                      <p:nvPicPr>
                        <p:cNvPr id="0" name="图片 3182"/>
                        <p:cNvPicPr/>
                        <p:nvPr/>
                      </p:nvPicPr>
                      <p:blipFill>
                        <a:blip r:embed="rId15">
                          <a:clrChange>
                            <a:clrFrom>
                              <a:srgbClr val="000000"/>
                            </a:clrFrom>
                            <a:clrTo>
                              <a:srgbClr val="FFFFFF"/>
                            </a:clrTo>
                          </a:clrChange>
                        </a:blip>
                        <a:stretch>
                          <a:fillRect/>
                        </a:stretch>
                      </p:blipFill>
                      <p:spPr>
                        <a:xfrm>
                          <a:off x="3016" y="936"/>
                          <a:ext cx="272" cy="370"/>
                        </a:xfrm>
                        <a:prstGeom prst="rect">
                          <a:avLst/>
                        </a:prstGeom>
                        <a:noFill/>
                        <a:ln w="38100">
                          <a:noFill/>
                          <a:miter/>
                        </a:ln>
                      </p:spPr>
                    </p:pic>
                  </p:oleObj>
                </mc:Fallback>
              </mc:AlternateContent>
            </a:graphicData>
          </a:graphic>
        </p:graphicFrame>
        <p:graphicFrame>
          <p:nvGraphicFramePr>
            <p:cNvPr id="21512" name="Object 69"/>
            <p:cNvGraphicFramePr/>
            <p:nvPr/>
          </p:nvGraphicFramePr>
          <p:xfrm>
            <a:off x="3243" y="391"/>
            <a:ext cx="208" cy="370"/>
          </p:xfrm>
          <a:graphic>
            <a:graphicData uri="http://schemas.openxmlformats.org/presentationml/2006/ole">
              <mc:AlternateContent xmlns:mc="http://schemas.openxmlformats.org/markup-compatibility/2006">
                <mc:Choice xmlns:v="urn:schemas-microsoft-com:vml" Requires="v">
                  <p:oleObj spid="_x0000_s3182" name="" r:id="rId16" imgW="165100" imgH="291465" progId="Equation.3">
                    <p:embed/>
                  </p:oleObj>
                </mc:Choice>
                <mc:Fallback>
                  <p:oleObj name="" r:id="rId16" imgW="165100" imgH="291465" progId="Equation.3">
                    <p:embed/>
                    <p:pic>
                      <p:nvPicPr>
                        <p:cNvPr id="0" name="图片 3181"/>
                        <p:cNvPicPr/>
                        <p:nvPr/>
                      </p:nvPicPr>
                      <p:blipFill>
                        <a:blip r:embed="rId17">
                          <a:clrChange>
                            <a:clrFrom>
                              <a:srgbClr val="000000"/>
                            </a:clrFrom>
                            <a:clrTo>
                              <a:srgbClr val="FFFFFF"/>
                            </a:clrTo>
                          </a:clrChange>
                        </a:blip>
                        <a:stretch>
                          <a:fillRect/>
                        </a:stretch>
                      </p:blipFill>
                      <p:spPr>
                        <a:xfrm>
                          <a:off x="3243" y="391"/>
                          <a:ext cx="208" cy="370"/>
                        </a:xfrm>
                        <a:prstGeom prst="rect">
                          <a:avLst/>
                        </a:prstGeom>
                        <a:noFill/>
                        <a:ln w="38100">
                          <a:noFill/>
                          <a:miter/>
                        </a:ln>
                      </p:spPr>
                    </p:pic>
                  </p:oleObj>
                </mc:Fallback>
              </mc:AlternateContent>
            </a:graphicData>
          </a:graphic>
        </p:graphicFrame>
        <p:sp>
          <p:nvSpPr>
            <p:cNvPr id="21535" name="Rectangle 70"/>
            <p:cNvSpPr/>
            <p:nvPr/>
          </p:nvSpPr>
          <p:spPr>
            <a:xfrm>
              <a:off x="3624" y="606"/>
              <a:ext cx="96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21536" name="Rectangle 71"/>
            <p:cNvSpPr/>
            <p:nvPr/>
          </p:nvSpPr>
          <p:spPr>
            <a:xfrm>
              <a:off x="3990" y="887"/>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sp>
          <p:nvSpPr>
            <p:cNvPr id="21537" name="Oval 81"/>
            <p:cNvSpPr/>
            <p:nvPr/>
          </p:nvSpPr>
          <p:spPr>
            <a:xfrm>
              <a:off x="5139" y="7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38" name="Oval 82"/>
            <p:cNvSpPr/>
            <p:nvPr/>
          </p:nvSpPr>
          <p:spPr>
            <a:xfrm>
              <a:off x="5157" y="141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39" name="Oval 83"/>
            <p:cNvSpPr/>
            <p:nvPr/>
          </p:nvSpPr>
          <p:spPr>
            <a:xfrm>
              <a:off x="3007" y="7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40" name="Oval 84"/>
            <p:cNvSpPr/>
            <p:nvPr/>
          </p:nvSpPr>
          <p:spPr>
            <a:xfrm>
              <a:off x="3034" y="139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additive="base">
                                        <p:cTn id="7" dur="500" fill="hold"/>
                                        <p:tgtEl>
                                          <p:spTgt spid="5126"/>
                                        </p:tgtEl>
                                        <p:attrNameLst>
                                          <p:attrName>ppt_x</p:attrName>
                                        </p:attrNameLst>
                                      </p:cBhvr>
                                      <p:tavLst>
                                        <p:tav tm="0">
                                          <p:val>
                                            <p:strVal val="0-#ppt_w/2"/>
                                          </p:val>
                                        </p:tav>
                                        <p:tav tm="100000">
                                          <p:val>
                                            <p:strVal val="#ppt_x"/>
                                          </p:val>
                                        </p:tav>
                                      </p:tavLst>
                                    </p:anim>
                                    <p:anim calcmode="lin" valueType="num">
                                      <p:cBhvr additive="base">
                                        <p:cTn id="8" dur="500" fill="hold"/>
                                        <p:tgtEl>
                                          <p:spTgt spid="51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61"/>
                                        </p:tgtEl>
                                        <p:attrNameLst>
                                          <p:attrName>style.visibility</p:attrName>
                                        </p:attrNameLst>
                                      </p:cBhvr>
                                      <p:to>
                                        <p:strVal val="visible"/>
                                      </p:to>
                                    </p:set>
                                    <p:anim calcmode="lin" valueType="num">
                                      <p:cBhvr additive="base">
                                        <p:cTn id="13" dur="500" fill="hold"/>
                                        <p:tgtEl>
                                          <p:spTgt spid="5161"/>
                                        </p:tgtEl>
                                        <p:attrNameLst>
                                          <p:attrName>ppt_x</p:attrName>
                                        </p:attrNameLst>
                                      </p:cBhvr>
                                      <p:tavLst>
                                        <p:tav tm="0">
                                          <p:val>
                                            <p:strVal val="0-#ppt_w/2"/>
                                          </p:val>
                                        </p:tav>
                                        <p:tav tm="100000">
                                          <p:val>
                                            <p:strVal val="#ppt_x"/>
                                          </p:val>
                                        </p:tav>
                                      </p:tavLst>
                                    </p:anim>
                                    <p:anim calcmode="lin" valueType="num">
                                      <p:cBhvr additive="base">
                                        <p:cTn id="14" dur="500" fill="hold"/>
                                        <p:tgtEl>
                                          <p:spTgt spid="51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linds(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128">
                                            <p:txEl>
                                              <p:charRg st="0" end="4"/>
                                            </p:txEl>
                                          </p:spTgt>
                                        </p:tgtEl>
                                        <p:attrNameLst>
                                          <p:attrName>style.visibility</p:attrName>
                                        </p:attrNameLst>
                                      </p:cBhvr>
                                      <p:to>
                                        <p:strVal val="visible"/>
                                      </p:to>
                                    </p:set>
                                    <p:animEffect transition="in" filter="blinds(horizontal)">
                                      <p:cBhvr>
                                        <p:cTn id="24" dur="500"/>
                                        <p:tgtEl>
                                          <p:spTgt spid="5128">
                                            <p:txEl>
                                              <p:charRg st="0" end="4"/>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5127"/>
                                        </p:tgtEl>
                                        <p:attrNameLst>
                                          <p:attrName>style.visibility</p:attrName>
                                        </p:attrNameLst>
                                      </p:cBhvr>
                                      <p:to>
                                        <p:strVal val="visible"/>
                                      </p:to>
                                    </p:set>
                                    <p:animEffect transition="in" filter="wipe(left)">
                                      <p:cBhvr>
                                        <p:cTn id="28" dur="500"/>
                                        <p:tgtEl>
                                          <p:spTgt spid="5127"/>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5155"/>
                                        </p:tgtEl>
                                        <p:attrNameLst>
                                          <p:attrName>style.visibility</p:attrName>
                                        </p:attrNameLst>
                                      </p:cBhvr>
                                      <p:to>
                                        <p:strVal val="visible"/>
                                      </p:to>
                                    </p:set>
                                    <p:animEffect transition="in" filter="slide(fromLeft)">
                                      <p:cBhvr>
                                        <p:cTn id="33" dur="500"/>
                                        <p:tgtEl>
                                          <p:spTgt spid="5155"/>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5154"/>
                                        </p:tgtEl>
                                        <p:attrNameLst>
                                          <p:attrName>style.visibility</p:attrName>
                                        </p:attrNameLst>
                                      </p:cBhvr>
                                      <p:to>
                                        <p:strVal val="visible"/>
                                      </p:to>
                                    </p:set>
                                    <p:animEffect transition="in" filter="wipe(left)">
                                      <p:cBhvr>
                                        <p:cTn id="37" dur="2000"/>
                                        <p:tgtEl>
                                          <p:spTgt spid="5154"/>
                                        </p:tgtEl>
                                      </p:cBhvr>
                                    </p:animEffect>
                                  </p:childTnLst>
                                </p:cTn>
                              </p:par>
                            </p:childTnLst>
                          </p:cTn>
                        </p:par>
                        <p:par>
                          <p:cTn id="38" fill="hold">
                            <p:stCondLst>
                              <p:cond delay="2500"/>
                            </p:stCondLst>
                            <p:childTnLst>
                              <p:par>
                                <p:cTn id="39" presetID="20" presetClass="entr" presetSubtype="0" fill="hold" grpId="0" nodeType="afterEffect">
                                  <p:stCondLst>
                                    <p:cond delay="0"/>
                                  </p:stCondLst>
                                  <p:childTnLst>
                                    <p:set>
                                      <p:cBhvr>
                                        <p:cTn id="40" dur="1" fill="hold">
                                          <p:stCondLst>
                                            <p:cond delay="0"/>
                                          </p:stCondLst>
                                        </p:cTn>
                                        <p:tgtEl>
                                          <p:spTgt spid="5160"/>
                                        </p:tgtEl>
                                        <p:attrNameLst>
                                          <p:attrName>style.visibility</p:attrName>
                                        </p:attrNameLst>
                                      </p:cBhvr>
                                      <p:to>
                                        <p:strVal val="visible"/>
                                      </p:to>
                                    </p:set>
                                    <p:animEffect transition="in" filter="wedge">
                                      <p:cBhvr>
                                        <p:cTn id="41" dur="2000"/>
                                        <p:tgtEl>
                                          <p:spTgt spid="5160"/>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10" fill="hold" nodeType="clickEffect">
                                  <p:stCondLst>
                                    <p:cond delay="0"/>
                                  </p:stCondLst>
                                  <p:childTnLst>
                                    <p:set>
                                      <p:cBhvr>
                                        <p:cTn id="45" dur="1" fill="hold">
                                          <p:stCondLst>
                                            <p:cond delay="0"/>
                                          </p:stCondLst>
                                        </p:cTn>
                                        <p:tgtEl>
                                          <p:spTgt spid="5156"/>
                                        </p:tgtEl>
                                        <p:attrNameLst>
                                          <p:attrName>style.visibility</p:attrName>
                                        </p:attrNameLst>
                                      </p:cBhvr>
                                      <p:to>
                                        <p:strVal val="visible"/>
                                      </p:to>
                                    </p:set>
                                    <p:anim calcmode="lin" valueType="num">
                                      <p:cBhvr>
                                        <p:cTn id="46" dur="500" fill="hold"/>
                                        <p:tgtEl>
                                          <p:spTgt spid="5156"/>
                                        </p:tgtEl>
                                        <p:attrNameLst>
                                          <p:attrName>ppt_w</p:attrName>
                                        </p:attrNameLst>
                                      </p:cBhvr>
                                      <p:tavLst>
                                        <p:tav tm="0">
                                          <p:val>
                                            <p:fltVal val="0.000000"/>
                                          </p:val>
                                        </p:tav>
                                        <p:tav tm="100000">
                                          <p:val>
                                            <p:strVal val="#ppt_w"/>
                                          </p:val>
                                        </p:tav>
                                      </p:tavLst>
                                    </p:anim>
                                    <p:anim calcmode="lin" valueType="num">
                                      <p:cBhvr>
                                        <p:cTn id="47" dur="500" fill="hold"/>
                                        <p:tgtEl>
                                          <p:spTgt spid="5156"/>
                                        </p:tgtEl>
                                        <p:attrNameLst>
                                          <p:attrName>ppt_h</p:attrName>
                                        </p:attrNameLst>
                                      </p:cBhvr>
                                      <p:tavLst>
                                        <p:tav tm="0">
                                          <p:val>
                                            <p:strVal val="#ppt_h"/>
                                          </p:val>
                                        </p:tav>
                                        <p:tav tm="100000">
                                          <p:val>
                                            <p:strVal val="#ppt_h"/>
                                          </p:val>
                                        </p:tav>
                                      </p:tavLst>
                                    </p:anim>
                                  </p:childTnLst>
                                </p:cTn>
                              </p:par>
                            </p:childTnLst>
                          </p:cTn>
                        </p:par>
                        <p:par>
                          <p:cTn id="48" fill="hold">
                            <p:stCondLst>
                              <p:cond delay="500"/>
                            </p:stCondLst>
                            <p:childTnLst>
                              <p:par>
                                <p:cTn id="49" presetID="20" presetClass="entr" presetSubtype="0" fill="hold" grpId="0" nodeType="afterEffect">
                                  <p:stCondLst>
                                    <p:cond delay="0"/>
                                  </p:stCondLst>
                                  <p:childTnLst>
                                    <p:set>
                                      <p:cBhvr>
                                        <p:cTn id="50" dur="1" fill="hold">
                                          <p:stCondLst>
                                            <p:cond delay="0"/>
                                          </p:stCondLst>
                                        </p:cTn>
                                        <p:tgtEl>
                                          <p:spTgt spid="5158"/>
                                        </p:tgtEl>
                                        <p:attrNameLst>
                                          <p:attrName>style.visibility</p:attrName>
                                        </p:attrNameLst>
                                      </p:cBhvr>
                                      <p:to>
                                        <p:strVal val="visible"/>
                                      </p:to>
                                    </p:set>
                                    <p:animEffect transition="in" filter="wedge">
                                      <p:cBhvr>
                                        <p:cTn id="51" dur="2000"/>
                                        <p:tgtEl>
                                          <p:spTgt spid="5158"/>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blinds(horizontal)">
                                      <p:cBhvr>
                                        <p:cTn id="56" dur="500"/>
                                        <p:tgtEl>
                                          <p:spTgt spid="4"/>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5153">
                                            <p:txEl>
                                              <p:charRg st="0" end="34"/>
                                            </p:txEl>
                                          </p:spTgt>
                                        </p:tgtEl>
                                        <p:attrNameLst>
                                          <p:attrName>style.visibility</p:attrName>
                                        </p:attrNameLst>
                                      </p:cBhvr>
                                      <p:to>
                                        <p:strVal val="visible"/>
                                      </p:to>
                                    </p:set>
                                    <p:animEffect transition="in" filter="wipe(left)">
                                      <p:cBhvr>
                                        <p:cTn id="60" dur="500"/>
                                        <p:tgtEl>
                                          <p:spTgt spid="5153">
                                            <p:txEl>
                                              <p:charRg st="0" end="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p:bldP spid="5128" grpId="0" build="p"/>
      <p:bldP spid="5153" grpId="0" build="p"/>
      <p:bldP spid="5158" grpId="0" animBg="1"/>
      <p:bldP spid="5160" grpId="0" animBg="1"/>
      <p:bldP spid="516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17"/>
          <p:cNvGrpSpPr/>
          <p:nvPr/>
        </p:nvGrpSpPr>
        <p:grpSpPr>
          <a:xfrm>
            <a:off x="5003800" y="2708275"/>
            <a:ext cx="3695700" cy="1885950"/>
            <a:chOff x="3007" y="382"/>
            <a:chExt cx="2328" cy="1188"/>
          </a:xfrm>
        </p:grpSpPr>
        <p:sp>
          <p:nvSpPr>
            <p:cNvPr id="22563" name="Line 118"/>
            <p:cNvSpPr/>
            <p:nvPr/>
          </p:nvSpPr>
          <p:spPr>
            <a:xfrm>
              <a:off x="4409" y="755"/>
              <a:ext cx="742" cy="1"/>
            </a:xfrm>
            <a:prstGeom prst="line">
              <a:avLst/>
            </a:prstGeom>
            <a:ln w="28575" cap="flat" cmpd="sng">
              <a:solidFill>
                <a:srgbClr val="FFCC00"/>
              </a:solidFill>
              <a:prstDash val="solid"/>
              <a:headEnd type="none" w="med" len="med"/>
              <a:tailEnd type="none" w="med" len="med"/>
            </a:ln>
          </p:spPr>
        </p:sp>
        <p:sp>
          <p:nvSpPr>
            <p:cNvPr id="22564" name="Line 119"/>
            <p:cNvSpPr/>
            <p:nvPr/>
          </p:nvSpPr>
          <p:spPr>
            <a:xfrm>
              <a:off x="4409" y="1451"/>
              <a:ext cx="742" cy="1"/>
            </a:xfrm>
            <a:prstGeom prst="line">
              <a:avLst/>
            </a:prstGeom>
            <a:ln w="28575" cap="flat" cmpd="sng">
              <a:solidFill>
                <a:srgbClr val="FFCC00"/>
              </a:solidFill>
              <a:prstDash val="solid"/>
              <a:headEnd type="none" w="med" len="med"/>
              <a:tailEnd type="none" w="med" len="med"/>
            </a:ln>
          </p:spPr>
        </p:sp>
        <p:sp>
          <p:nvSpPr>
            <p:cNvPr id="22565" name="Line 120"/>
            <p:cNvSpPr/>
            <p:nvPr/>
          </p:nvSpPr>
          <p:spPr>
            <a:xfrm flipH="1">
              <a:off x="4649" y="754"/>
              <a:ext cx="294" cy="0"/>
            </a:xfrm>
            <a:prstGeom prst="line">
              <a:avLst/>
            </a:prstGeom>
            <a:ln w="28575" cap="flat" cmpd="sng">
              <a:solidFill>
                <a:srgbClr val="00FFFF"/>
              </a:solidFill>
              <a:prstDash val="solid"/>
              <a:headEnd type="none" w="med" len="med"/>
              <a:tailEnd type="triangle" w="med" len="med"/>
            </a:ln>
          </p:spPr>
        </p:sp>
        <p:sp>
          <p:nvSpPr>
            <p:cNvPr id="22566" name="Text Box 121"/>
            <p:cNvSpPr txBox="1"/>
            <p:nvPr/>
          </p:nvSpPr>
          <p:spPr>
            <a:xfrm>
              <a:off x="5024" y="70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2567" name="Text Box 122"/>
            <p:cNvSpPr txBox="1"/>
            <p:nvPr/>
          </p:nvSpPr>
          <p:spPr>
            <a:xfrm>
              <a:off x="5017" y="118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2535" name="Object 123"/>
            <p:cNvGraphicFramePr/>
            <p:nvPr/>
          </p:nvGraphicFramePr>
          <p:xfrm>
            <a:off x="4703" y="382"/>
            <a:ext cx="240" cy="370"/>
          </p:xfrm>
          <a:graphic>
            <a:graphicData uri="http://schemas.openxmlformats.org/presentationml/2006/ole">
              <mc:AlternateContent xmlns:mc="http://schemas.openxmlformats.org/markup-compatibility/2006">
                <mc:Choice xmlns:v="urn:schemas-microsoft-com:vml" Requires="v">
                  <p:oleObj spid="_x0000_s3226" name="" r:id="rId1" imgW="190500" imgH="292100" progId="Equation.3">
                    <p:embed/>
                  </p:oleObj>
                </mc:Choice>
                <mc:Fallback>
                  <p:oleObj name="" r:id="rId1" imgW="190500" imgH="292100" progId="Equation.3">
                    <p:embed/>
                    <p:pic>
                      <p:nvPicPr>
                        <p:cNvPr id="0" name="图片 3225"/>
                        <p:cNvPicPr/>
                        <p:nvPr/>
                      </p:nvPicPr>
                      <p:blipFill>
                        <a:blip r:embed="rId2">
                          <a:clrChange>
                            <a:clrFrom>
                              <a:srgbClr val="000000"/>
                            </a:clrFrom>
                            <a:clrTo>
                              <a:srgbClr val="FFFFFF"/>
                            </a:clrTo>
                          </a:clrChange>
                        </a:blip>
                        <a:stretch>
                          <a:fillRect/>
                        </a:stretch>
                      </p:blipFill>
                      <p:spPr>
                        <a:xfrm>
                          <a:off x="4703" y="382"/>
                          <a:ext cx="240" cy="370"/>
                        </a:xfrm>
                        <a:prstGeom prst="rect">
                          <a:avLst/>
                        </a:prstGeom>
                        <a:noFill/>
                        <a:ln w="38100">
                          <a:noFill/>
                          <a:miter/>
                        </a:ln>
                      </p:spPr>
                    </p:pic>
                  </p:oleObj>
                </mc:Fallback>
              </mc:AlternateContent>
            </a:graphicData>
          </a:graphic>
        </p:graphicFrame>
        <p:graphicFrame>
          <p:nvGraphicFramePr>
            <p:cNvPr id="22536" name="Object 124"/>
            <p:cNvGraphicFramePr/>
            <p:nvPr/>
          </p:nvGraphicFramePr>
          <p:xfrm>
            <a:off x="5031" y="890"/>
            <a:ext cx="304" cy="370"/>
          </p:xfrm>
          <a:graphic>
            <a:graphicData uri="http://schemas.openxmlformats.org/presentationml/2006/ole">
              <mc:AlternateContent xmlns:mc="http://schemas.openxmlformats.org/markup-compatibility/2006">
                <mc:Choice xmlns:v="urn:schemas-microsoft-com:vml" Requires="v">
                  <p:oleObj spid="_x0000_s3224" name="" r:id="rId3" imgW="241300" imgH="292100" progId="Equation.3">
                    <p:embed/>
                  </p:oleObj>
                </mc:Choice>
                <mc:Fallback>
                  <p:oleObj name="" r:id="rId3" imgW="241300" imgH="292100" progId="Equation.3">
                    <p:embed/>
                    <p:pic>
                      <p:nvPicPr>
                        <p:cNvPr id="0" name="图片 3223"/>
                        <p:cNvPicPr/>
                        <p:nvPr/>
                      </p:nvPicPr>
                      <p:blipFill>
                        <a:blip r:embed="rId4">
                          <a:clrChange>
                            <a:clrFrom>
                              <a:srgbClr val="000000"/>
                            </a:clrFrom>
                            <a:clrTo>
                              <a:srgbClr val="FFFFFF"/>
                            </a:clrTo>
                          </a:clrChange>
                        </a:blip>
                        <a:stretch>
                          <a:fillRect/>
                        </a:stretch>
                      </p:blipFill>
                      <p:spPr>
                        <a:xfrm>
                          <a:off x="5031" y="890"/>
                          <a:ext cx="304" cy="370"/>
                        </a:xfrm>
                        <a:prstGeom prst="rect">
                          <a:avLst/>
                        </a:prstGeom>
                        <a:noFill/>
                        <a:ln w="38100">
                          <a:noFill/>
                          <a:miter/>
                        </a:ln>
                      </p:spPr>
                    </p:pic>
                  </p:oleObj>
                </mc:Fallback>
              </mc:AlternateContent>
            </a:graphicData>
          </a:graphic>
        </p:graphicFrame>
        <p:sp>
          <p:nvSpPr>
            <p:cNvPr id="22568" name="Line 125"/>
            <p:cNvSpPr/>
            <p:nvPr/>
          </p:nvSpPr>
          <p:spPr>
            <a:xfrm>
              <a:off x="3077" y="760"/>
              <a:ext cx="742" cy="1"/>
            </a:xfrm>
            <a:prstGeom prst="line">
              <a:avLst/>
            </a:prstGeom>
            <a:ln w="28575" cap="flat" cmpd="sng">
              <a:solidFill>
                <a:srgbClr val="FFCC00"/>
              </a:solidFill>
              <a:prstDash val="solid"/>
              <a:headEnd type="none" w="med" len="med"/>
              <a:tailEnd type="none" w="med" len="med"/>
            </a:ln>
          </p:spPr>
        </p:sp>
        <p:sp>
          <p:nvSpPr>
            <p:cNvPr id="22569" name="Line 126"/>
            <p:cNvSpPr/>
            <p:nvPr/>
          </p:nvSpPr>
          <p:spPr>
            <a:xfrm>
              <a:off x="3093" y="1435"/>
              <a:ext cx="726" cy="5"/>
            </a:xfrm>
            <a:prstGeom prst="line">
              <a:avLst/>
            </a:prstGeom>
            <a:ln w="28575" cap="flat" cmpd="sng">
              <a:solidFill>
                <a:srgbClr val="FFCC00"/>
              </a:solidFill>
              <a:prstDash val="solid"/>
              <a:headEnd type="none" w="med" len="med"/>
              <a:tailEnd type="none" w="med" len="med"/>
            </a:ln>
          </p:spPr>
        </p:sp>
        <p:sp>
          <p:nvSpPr>
            <p:cNvPr id="22570" name="Line 127"/>
            <p:cNvSpPr/>
            <p:nvPr/>
          </p:nvSpPr>
          <p:spPr>
            <a:xfrm>
              <a:off x="3198" y="754"/>
              <a:ext cx="294" cy="0"/>
            </a:xfrm>
            <a:prstGeom prst="line">
              <a:avLst/>
            </a:prstGeom>
            <a:ln w="28575" cap="flat" cmpd="sng">
              <a:solidFill>
                <a:srgbClr val="00FFFF"/>
              </a:solidFill>
              <a:prstDash val="solid"/>
              <a:headEnd type="none" w="med" len="med"/>
              <a:tailEnd type="triangle" w="med" len="med"/>
            </a:ln>
          </p:spPr>
        </p:sp>
        <p:sp>
          <p:nvSpPr>
            <p:cNvPr id="22571" name="Text Box 128"/>
            <p:cNvSpPr txBox="1"/>
            <p:nvPr/>
          </p:nvSpPr>
          <p:spPr>
            <a:xfrm>
              <a:off x="3016" y="70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2572" name="Text Box 129"/>
            <p:cNvSpPr txBox="1"/>
            <p:nvPr/>
          </p:nvSpPr>
          <p:spPr>
            <a:xfrm>
              <a:off x="3016" y="116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2537" name="Object 130"/>
            <p:cNvGraphicFramePr/>
            <p:nvPr/>
          </p:nvGraphicFramePr>
          <p:xfrm>
            <a:off x="3016" y="936"/>
            <a:ext cx="272" cy="370"/>
          </p:xfrm>
          <a:graphic>
            <a:graphicData uri="http://schemas.openxmlformats.org/presentationml/2006/ole">
              <mc:AlternateContent xmlns:mc="http://schemas.openxmlformats.org/markup-compatibility/2006">
                <mc:Choice xmlns:v="urn:schemas-microsoft-com:vml" Requires="v">
                  <p:oleObj spid="_x0000_s3227" name="" r:id="rId5" imgW="215900" imgH="291465" progId="Equation.3">
                    <p:embed/>
                  </p:oleObj>
                </mc:Choice>
                <mc:Fallback>
                  <p:oleObj name="" r:id="rId5" imgW="215900" imgH="291465" progId="Equation.3">
                    <p:embed/>
                    <p:pic>
                      <p:nvPicPr>
                        <p:cNvPr id="0" name="图片 3226"/>
                        <p:cNvPicPr/>
                        <p:nvPr/>
                      </p:nvPicPr>
                      <p:blipFill>
                        <a:blip r:embed="rId6">
                          <a:clrChange>
                            <a:clrFrom>
                              <a:srgbClr val="000000"/>
                            </a:clrFrom>
                            <a:clrTo>
                              <a:srgbClr val="FFFFFF"/>
                            </a:clrTo>
                          </a:clrChange>
                        </a:blip>
                        <a:stretch>
                          <a:fillRect/>
                        </a:stretch>
                      </p:blipFill>
                      <p:spPr>
                        <a:xfrm>
                          <a:off x="3016" y="936"/>
                          <a:ext cx="272" cy="370"/>
                        </a:xfrm>
                        <a:prstGeom prst="rect">
                          <a:avLst/>
                        </a:prstGeom>
                        <a:noFill/>
                        <a:ln w="38100">
                          <a:noFill/>
                          <a:miter/>
                        </a:ln>
                      </p:spPr>
                    </p:pic>
                  </p:oleObj>
                </mc:Fallback>
              </mc:AlternateContent>
            </a:graphicData>
          </a:graphic>
        </p:graphicFrame>
        <p:graphicFrame>
          <p:nvGraphicFramePr>
            <p:cNvPr id="22538" name="Object 131"/>
            <p:cNvGraphicFramePr/>
            <p:nvPr/>
          </p:nvGraphicFramePr>
          <p:xfrm>
            <a:off x="3243" y="391"/>
            <a:ext cx="208" cy="370"/>
          </p:xfrm>
          <a:graphic>
            <a:graphicData uri="http://schemas.openxmlformats.org/presentationml/2006/ole">
              <mc:AlternateContent xmlns:mc="http://schemas.openxmlformats.org/markup-compatibility/2006">
                <mc:Choice xmlns:v="urn:schemas-microsoft-com:vml" Requires="v">
                  <p:oleObj spid="_x0000_s3225" name="" r:id="rId7" imgW="165100" imgH="291465" progId="Equation.3">
                    <p:embed/>
                  </p:oleObj>
                </mc:Choice>
                <mc:Fallback>
                  <p:oleObj name="" r:id="rId7" imgW="165100" imgH="291465" progId="Equation.3">
                    <p:embed/>
                    <p:pic>
                      <p:nvPicPr>
                        <p:cNvPr id="0" name="图片 3224"/>
                        <p:cNvPicPr/>
                        <p:nvPr/>
                      </p:nvPicPr>
                      <p:blipFill>
                        <a:blip r:embed="rId8">
                          <a:clrChange>
                            <a:clrFrom>
                              <a:srgbClr val="000000"/>
                            </a:clrFrom>
                            <a:clrTo>
                              <a:srgbClr val="FFFFFF"/>
                            </a:clrTo>
                          </a:clrChange>
                        </a:blip>
                        <a:stretch>
                          <a:fillRect/>
                        </a:stretch>
                      </p:blipFill>
                      <p:spPr>
                        <a:xfrm>
                          <a:off x="3243" y="391"/>
                          <a:ext cx="208" cy="370"/>
                        </a:xfrm>
                        <a:prstGeom prst="rect">
                          <a:avLst/>
                        </a:prstGeom>
                        <a:noFill/>
                        <a:ln w="38100">
                          <a:noFill/>
                          <a:miter/>
                        </a:ln>
                      </p:spPr>
                    </p:pic>
                  </p:oleObj>
                </mc:Fallback>
              </mc:AlternateContent>
            </a:graphicData>
          </a:graphic>
        </p:graphicFrame>
        <p:sp>
          <p:nvSpPr>
            <p:cNvPr id="22573" name="Rectangle 132"/>
            <p:cNvSpPr/>
            <p:nvPr/>
          </p:nvSpPr>
          <p:spPr>
            <a:xfrm>
              <a:off x="3624" y="606"/>
              <a:ext cx="96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22574" name="Rectangle 133"/>
            <p:cNvSpPr/>
            <p:nvPr/>
          </p:nvSpPr>
          <p:spPr>
            <a:xfrm>
              <a:off x="3990" y="887"/>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sp>
          <p:nvSpPr>
            <p:cNvPr id="22575" name="Oval 134"/>
            <p:cNvSpPr/>
            <p:nvPr/>
          </p:nvSpPr>
          <p:spPr>
            <a:xfrm>
              <a:off x="5139" y="7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2576" name="Oval 135"/>
            <p:cNvSpPr/>
            <p:nvPr/>
          </p:nvSpPr>
          <p:spPr>
            <a:xfrm>
              <a:off x="5157" y="141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2577" name="Oval 136"/>
            <p:cNvSpPr/>
            <p:nvPr/>
          </p:nvSpPr>
          <p:spPr>
            <a:xfrm>
              <a:off x="3007" y="7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2578" name="Oval 137"/>
            <p:cNvSpPr/>
            <p:nvPr/>
          </p:nvSpPr>
          <p:spPr>
            <a:xfrm>
              <a:off x="3034" y="139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aphicFrame>
        <p:nvGraphicFramePr>
          <p:cNvPr id="9223" name="Object 7"/>
          <p:cNvGraphicFramePr/>
          <p:nvPr/>
        </p:nvGraphicFramePr>
        <p:xfrm>
          <a:off x="684213" y="1125538"/>
          <a:ext cx="1857375" cy="1160462"/>
        </p:xfrm>
        <a:graphic>
          <a:graphicData uri="http://schemas.openxmlformats.org/presentationml/2006/ole">
            <mc:AlternateContent xmlns:mc="http://schemas.openxmlformats.org/markup-compatibility/2006">
              <mc:Choice xmlns:v="urn:schemas-microsoft-com:vml" Requires="v">
                <p:oleObj spid="_x0000_s3228" name="" r:id="rId9" imgW="812165" imgH="508000" progId="Equation.3">
                  <p:embed/>
                </p:oleObj>
              </mc:Choice>
              <mc:Fallback>
                <p:oleObj name="" r:id="rId9" imgW="812165" imgH="508000" progId="Equation.3">
                  <p:embed/>
                  <p:pic>
                    <p:nvPicPr>
                      <p:cNvPr id="0" name="图片 3227"/>
                      <p:cNvPicPr/>
                      <p:nvPr/>
                    </p:nvPicPr>
                    <p:blipFill>
                      <a:blip r:embed="rId10">
                        <a:clrChange>
                          <a:clrFrom>
                            <a:srgbClr val="000000"/>
                          </a:clrFrom>
                          <a:clrTo>
                            <a:srgbClr val="FFFFFF"/>
                          </a:clrTo>
                        </a:clrChange>
                      </a:blip>
                      <a:stretch>
                        <a:fillRect/>
                      </a:stretch>
                    </p:blipFill>
                    <p:spPr>
                      <a:xfrm>
                        <a:off x="684213" y="1125538"/>
                        <a:ext cx="1857375" cy="1160462"/>
                      </a:xfrm>
                      <a:prstGeom prst="rect">
                        <a:avLst/>
                      </a:prstGeom>
                      <a:noFill/>
                      <a:ln w="38100">
                        <a:noFill/>
                        <a:miter/>
                      </a:ln>
                    </p:spPr>
                  </p:pic>
                </p:oleObj>
              </mc:Fallback>
            </mc:AlternateContent>
          </a:graphicData>
        </a:graphic>
      </p:graphicFrame>
      <p:graphicFrame>
        <p:nvGraphicFramePr>
          <p:cNvPr id="9224" name="Object 8"/>
          <p:cNvGraphicFramePr/>
          <p:nvPr/>
        </p:nvGraphicFramePr>
        <p:xfrm>
          <a:off x="639763" y="3729038"/>
          <a:ext cx="2179637" cy="1212850"/>
        </p:xfrm>
        <a:graphic>
          <a:graphicData uri="http://schemas.openxmlformats.org/presentationml/2006/ole">
            <mc:AlternateContent xmlns:mc="http://schemas.openxmlformats.org/markup-compatibility/2006">
              <mc:Choice xmlns:v="urn:schemas-microsoft-com:vml" Requires="v">
                <p:oleObj spid="_x0000_s3223" name="" r:id="rId11" imgW="914400" imgH="508000" progId="Equation.3">
                  <p:embed/>
                </p:oleObj>
              </mc:Choice>
              <mc:Fallback>
                <p:oleObj name="" r:id="rId11" imgW="914400" imgH="508000" progId="Equation.3">
                  <p:embed/>
                  <p:pic>
                    <p:nvPicPr>
                      <p:cNvPr id="0" name="图片 3222"/>
                      <p:cNvPicPr/>
                      <p:nvPr/>
                    </p:nvPicPr>
                    <p:blipFill>
                      <a:blip r:embed="rId12">
                        <a:clrChange>
                          <a:clrFrom>
                            <a:srgbClr val="000000"/>
                          </a:clrFrom>
                          <a:clrTo>
                            <a:srgbClr val="FFFFFF"/>
                          </a:clrTo>
                        </a:clrChange>
                      </a:blip>
                      <a:stretch>
                        <a:fillRect/>
                      </a:stretch>
                    </p:blipFill>
                    <p:spPr>
                      <a:xfrm>
                        <a:off x="639763" y="3729038"/>
                        <a:ext cx="2179637" cy="1212850"/>
                      </a:xfrm>
                      <a:prstGeom prst="rect">
                        <a:avLst/>
                      </a:prstGeom>
                      <a:noFill/>
                      <a:ln w="38100">
                        <a:noFill/>
                        <a:miter/>
                      </a:ln>
                    </p:spPr>
                  </p:pic>
                </p:oleObj>
              </mc:Fallback>
            </mc:AlternateContent>
          </a:graphicData>
        </a:graphic>
      </p:graphicFrame>
      <p:graphicFrame>
        <p:nvGraphicFramePr>
          <p:cNvPr id="9225" name="Object 9"/>
          <p:cNvGraphicFramePr/>
          <p:nvPr/>
        </p:nvGraphicFramePr>
        <p:xfrm>
          <a:off x="654050" y="2289175"/>
          <a:ext cx="1931988" cy="1209675"/>
        </p:xfrm>
        <a:graphic>
          <a:graphicData uri="http://schemas.openxmlformats.org/presentationml/2006/ole">
            <mc:AlternateContent xmlns:mc="http://schemas.openxmlformats.org/markup-compatibility/2006">
              <mc:Choice xmlns:v="urn:schemas-microsoft-com:vml" Requires="v">
                <p:oleObj spid="_x0000_s3229" name="" r:id="rId13" imgW="812165" imgH="508000" progId="Equation.3">
                  <p:embed/>
                </p:oleObj>
              </mc:Choice>
              <mc:Fallback>
                <p:oleObj name="" r:id="rId13" imgW="812165" imgH="508000" progId="Equation.3">
                  <p:embed/>
                  <p:pic>
                    <p:nvPicPr>
                      <p:cNvPr id="0" name="图片 3228"/>
                      <p:cNvPicPr/>
                      <p:nvPr/>
                    </p:nvPicPr>
                    <p:blipFill>
                      <a:blip r:embed="rId14">
                        <a:clrChange>
                          <a:clrFrom>
                            <a:srgbClr val="000000"/>
                          </a:clrFrom>
                          <a:clrTo>
                            <a:srgbClr val="FFFFFF"/>
                          </a:clrTo>
                        </a:clrChange>
                      </a:blip>
                      <a:stretch>
                        <a:fillRect/>
                      </a:stretch>
                    </p:blipFill>
                    <p:spPr>
                      <a:xfrm>
                        <a:off x="654050" y="2289175"/>
                        <a:ext cx="1931988" cy="1209675"/>
                      </a:xfrm>
                      <a:prstGeom prst="rect">
                        <a:avLst/>
                      </a:prstGeom>
                      <a:noFill/>
                      <a:ln w="38100">
                        <a:noFill/>
                        <a:miter/>
                      </a:ln>
                    </p:spPr>
                  </p:pic>
                </p:oleObj>
              </mc:Fallback>
            </mc:AlternateContent>
          </a:graphicData>
        </a:graphic>
      </p:graphicFrame>
      <p:graphicFrame>
        <p:nvGraphicFramePr>
          <p:cNvPr id="9226" name="Object 10"/>
          <p:cNvGraphicFramePr/>
          <p:nvPr/>
        </p:nvGraphicFramePr>
        <p:xfrm>
          <a:off x="611188" y="4868863"/>
          <a:ext cx="2282825" cy="1236662"/>
        </p:xfrm>
        <a:graphic>
          <a:graphicData uri="http://schemas.openxmlformats.org/presentationml/2006/ole">
            <mc:AlternateContent xmlns:mc="http://schemas.openxmlformats.org/markup-compatibility/2006">
              <mc:Choice xmlns:v="urn:schemas-microsoft-com:vml" Requires="v">
                <p:oleObj spid="_x0000_s3230" name="" r:id="rId15" imgW="939800" imgH="508000" progId="Equation.3">
                  <p:embed/>
                </p:oleObj>
              </mc:Choice>
              <mc:Fallback>
                <p:oleObj name="" r:id="rId15" imgW="939800" imgH="508000" progId="Equation.3">
                  <p:embed/>
                  <p:pic>
                    <p:nvPicPr>
                      <p:cNvPr id="0" name="图片 3229"/>
                      <p:cNvPicPr/>
                      <p:nvPr/>
                    </p:nvPicPr>
                    <p:blipFill>
                      <a:blip r:embed="rId16">
                        <a:clrChange>
                          <a:clrFrom>
                            <a:srgbClr val="000000"/>
                          </a:clrFrom>
                          <a:clrTo>
                            <a:srgbClr val="FFFFFF"/>
                          </a:clrTo>
                        </a:clrChange>
                      </a:blip>
                      <a:stretch>
                        <a:fillRect/>
                      </a:stretch>
                    </p:blipFill>
                    <p:spPr>
                      <a:xfrm>
                        <a:off x="611188" y="4868863"/>
                        <a:ext cx="2282825" cy="1236662"/>
                      </a:xfrm>
                      <a:prstGeom prst="rect">
                        <a:avLst/>
                      </a:prstGeom>
                      <a:noFill/>
                      <a:ln w="38100">
                        <a:noFill/>
                        <a:miter/>
                      </a:ln>
                    </p:spPr>
                  </p:pic>
                </p:oleObj>
              </mc:Fallback>
            </mc:AlternateContent>
          </a:graphicData>
        </a:graphic>
      </p:graphicFrame>
      <p:graphicFrame>
        <p:nvGraphicFramePr>
          <p:cNvPr id="9235" name="Object 19"/>
          <p:cNvGraphicFramePr/>
          <p:nvPr/>
        </p:nvGraphicFramePr>
        <p:xfrm>
          <a:off x="5219700" y="1412875"/>
          <a:ext cx="2709863" cy="1212850"/>
        </p:xfrm>
        <a:graphic>
          <a:graphicData uri="http://schemas.openxmlformats.org/presentationml/2006/ole">
            <mc:AlternateContent xmlns:mc="http://schemas.openxmlformats.org/markup-compatibility/2006">
              <mc:Choice xmlns:v="urn:schemas-microsoft-com:vml" Requires="v">
                <p:oleObj spid="_x0000_s3231" name="" r:id="rId17" imgW="1218565" imgH="546100" progId="Equation.3">
                  <p:embed/>
                </p:oleObj>
              </mc:Choice>
              <mc:Fallback>
                <p:oleObj name="" r:id="rId17" imgW="1218565" imgH="546100" progId="Equation.3">
                  <p:embed/>
                  <p:pic>
                    <p:nvPicPr>
                      <p:cNvPr id="0" name="图片 3230"/>
                      <p:cNvPicPr/>
                      <p:nvPr/>
                    </p:nvPicPr>
                    <p:blipFill>
                      <a:blip r:embed="rId18">
                        <a:clrChange>
                          <a:clrFrom>
                            <a:srgbClr val="000000"/>
                          </a:clrFrom>
                          <a:clrTo>
                            <a:srgbClr val="FFFFFF"/>
                          </a:clrTo>
                        </a:clrChange>
                      </a:blip>
                      <a:stretch>
                        <a:fillRect/>
                      </a:stretch>
                    </p:blipFill>
                    <p:spPr>
                      <a:xfrm>
                        <a:off x="5219700" y="1412875"/>
                        <a:ext cx="2709863" cy="1212850"/>
                      </a:xfrm>
                      <a:prstGeom prst="rect">
                        <a:avLst/>
                      </a:prstGeom>
                      <a:noFill/>
                      <a:ln w="38100">
                        <a:noFill/>
                        <a:miter/>
                      </a:ln>
                    </p:spPr>
                  </p:pic>
                </p:oleObj>
              </mc:Fallback>
            </mc:AlternateContent>
          </a:graphicData>
        </a:graphic>
      </p:graphicFrame>
      <p:sp>
        <p:nvSpPr>
          <p:cNvPr id="9236" name="Text Box 20"/>
          <p:cNvSpPr txBox="1"/>
          <p:nvPr/>
        </p:nvSpPr>
        <p:spPr>
          <a:xfrm>
            <a:off x="611188" y="549275"/>
            <a:ext cx="6480175" cy="519113"/>
          </a:xfrm>
          <a:prstGeom prst="rect">
            <a:avLst/>
          </a:prstGeom>
          <a:noFill/>
          <a:ln w="28575">
            <a:noFill/>
          </a:ln>
        </p:spPr>
        <p:txBody>
          <a:bodyPr>
            <a:spAutoFit/>
          </a:bodyPr>
          <a:p>
            <a:pPr marL="342900" indent="-342900">
              <a:spcBef>
                <a:spcPct val="50000"/>
              </a:spcBef>
              <a:buAutoNum type="circleNumDbPlain" startAt="2"/>
            </a:pPr>
            <a:r>
              <a:rPr lang="en-US" altLang="zh-CN" dirty="0">
                <a:solidFill>
                  <a:srgbClr val="FF9900"/>
                </a:solidFill>
                <a:latin typeface="Times New Roman" panose="02020603050405020304" pitchFamily="18" charset="0"/>
              </a:rPr>
              <a:t> </a:t>
            </a:r>
            <a:r>
              <a:rPr lang="en-US" altLang="zh-CN" b="0" i="1" dirty="0">
                <a:solidFill>
                  <a:srgbClr val="FF9900"/>
                </a:solidFill>
                <a:latin typeface="Times New Roman" panose="02020603050405020304" pitchFamily="18" charset="0"/>
              </a:rPr>
              <a:t>T</a:t>
            </a:r>
            <a:r>
              <a:rPr lang="en-US" altLang="zh-CN" b="0" dirty="0">
                <a:solidFill>
                  <a:srgbClr val="FF9900"/>
                </a:solidFill>
                <a:latin typeface="Times New Roman" panose="02020603050405020304" pitchFamily="18" charset="0"/>
              </a:rPr>
              <a:t> </a:t>
            </a:r>
            <a:r>
              <a:rPr lang="zh-CN" altLang="en-US" dirty="0">
                <a:solidFill>
                  <a:srgbClr val="FF9900"/>
                </a:solidFill>
                <a:latin typeface="楷体_GB2312" pitchFamily="49" charset="-122"/>
              </a:rPr>
              <a:t>参数的物理意义及计算和测定</a:t>
            </a:r>
            <a:endParaRPr lang="zh-CN" altLang="en-US" dirty="0">
              <a:solidFill>
                <a:srgbClr val="FF9900"/>
              </a:solidFill>
              <a:latin typeface="楷体_GB2312" pitchFamily="49" charset="-122"/>
            </a:endParaRPr>
          </a:p>
        </p:txBody>
      </p:sp>
      <p:grpSp>
        <p:nvGrpSpPr>
          <p:cNvPr id="3" name="Group 43"/>
          <p:cNvGrpSpPr/>
          <p:nvPr/>
        </p:nvGrpSpPr>
        <p:grpSpPr>
          <a:xfrm>
            <a:off x="2700338" y="1557338"/>
            <a:ext cx="1728787" cy="1512887"/>
            <a:chOff x="1785" y="2648"/>
            <a:chExt cx="1040" cy="736"/>
          </a:xfrm>
        </p:grpSpPr>
        <p:sp>
          <p:nvSpPr>
            <p:cNvPr id="22561" name="AutoShape 44"/>
            <p:cNvSpPr/>
            <p:nvPr/>
          </p:nvSpPr>
          <p:spPr>
            <a:xfrm>
              <a:off x="1785" y="2648"/>
              <a:ext cx="47" cy="736"/>
            </a:xfrm>
            <a:prstGeom prst="rightBrace">
              <a:avLst>
                <a:gd name="adj1" fmla="val 130496"/>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2562" name="Text Box 45"/>
            <p:cNvSpPr txBox="1"/>
            <p:nvPr/>
          </p:nvSpPr>
          <p:spPr>
            <a:xfrm>
              <a:off x="1855" y="2836"/>
              <a:ext cx="970" cy="252"/>
            </a:xfrm>
            <a:prstGeom prst="rect">
              <a:avLst/>
            </a:prstGeom>
            <a:solidFill>
              <a:schemeClr val="hlink"/>
            </a:solidFill>
            <a:ln w="9525">
              <a:noFill/>
            </a:ln>
          </p:spPr>
          <p:txBody>
            <a:bodyPr>
              <a:spAutoFit/>
            </a:bodyPr>
            <a:p>
              <a:r>
                <a:rPr lang="zh-CN" altLang="en-US" dirty="0">
                  <a:solidFill>
                    <a:srgbClr val="FFFF00"/>
                  </a:solidFill>
                  <a:latin typeface="Times New Roman" panose="02020603050405020304" pitchFamily="18" charset="0"/>
                </a:rPr>
                <a:t>开路参数</a:t>
              </a:r>
              <a:endParaRPr lang="zh-CN" altLang="en-US" b="0" dirty="0">
                <a:solidFill>
                  <a:srgbClr val="FFFF00"/>
                </a:solidFill>
                <a:latin typeface="Times New Roman" panose="02020603050405020304" pitchFamily="18" charset="0"/>
              </a:endParaRPr>
            </a:p>
          </p:txBody>
        </p:sp>
      </p:grpSp>
      <p:grpSp>
        <p:nvGrpSpPr>
          <p:cNvPr id="4" name="Group 46"/>
          <p:cNvGrpSpPr/>
          <p:nvPr/>
        </p:nvGrpSpPr>
        <p:grpSpPr>
          <a:xfrm>
            <a:off x="2916238" y="4437063"/>
            <a:ext cx="2160587" cy="1296987"/>
            <a:chOff x="4286" y="2648"/>
            <a:chExt cx="932" cy="736"/>
          </a:xfrm>
        </p:grpSpPr>
        <p:sp>
          <p:nvSpPr>
            <p:cNvPr id="22559" name="AutoShape 47"/>
            <p:cNvSpPr/>
            <p:nvPr/>
          </p:nvSpPr>
          <p:spPr>
            <a:xfrm>
              <a:off x="4286" y="2648"/>
              <a:ext cx="47" cy="736"/>
            </a:xfrm>
            <a:prstGeom prst="rightBrace">
              <a:avLst>
                <a:gd name="adj1" fmla="val 130496"/>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2560" name="Text Box 48"/>
            <p:cNvSpPr txBox="1"/>
            <p:nvPr/>
          </p:nvSpPr>
          <p:spPr>
            <a:xfrm>
              <a:off x="4326" y="2861"/>
              <a:ext cx="892" cy="295"/>
            </a:xfrm>
            <a:prstGeom prst="rect">
              <a:avLst/>
            </a:prstGeom>
            <a:solidFill>
              <a:schemeClr val="hlink"/>
            </a:solidFill>
            <a:ln w="9525">
              <a:noFill/>
            </a:ln>
          </p:spPr>
          <p:txBody>
            <a:bodyPr>
              <a:spAutoFit/>
            </a:bodyPr>
            <a:p>
              <a:r>
                <a:rPr lang="zh-CN" altLang="en-US" dirty="0">
                  <a:solidFill>
                    <a:srgbClr val="FFFF00"/>
                  </a:solidFill>
                  <a:latin typeface="Times New Roman" panose="02020603050405020304" pitchFamily="18" charset="0"/>
                </a:rPr>
                <a:t>短路参数</a:t>
              </a:r>
              <a:endParaRPr lang="zh-CN" altLang="en-US" b="0" dirty="0">
                <a:solidFill>
                  <a:srgbClr val="FFFF00"/>
                </a:solidFill>
                <a:latin typeface="Times New Roman" panose="02020603050405020304" pitchFamily="18" charset="0"/>
              </a:endParaRPr>
            </a:p>
          </p:txBody>
        </p:sp>
      </p:grpSp>
      <p:sp>
        <p:nvSpPr>
          <p:cNvPr id="9265" name="Text Box 49"/>
          <p:cNvSpPr txBox="1"/>
          <p:nvPr/>
        </p:nvSpPr>
        <p:spPr>
          <a:xfrm>
            <a:off x="2843213" y="2708275"/>
            <a:ext cx="1873250" cy="519113"/>
          </a:xfrm>
          <a:prstGeom prst="rect">
            <a:avLst/>
          </a:prstGeom>
          <a:noFill/>
          <a:ln w="9525">
            <a:noFill/>
          </a:ln>
        </p:spPr>
        <p:txBody>
          <a:bodyPr>
            <a:spAutoFit/>
          </a:bodyPr>
          <a:p>
            <a:r>
              <a:rPr lang="zh-CN" altLang="en-US" dirty="0">
                <a:solidFill>
                  <a:srgbClr val="FFFF00"/>
                </a:solidFill>
                <a:latin typeface="Times New Roman" panose="02020603050405020304" pitchFamily="18" charset="0"/>
              </a:rPr>
              <a:t>转移导纳</a:t>
            </a:r>
            <a:endParaRPr lang="zh-CN" altLang="en-US" dirty="0">
              <a:solidFill>
                <a:srgbClr val="FFFF00"/>
              </a:solidFill>
              <a:latin typeface="Times New Roman" panose="02020603050405020304" pitchFamily="18" charset="0"/>
            </a:endParaRPr>
          </a:p>
        </p:txBody>
      </p:sp>
      <p:sp>
        <p:nvSpPr>
          <p:cNvPr id="9266" name="Text Box 50"/>
          <p:cNvSpPr txBox="1"/>
          <p:nvPr/>
        </p:nvSpPr>
        <p:spPr>
          <a:xfrm>
            <a:off x="3059113" y="4149725"/>
            <a:ext cx="1800225" cy="519113"/>
          </a:xfrm>
          <a:prstGeom prst="rect">
            <a:avLst/>
          </a:prstGeom>
          <a:noFill/>
          <a:ln w="9525">
            <a:noFill/>
          </a:ln>
        </p:spPr>
        <p:txBody>
          <a:bodyPr>
            <a:spAutoFit/>
          </a:bodyPr>
          <a:p>
            <a:r>
              <a:rPr lang="zh-CN" altLang="en-US" dirty="0">
                <a:solidFill>
                  <a:srgbClr val="FFFF00"/>
                </a:solidFill>
                <a:latin typeface="仿宋_GB2312" pitchFamily="49" charset="-122"/>
              </a:rPr>
              <a:t>转移阻抗</a:t>
            </a:r>
            <a:endParaRPr lang="zh-CN" altLang="en-US" b="0" dirty="0">
              <a:solidFill>
                <a:srgbClr val="FFFF00"/>
              </a:solidFill>
              <a:latin typeface="仿宋_GB2312" pitchFamily="49" charset="-122"/>
            </a:endParaRPr>
          </a:p>
        </p:txBody>
      </p:sp>
      <p:sp>
        <p:nvSpPr>
          <p:cNvPr id="9267" name="Text Box 51"/>
          <p:cNvSpPr txBox="1"/>
          <p:nvPr/>
        </p:nvSpPr>
        <p:spPr>
          <a:xfrm>
            <a:off x="2843213" y="1360488"/>
            <a:ext cx="1970087" cy="519112"/>
          </a:xfrm>
          <a:prstGeom prst="rect">
            <a:avLst/>
          </a:prstGeom>
          <a:noFill/>
          <a:ln w="9525">
            <a:noFill/>
          </a:ln>
        </p:spPr>
        <p:txBody>
          <a:bodyPr wrap="none">
            <a:spAutoFit/>
          </a:bodyPr>
          <a:p>
            <a:r>
              <a:rPr lang="zh-CN" altLang="en-US" dirty="0">
                <a:solidFill>
                  <a:srgbClr val="FFFF00"/>
                </a:solidFill>
                <a:latin typeface="Times New Roman" panose="02020603050405020304" pitchFamily="18" charset="0"/>
              </a:rPr>
              <a:t>转移电压比</a:t>
            </a:r>
            <a:endParaRPr lang="zh-CN" altLang="en-US" dirty="0">
              <a:solidFill>
                <a:srgbClr val="FFFF00"/>
              </a:solidFill>
              <a:latin typeface="Times New Roman" panose="02020603050405020304" pitchFamily="18" charset="0"/>
            </a:endParaRPr>
          </a:p>
        </p:txBody>
      </p:sp>
      <p:sp>
        <p:nvSpPr>
          <p:cNvPr id="9268" name="Text Box 52"/>
          <p:cNvSpPr txBox="1"/>
          <p:nvPr/>
        </p:nvSpPr>
        <p:spPr>
          <a:xfrm>
            <a:off x="2987675" y="5464175"/>
            <a:ext cx="1970088" cy="519113"/>
          </a:xfrm>
          <a:prstGeom prst="rect">
            <a:avLst/>
          </a:prstGeom>
          <a:noFill/>
          <a:ln w="9525">
            <a:noFill/>
          </a:ln>
        </p:spPr>
        <p:txBody>
          <a:bodyPr wrap="none">
            <a:spAutoFit/>
          </a:bodyPr>
          <a:p>
            <a:r>
              <a:rPr lang="zh-CN" altLang="en-US" dirty="0">
                <a:solidFill>
                  <a:srgbClr val="FFFF00"/>
                </a:solidFill>
                <a:latin typeface="Times New Roman" panose="02020603050405020304" pitchFamily="18" charset="0"/>
              </a:rPr>
              <a:t>转移电流比</a:t>
            </a:r>
            <a:endParaRPr lang="zh-CN" altLang="en-US" dirty="0">
              <a:solidFill>
                <a:srgbClr val="FFFF00"/>
              </a:solidFill>
              <a:latin typeface="Times New Roman" panose="02020603050405020304" pitchFamily="18" charset="0"/>
            </a:endParaRPr>
          </a:p>
        </p:txBody>
      </p:sp>
      <p:grpSp>
        <p:nvGrpSpPr>
          <p:cNvPr id="22547" name="Group 62"/>
          <p:cNvGrpSpPr/>
          <p:nvPr/>
        </p:nvGrpSpPr>
        <p:grpSpPr>
          <a:xfrm>
            <a:off x="8316913" y="6446838"/>
            <a:ext cx="792162" cy="366712"/>
            <a:chOff x="5193" y="4020"/>
            <a:chExt cx="499" cy="231"/>
          </a:xfrm>
        </p:grpSpPr>
        <p:pic>
          <p:nvPicPr>
            <p:cNvPr id="22557" name="Picture 63"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22558" name="Text Box 6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2548" name="Group 65"/>
          <p:cNvGrpSpPr/>
          <p:nvPr/>
        </p:nvGrpSpPr>
        <p:grpSpPr>
          <a:xfrm>
            <a:off x="7453313" y="6446838"/>
            <a:ext cx="792162" cy="366712"/>
            <a:chOff x="4649" y="4020"/>
            <a:chExt cx="499" cy="231"/>
          </a:xfrm>
        </p:grpSpPr>
        <p:pic>
          <p:nvPicPr>
            <p:cNvPr id="22555" name="Picture 66" descr="78900"/>
            <p:cNvPicPr>
              <a:picLocks noChangeAspect="1"/>
            </p:cNvPicPr>
            <p:nvPr/>
          </p:nvPicPr>
          <p:blipFill>
            <a:blip r:embed="rId19"/>
            <a:stretch>
              <a:fillRect/>
            </a:stretch>
          </p:blipFill>
          <p:spPr>
            <a:xfrm>
              <a:off x="4649" y="4066"/>
              <a:ext cx="499" cy="181"/>
            </a:xfrm>
            <a:prstGeom prst="rect">
              <a:avLst/>
            </a:prstGeom>
            <a:noFill/>
            <a:ln w="9525">
              <a:noFill/>
            </a:ln>
          </p:spPr>
        </p:pic>
        <p:sp>
          <p:nvSpPr>
            <p:cNvPr id="22556" name="Text Box 6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7" name="Group 89"/>
          <p:cNvGrpSpPr/>
          <p:nvPr/>
        </p:nvGrpSpPr>
        <p:grpSpPr>
          <a:xfrm>
            <a:off x="8101013" y="3213100"/>
            <a:ext cx="647700" cy="1368425"/>
            <a:chOff x="5148" y="2205"/>
            <a:chExt cx="408" cy="862"/>
          </a:xfrm>
        </p:grpSpPr>
        <p:sp>
          <p:nvSpPr>
            <p:cNvPr id="22553" name="Rectangle 54"/>
            <p:cNvSpPr/>
            <p:nvPr/>
          </p:nvSpPr>
          <p:spPr>
            <a:xfrm>
              <a:off x="5148" y="2205"/>
              <a:ext cx="408" cy="862"/>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sp>
          <p:nvSpPr>
            <p:cNvPr id="22554" name="Line 55"/>
            <p:cNvSpPr/>
            <p:nvPr/>
          </p:nvSpPr>
          <p:spPr>
            <a:xfrm>
              <a:off x="5148" y="2251"/>
              <a:ext cx="0" cy="726"/>
            </a:xfrm>
            <a:prstGeom prst="line">
              <a:avLst/>
            </a:prstGeom>
            <a:ln w="28575" cap="flat" cmpd="sng">
              <a:solidFill>
                <a:srgbClr val="FF3300"/>
              </a:solidFill>
              <a:prstDash val="solid"/>
              <a:headEnd type="none" w="med" len="med"/>
              <a:tailEnd type="none" w="med" len="med"/>
            </a:ln>
          </p:spPr>
        </p:sp>
      </p:grpSp>
      <p:grpSp>
        <p:nvGrpSpPr>
          <p:cNvPr id="22550" name="Group 93"/>
          <p:cNvGrpSpPr/>
          <p:nvPr/>
        </p:nvGrpSpPr>
        <p:grpSpPr>
          <a:xfrm>
            <a:off x="6588125" y="6446838"/>
            <a:ext cx="792163" cy="366712"/>
            <a:chOff x="4649" y="4020"/>
            <a:chExt cx="499" cy="231"/>
          </a:xfrm>
        </p:grpSpPr>
        <p:pic>
          <p:nvPicPr>
            <p:cNvPr id="22551" name="Picture 94" descr="78900"/>
            <p:cNvPicPr>
              <a:picLocks noChangeAspect="1"/>
            </p:cNvPicPr>
            <p:nvPr/>
          </p:nvPicPr>
          <p:blipFill>
            <a:blip r:embed="rId19"/>
            <a:stretch>
              <a:fillRect/>
            </a:stretch>
          </p:blipFill>
          <p:spPr>
            <a:xfrm>
              <a:off x="4649" y="4066"/>
              <a:ext cx="499" cy="181"/>
            </a:xfrm>
            <a:prstGeom prst="rect">
              <a:avLst/>
            </a:prstGeom>
            <a:noFill/>
            <a:ln w="9525">
              <a:noFill/>
            </a:ln>
          </p:spPr>
        </p:pic>
        <p:sp>
          <p:nvSpPr>
            <p:cNvPr id="22552" name="Text Box 9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236"/>
                                        </p:tgtEl>
                                        <p:attrNameLst>
                                          <p:attrName>style.visibility</p:attrName>
                                        </p:attrNameLst>
                                      </p:cBhvr>
                                      <p:to>
                                        <p:strVal val="visible"/>
                                      </p:to>
                                    </p:set>
                                    <p:anim calcmode="lin" valueType="num">
                                      <p:cBhvr additive="base">
                                        <p:cTn id="7" dur="500" fill="hold"/>
                                        <p:tgtEl>
                                          <p:spTgt spid="9236"/>
                                        </p:tgtEl>
                                        <p:attrNameLst>
                                          <p:attrName>ppt_x</p:attrName>
                                        </p:attrNameLst>
                                      </p:cBhvr>
                                      <p:tavLst>
                                        <p:tav tm="0">
                                          <p:val>
                                            <p:strVal val="0-#ppt_w/2"/>
                                          </p:val>
                                        </p:tav>
                                        <p:tav tm="100000">
                                          <p:val>
                                            <p:strVal val="#ppt_x"/>
                                          </p:val>
                                        </p:tav>
                                      </p:tavLst>
                                    </p:anim>
                                    <p:anim calcmode="lin" valueType="num">
                                      <p:cBhvr additive="base">
                                        <p:cTn id="8" dur="500" fill="hold"/>
                                        <p:tgtEl>
                                          <p:spTgt spid="92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9235"/>
                                        </p:tgtEl>
                                        <p:attrNameLst>
                                          <p:attrName>style.visibility</p:attrName>
                                        </p:attrNameLst>
                                      </p:cBhvr>
                                      <p:to>
                                        <p:strVal val="visible"/>
                                      </p:to>
                                    </p:set>
                                    <p:animEffect transition="in" filter="wipe(left)">
                                      <p:cBhvr>
                                        <p:cTn id="17" dur="500"/>
                                        <p:tgtEl>
                                          <p:spTgt spid="923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9223"/>
                                        </p:tgtEl>
                                        <p:attrNameLst>
                                          <p:attrName>style.visibility</p:attrName>
                                        </p:attrNameLst>
                                      </p:cBhvr>
                                      <p:to>
                                        <p:strVal val="visible"/>
                                      </p:to>
                                    </p:set>
                                    <p:anim calcmode="lin" valueType="num">
                                      <p:cBhvr additive="base">
                                        <p:cTn id="22" dur="500" fill="hold"/>
                                        <p:tgtEl>
                                          <p:spTgt spid="9223"/>
                                        </p:tgtEl>
                                        <p:attrNameLst>
                                          <p:attrName>ppt_x</p:attrName>
                                        </p:attrNameLst>
                                      </p:cBhvr>
                                      <p:tavLst>
                                        <p:tav tm="0">
                                          <p:val>
                                            <p:strVal val="0-#ppt_w/2"/>
                                          </p:val>
                                        </p:tav>
                                        <p:tav tm="100000">
                                          <p:val>
                                            <p:strVal val="#ppt_x"/>
                                          </p:val>
                                        </p:tav>
                                      </p:tavLst>
                                    </p:anim>
                                    <p:anim calcmode="lin" valueType="num">
                                      <p:cBhvr additive="base">
                                        <p:cTn id="23" dur="500" fill="hold"/>
                                        <p:tgtEl>
                                          <p:spTgt spid="922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9225"/>
                                        </p:tgtEl>
                                        <p:attrNameLst>
                                          <p:attrName>style.visibility</p:attrName>
                                        </p:attrNameLst>
                                      </p:cBhvr>
                                      <p:to>
                                        <p:strVal val="visible"/>
                                      </p:to>
                                    </p:set>
                                    <p:anim calcmode="lin" valueType="num">
                                      <p:cBhvr additive="base">
                                        <p:cTn id="28" dur="500" fill="hold"/>
                                        <p:tgtEl>
                                          <p:spTgt spid="9225"/>
                                        </p:tgtEl>
                                        <p:attrNameLst>
                                          <p:attrName>ppt_x</p:attrName>
                                        </p:attrNameLst>
                                      </p:cBhvr>
                                      <p:tavLst>
                                        <p:tav tm="0">
                                          <p:val>
                                            <p:strVal val="0-#ppt_w/2"/>
                                          </p:val>
                                        </p:tav>
                                        <p:tav tm="100000">
                                          <p:val>
                                            <p:strVal val="#ppt_x"/>
                                          </p:val>
                                        </p:tav>
                                      </p:tavLst>
                                    </p:anim>
                                    <p:anim calcmode="lin" valueType="num">
                                      <p:cBhvr additive="base">
                                        <p:cTn id="29" dur="500" fill="hold"/>
                                        <p:tgtEl>
                                          <p:spTgt spid="922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9224"/>
                                        </p:tgtEl>
                                        <p:attrNameLst>
                                          <p:attrName>style.visibility</p:attrName>
                                        </p:attrNameLst>
                                      </p:cBhvr>
                                      <p:to>
                                        <p:strVal val="visible"/>
                                      </p:to>
                                    </p:set>
                                    <p:animEffect transition="in" filter="wipe(left)">
                                      <p:cBhvr>
                                        <p:cTn id="44" dur="500"/>
                                        <p:tgtEl>
                                          <p:spTgt spid="92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9226"/>
                                        </p:tgtEl>
                                        <p:attrNameLst>
                                          <p:attrName>style.visibility</p:attrName>
                                        </p:attrNameLst>
                                      </p:cBhvr>
                                      <p:to>
                                        <p:strVal val="visible"/>
                                      </p:to>
                                    </p:set>
                                    <p:animEffect transition="in" filter="wipe(left)">
                                      <p:cBhvr>
                                        <p:cTn id="49" dur="500"/>
                                        <p:tgtEl>
                                          <p:spTgt spid="922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left)">
                                      <p:cBhvr>
                                        <p:cTn id="54" dur="500"/>
                                        <p:tgtEl>
                                          <p:spTgt spid="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9267">
                                            <p:txEl>
                                              <p:charRg st="0" end="6"/>
                                            </p:txEl>
                                          </p:spTgt>
                                        </p:tgtEl>
                                        <p:attrNameLst>
                                          <p:attrName>style.visibility</p:attrName>
                                        </p:attrNameLst>
                                      </p:cBhvr>
                                      <p:to>
                                        <p:strVal val="visible"/>
                                      </p:to>
                                    </p:set>
                                    <p:animEffect transition="in" filter="wipe(left)">
                                      <p:cBhvr>
                                        <p:cTn id="59" dur="500"/>
                                        <p:tgtEl>
                                          <p:spTgt spid="9267">
                                            <p:txEl>
                                              <p:charRg st="0"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9265">
                                            <p:txEl>
                                              <p:charRg st="0" end="5"/>
                                            </p:txEl>
                                          </p:spTgt>
                                        </p:tgtEl>
                                        <p:attrNameLst>
                                          <p:attrName>style.visibility</p:attrName>
                                        </p:attrNameLst>
                                      </p:cBhvr>
                                      <p:to>
                                        <p:strVal val="visible"/>
                                      </p:to>
                                    </p:set>
                                    <p:animEffect transition="in" filter="wipe(left)">
                                      <p:cBhvr>
                                        <p:cTn id="64" dur="500"/>
                                        <p:tgtEl>
                                          <p:spTgt spid="9265">
                                            <p:txEl>
                                              <p:charRg st="0" end="5"/>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266">
                                            <p:txEl>
                                              <p:charRg st="0" end="5"/>
                                            </p:txEl>
                                          </p:spTgt>
                                        </p:tgtEl>
                                        <p:attrNameLst>
                                          <p:attrName>style.visibility</p:attrName>
                                        </p:attrNameLst>
                                      </p:cBhvr>
                                      <p:to>
                                        <p:strVal val="visible"/>
                                      </p:to>
                                    </p:set>
                                    <p:animEffect transition="in" filter="wipe(left)">
                                      <p:cBhvr>
                                        <p:cTn id="69" dur="500"/>
                                        <p:tgtEl>
                                          <p:spTgt spid="9266">
                                            <p:txEl>
                                              <p:charRg st="0" end="5"/>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9268">
                                            <p:txEl>
                                              <p:charRg st="0" end="6"/>
                                            </p:txEl>
                                          </p:spTgt>
                                        </p:tgtEl>
                                        <p:attrNameLst>
                                          <p:attrName>style.visibility</p:attrName>
                                        </p:attrNameLst>
                                      </p:cBhvr>
                                      <p:to>
                                        <p:strVal val="visible"/>
                                      </p:to>
                                    </p:set>
                                    <p:animEffect transition="in" filter="wipe(left)">
                                      <p:cBhvr>
                                        <p:cTn id="74" dur="500"/>
                                        <p:tgtEl>
                                          <p:spTgt spid="9268">
                                            <p:txEl>
                                              <p:charRg st="0"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 grpId="0"/>
      <p:bldP spid="9265" grpId="0" build="p"/>
      <p:bldP spid="9266" grpId="0" build="p"/>
      <p:bldP spid="926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72" name="Object 8"/>
          <p:cNvGraphicFramePr/>
          <p:nvPr/>
        </p:nvGraphicFramePr>
        <p:xfrm>
          <a:off x="3348038" y="1052513"/>
          <a:ext cx="3830637" cy="1238250"/>
        </p:xfrm>
        <a:graphic>
          <a:graphicData uri="http://schemas.openxmlformats.org/presentationml/2006/ole">
            <mc:AlternateContent xmlns:mc="http://schemas.openxmlformats.org/markup-compatibility/2006">
              <mc:Choice xmlns:v="urn:schemas-microsoft-com:vml" Requires="v">
                <p:oleObj spid="_x0000_s3236" name="" r:id="rId1" imgW="1688465" imgH="546100" progId="Equation.3">
                  <p:embed/>
                </p:oleObj>
              </mc:Choice>
              <mc:Fallback>
                <p:oleObj name="" r:id="rId1" imgW="1688465" imgH="546100" progId="Equation.3">
                  <p:embed/>
                  <p:pic>
                    <p:nvPicPr>
                      <p:cNvPr id="0" name="图片 3235"/>
                      <p:cNvPicPr/>
                      <p:nvPr/>
                    </p:nvPicPr>
                    <p:blipFill>
                      <a:blip r:embed="rId2">
                        <a:clrChange>
                          <a:clrFrom>
                            <a:srgbClr val="000000"/>
                          </a:clrFrom>
                          <a:clrTo>
                            <a:srgbClr val="FFFFFF"/>
                          </a:clrTo>
                        </a:clrChange>
                      </a:blip>
                      <a:stretch>
                        <a:fillRect/>
                      </a:stretch>
                    </p:blipFill>
                    <p:spPr>
                      <a:xfrm>
                        <a:off x="3348038" y="1052513"/>
                        <a:ext cx="3830637" cy="1238250"/>
                      </a:xfrm>
                      <a:prstGeom prst="rect">
                        <a:avLst/>
                      </a:prstGeom>
                      <a:noFill/>
                      <a:ln w="38100">
                        <a:noFill/>
                        <a:miter/>
                      </a:ln>
                    </p:spPr>
                  </p:pic>
                </p:oleObj>
              </mc:Fallback>
            </mc:AlternateContent>
          </a:graphicData>
        </a:graphic>
      </p:graphicFrame>
      <p:sp>
        <p:nvSpPr>
          <p:cNvPr id="11273" name="Text Box 9"/>
          <p:cNvSpPr txBox="1"/>
          <p:nvPr/>
        </p:nvSpPr>
        <p:spPr>
          <a:xfrm>
            <a:off x="900113" y="2420938"/>
            <a:ext cx="230505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由</a:t>
            </a:r>
            <a:r>
              <a:rPr lang="en-US" altLang="zh-CN" b="0" dirty="0">
                <a:solidFill>
                  <a:srgbClr val="FFFF00"/>
                </a:solidFill>
                <a:latin typeface="楷体_GB2312" pitchFamily="49" charset="-122"/>
              </a:rPr>
              <a:t>(2)</a:t>
            </a:r>
            <a:r>
              <a:rPr lang="zh-CN" altLang="en-US" dirty="0">
                <a:solidFill>
                  <a:srgbClr val="FFFF00"/>
                </a:solidFill>
                <a:latin typeface="楷体_GB2312" pitchFamily="49" charset="-122"/>
              </a:rPr>
              <a:t>式得</a:t>
            </a:r>
            <a:endParaRPr lang="zh-CN" altLang="en-US" dirty="0">
              <a:solidFill>
                <a:srgbClr val="FFFF00"/>
              </a:solidFill>
              <a:latin typeface="楷体_GB2312" pitchFamily="49" charset="-122"/>
            </a:endParaRPr>
          </a:p>
        </p:txBody>
      </p:sp>
      <p:graphicFrame>
        <p:nvGraphicFramePr>
          <p:cNvPr id="11274" name="Object 10"/>
          <p:cNvGraphicFramePr/>
          <p:nvPr/>
        </p:nvGraphicFramePr>
        <p:xfrm>
          <a:off x="3348038" y="2276475"/>
          <a:ext cx="4171950" cy="1163638"/>
        </p:xfrm>
        <a:graphic>
          <a:graphicData uri="http://schemas.openxmlformats.org/presentationml/2006/ole">
            <mc:AlternateContent xmlns:mc="http://schemas.openxmlformats.org/markup-compatibility/2006">
              <mc:Choice xmlns:v="urn:schemas-microsoft-com:vml" Requires="v">
                <p:oleObj spid="_x0000_s3233" name="" r:id="rId3" imgW="1764665" imgH="495300" progId="Equation.3">
                  <p:embed/>
                </p:oleObj>
              </mc:Choice>
              <mc:Fallback>
                <p:oleObj name="" r:id="rId3" imgW="1764665" imgH="495300" progId="Equation.3">
                  <p:embed/>
                  <p:pic>
                    <p:nvPicPr>
                      <p:cNvPr id="0" name="图片 3232"/>
                      <p:cNvPicPr/>
                      <p:nvPr/>
                    </p:nvPicPr>
                    <p:blipFill>
                      <a:blip r:embed="rId4">
                        <a:clrChange>
                          <a:clrFrom>
                            <a:srgbClr val="000000"/>
                          </a:clrFrom>
                          <a:clrTo>
                            <a:srgbClr val="FFFFFF"/>
                          </a:clrTo>
                        </a:clrChange>
                      </a:blip>
                      <a:stretch>
                        <a:fillRect/>
                      </a:stretch>
                    </p:blipFill>
                    <p:spPr>
                      <a:xfrm>
                        <a:off x="3348038" y="2276475"/>
                        <a:ext cx="4171950" cy="1163638"/>
                      </a:xfrm>
                      <a:prstGeom prst="rect">
                        <a:avLst/>
                      </a:prstGeom>
                      <a:noFill/>
                      <a:ln w="38100">
                        <a:noFill/>
                        <a:miter/>
                      </a:ln>
                    </p:spPr>
                  </p:pic>
                </p:oleObj>
              </mc:Fallback>
            </mc:AlternateContent>
          </a:graphicData>
        </a:graphic>
      </p:graphicFrame>
      <p:graphicFrame>
        <p:nvGraphicFramePr>
          <p:cNvPr id="11276" name="Object 12"/>
          <p:cNvGraphicFramePr/>
          <p:nvPr/>
        </p:nvGraphicFramePr>
        <p:xfrm>
          <a:off x="3276600" y="3429000"/>
          <a:ext cx="4394200" cy="1246188"/>
        </p:xfrm>
        <a:graphic>
          <a:graphicData uri="http://schemas.openxmlformats.org/presentationml/2006/ole">
            <mc:AlternateContent xmlns:mc="http://schemas.openxmlformats.org/markup-compatibility/2006">
              <mc:Choice xmlns:v="urn:schemas-microsoft-com:vml" Requires="v">
                <p:oleObj spid="_x0000_s3235" name="" r:id="rId5" imgW="1917065" imgH="546100" progId="Equation.3">
                  <p:embed/>
                </p:oleObj>
              </mc:Choice>
              <mc:Fallback>
                <p:oleObj name="" r:id="rId5" imgW="1917065" imgH="546100" progId="Equation.3">
                  <p:embed/>
                  <p:pic>
                    <p:nvPicPr>
                      <p:cNvPr id="0" name="图片 3234"/>
                      <p:cNvPicPr/>
                      <p:nvPr/>
                    </p:nvPicPr>
                    <p:blipFill>
                      <a:blip r:embed="rId6">
                        <a:clrChange>
                          <a:clrFrom>
                            <a:srgbClr val="000000"/>
                          </a:clrFrom>
                          <a:clrTo>
                            <a:srgbClr val="FFFFFF"/>
                          </a:clrTo>
                        </a:clrChange>
                      </a:blip>
                      <a:stretch>
                        <a:fillRect/>
                      </a:stretch>
                    </p:blipFill>
                    <p:spPr>
                      <a:xfrm>
                        <a:off x="3276600" y="3429000"/>
                        <a:ext cx="4394200" cy="1246188"/>
                      </a:xfrm>
                      <a:prstGeom prst="rect">
                        <a:avLst/>
                      </a:prstGeom>
                      <a:noFill/>
                      <a:ln w="38100">
                        <a:noFill/>
                        <a:miter/>
                      </a:ln>
                    </p:spPr>
                  </p:pic>
                </p:oleObj>
              </mc:Fallback>
            </mc:AlternateContent>
          </a:graphicData>
        </a:graphic>
      </p:graphicFrame>
      <p:sp>
        <p:nvSpPr>
          <p:cNvPr id="11277" name="Text Box 13"/>
          <p:cNvSpPr txBox="1"/>
          <p:nvPr/>
        </p:nvSpPr>
        <p:spPr>
          <a:xfrm>
            <a:off x="827088" y="1268413"/>
            <a:ext cx="3024187" cy="519112"/>
          </a:xfrm>
          <a:prstGeom prst="rect">
            <a:avLst/>
          </a:prstGeom>
          <a:noFill/>
          <a:ln w="9525">
            <a:noFill/>
          </a:ln>
        </p:spPr>
        <p:txBody>
          <a:bodyPr anchor="ctr" anchorCtr="0">
            <a:spAutoFit/>
          </a:bodyPr>
          <a:p>
            <a:r>
              <a:rPr lang="en-US" altLang="zh-CN" b="0" i="1" dirty="0">
                <a:latin typeface="Times New Roman" panose="02020603050405020304" pitchFamily="18" charset="0"/>
              </a:rPr>
              <a:t>Y</a:t>
            </a:r>
            <a:r>
              <a:rPr lang="en-US" altLang="zh-CN" b="0" i="1" dirty="0">
                <a:solidFill>
                  <a:srgbClr val="FFFF00"/>
                </a:solidFill>
                <a:latin typeface="Times New Roman" panose="02020603050405020304" pitchFamily="18" charset="0"/>
              </a:rPr>
              <a:t> </a:t>
            </a:r>
            <a:r>
              <a:rPr lang="zh-CN" altLang="zh-CN" dirty="0">
                <a:solidFill>
                  <a:srgbClr val="FFFF00"/>
                </a:solidFill>
                <a:latin typeface="楷体_GB2312" pitchFamily="49" charset="-122"/>
              </a:rPr>
              <a:t>参数方程</a:t>
            </a:r>
            <a:endParaRPr lang="zh-CN" altLang="en-US" i="1" dirty="0">
              <a:solidFill>
                <a:srgbClr val="FFFF00"/>
              </a:solidFill>
              <a:latin typeface="楷体_GB2312" pitchFamily="49" charset="-122"/>
            </a:endParaRPr>
          </a:p>
        </p:txBody>
      </p:sp>
      <p:sp>
        <p:nvSpPr>
          <p:cNvPr id="11280" name="Text Box 16"/>
          <p:cNvSpPr txBox="1"/>
          <p:nvPr/>
        </p:nvSpPr>
        <p:spPr>
          <a:xfrm>
            <a:off x="468313" y="476250"/>
            <a:ext cx="3663950" cy="519113"/>
          </a:xfrm>
          <a:prstGeom prst="rect">
            <a:avLst/>
          </a:prstGeom>
          <a:noFill/>
          <a:ln w="28575">
            <a:noFill/>
          </a:ln>
        </p:spPr>
        <p:txBody>
          <a:bodyPr>
            <a:spAutoFit/>
          </a:bodyPr>
          <a:p>
            <a:pPr marL="342900" indent="-342900">
              <a:spcBef>
                <a:spcPct val="50000"/>
              </a:spcBef>
              <a:buAutoNum type="circleNumDbPlain" startAt="3"/>
            </a:pPr>
            <a:r>
              <a:rPr lang="zh-CN" altLang="en-US" dirty="0">
                <a:solidFill>
                  <a:srgbClr val="FF9900"/>
                </a:solidFill>
                <a:latin typeface="楷体_GB2312" pitchFamily="49" charset="-122"/>
              </a:rPr>
              <a:t>互易性和对称性</a:t>
            </a:r>
            <a:endParaRPr lang="zh-CN" altLang="en-US" dirty="0">
              <a:solidFill>
                <a:srgbClr val="FF9900"/>
              </a:solidFill>
              <a:latin typeface="楷体_GB2312" pitchFamily="49" charset="-122"/>
            </a:endParaRPr>
          </a:p>
        </p:txBody>
      </p:sp>
      <p:sp>
        <p:nvSpPr>
          <p:cNvPr id="11281" name="Text Box 17"/>
          <p:cNvSpPr txBox="1"/>
          <p:nvPr/>
        </p:nvSpPr>
        <p:spPr>
          <a:xfrm>
            <a:off x="900113" y="4292600"/>
            <a:ext cx="1314450"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其中</a:t>
            </a:r>
            <a:endParaRPr lang="zh-CN" altLang="en-US" dirty="0">
              <a:solidFill>
                <a:srgbClr val="FFFF00"/>
              </a:solidFill>
              <a:latin typeface="Times New Roman" panose="02020603050405020304" pitchFamily="18" charset="0"/>
            </a:endParaRPr>
          </a:p>
        </p:txBody>
      </p:sp>
      <p:graphicFrame>
        <p:nvGraphicFramePr>
          <p:cNvPr id="11282" name="Object 18"/>
          <p:cNvGraphicFramePr/>
          <p:nvPr/>
        </p:nvGraphicFramePr>
        <p:xfrm>
          <a:off x="468313" y="4868863"/>
          <a:ext cx="1800225" cy="1325562"/>
        </p:xfrm>
        <a:graphic>
          <a:graphicData uri="http://schemas.openxmlformats.org/presentationml/2006/ole">
            <mc:AlternateContent xmlns:mc="http://schemas.openxmlformats.org/markup-compatibility/2006">
              <mc:Choice xmlns:v="urn:schemas-microsoft-com:vml" Requires="v">
                <p:oleObj spid="_x0000_s3232" name="" r:id="rId7" imgW="673100" imgH="495300" progId="Equation.DSMT4">
                  <p:embed/>
                </p:oleObj>
              </mc:Choice>
              <mc:Fallback>
                <p:oleObj name="" r:id="rId7" imgW="673100" imgH="495300" progId="Equation.DSMT4">
                  <p:embed/>
                  <p:pic>
                    <p:nvPicPr>
                      <p:cNvPr id="0" name="图片 3231"/>
                      <p:cNvPicPr/>
                      <p:nvPr/>
                    </p:nvPicPr>
                    <p:blipFill>
                      <a:blip r:embed="rId8">
                        <a:clrChange>
                          <a:clrFrom>
                            <a:srgbClr val="000000"/>
                          </a:clrFrom>
                          <a:clrTo>
                            <a:srgbClr val="FFFFFF"/>
                          </a:clrTo>
                        </a:clrChange>
                      </a:blip>
                      <a:stretch>
                        <a:fillRect/>
                      </a:stretch>
                    </p:blipFill>
                    <p:spPr>
                      <a:xfrm>
                        <a:off x="468313" y="4868863"/>
                        <a:ext cx="1800225" cy="1325562"/>
                      </a:xfrm>
                      <a:prstGeom prst="rect">
                        <a:avLst/>
                      </a:prstGeom>
                      <a:noFill/>
                      <a:ln w="38100">
                        <a:noFill/>
                        <a:miter/>
                      </a:ln>
                    </p:spPr>
                  </p:pic>
                </p:oleObj>
              </mc:Fallback>
            </mc:AlternateContent>
          </a:graphicData>
        </a:graphic>
      </p:graphicFrame>
      <p:graphicFrame>
        <p:nvGraphicFramePr>
          <p:cNvPr id="11283" name="Object 19"/>
          <p:cNvGraphicFramePr/>
          <p:nvPr/>
        </p:nvGraphicFramePr>
        <p:xfrm>
          <a:off x="2268538" y="4941888"/>
          <a:ext cx="1828800" cy="1120775"/>
        </p:xfrm>
        <a:graphic>
          <a:graphicData uri="http://schemas.openxmlformats.org/presentationml/2006/ole">
            <mc:AlternateContent xmlns:mc="http://schemas.openxmlformats.org/markup-compatibility/2006">
              <mc:Choice xmlns:v="urn:schemas-microsoft-com:vml" Requires="v">
                <p:oleObj spid="_x0000_s3237" name="" r:id="rId9" imgW="622300" imgH="431800" progId="Equation.DSMT4">
                  <p:embed/>
                </p:oleObj>
              </mc:Choice>
              <mc:Fallback>
                <p:oleObj name="" r:id="rId9" imgW="622300" imgH="431800" progId="Equation.DSMT4">
                  <p:embed/>
                  <p:pic>
                    <p:nvPicPr>
                      <p:cNvPr id="0" name="图片 3236"/>
                      <p:cNvPicPr/>
                      <p:nvPr/>
                    </p:nvPicPr>
                    <p:blipFill>
                      <a:blip r:embed="rId10">
                        <a:clrChange>
                          <a:clrFrom>
                            <a:srgbClr val="000000"/>
                          </a:clrFrom>
                          <a:clrTo>
                            <a:srgbClr val="FFFFFF"/>
                          </a:clrTo>
                        </a:clrChange>
                      </a:blip>
                      <a:stretch>
                        <a:fillRect/>
                      </a:stretch>
                    </p:blipFill>
                    <p:spPr>
                      <a:xfrm>
                        <a:off x="2268538" y="4941888"/>
                        <a:ext cx="1828800" cy="1120775"/>
                      </a:xfrm>
                      <a:prstGeom prst="rect">
                        <a:avLst/>
                      </a:prstGeom>
                      <a:noFill/>
                      <a:ln w="38100">
                        <a:noFill/>
                        <a:miter/>
                      </a:ln>
                    </p:spPr>
                  </p:pic>
                </p:oleObj>
              </mc:Fallback>
            </mc:AlternateContent>
          </a:graphicData>
        </a:graphic>
      </p:graphicFrame>
      <p:graphicFrame>
        <p:nvGraphicFramePr>
          <p:cNvPr id="11284" name="Object 20"/>
          <p:cNvGraphicFramePr/>
          <p:nvPr/>
        </p:nvGraphicFramePr>
        <p:xfrm>
          <a:off x="4140200" y="5013325"/>
          <a:ext cx="2981325" cy="1035050"/>
        </p:xfrm>
        <a:graphic>
          <a:graphicData uri="http://schemas.openxmlformats.org/presentationml/2006/ole">
            <mc:AlternateContent xmlns:mc="http://schemas.openxmlformats.org/markup-compatibility/2006">
              <mc:Choice xmlns:v="urn:schemas-microsoft-com:vml" Requires="v">
                <p:oleObj spid="_x0000_s3238" name="" r:id="rId11" imgW="1243965" imgH="431800" progId="Equation.DSMT4">
                  <p:embed/>
                </p:oleObj>
              </mc:Choice>
              <mc:Fallback>
                <p:oleObj name="" r:id="rId11" imgW="1243965" imgH="431800" progId="Equation.DSMT4">
                  <p:embed/>
                  <p:pic>
                    <p:nvPicPr>
                      <p:cNvPr id="0" name="图片 3237"/>
                      <p:cNvPicPr/>
                      <p:nvPr/>
                    </p:nvPicPr>
                    <p:blipFill>
                      <a:blip r:embed="rId12">
                        <a:clrChange>
                          <a:clrFrom>
                            <a:srgbClr val="000000"/>
                          </a:clrFrom>
                          <a:clrTo>
                            <a:srgbClr val="FFFFFF"/>
                          </a:clrTo>
                        </a:clrChange>
                      </a:blip>
                      <a:stretch>
                        <a:fillRect/>
                      </a:stretch>
                    </p:blipFill>
                    <p:spPr>
                      <a:xfrm>
                        <a:off x="4140200" y="5013325"/>
                        <a:ext cx="2981325" cy="1035050"/>
                      </a:xfrm>
                      <a:prstGeom prst="rect">
                        <a:avLst/>
                      </a:prstGeom>
                      <a:noFill/>
                      <a:ln w="38100">
                        <a:noFill/>
                        <a:miter/>
                      </a:ln>
                    </p:spPr>
                  </p:pic>
                </p:oleObj>
              </mc:Fallback>
            </mc:AlternateContent>
          </a:graphicData>
        </a:graphic>
      </p:graphicFrame>
      <p:graphicFrame>
        <p:nvGraphicFramePr>
          <p:cNvPr id="11285" name="Object 21"/>
          <p:cNvGraphicFramePr/>
          <p:nvPr/>
        </p:nvGraphicFramePr>
        <p:xfrm>
          <a:off x="7019925" y="5013325"/>
          <a:ext cx="1727200" cy="995363"/>
        </p:xfrm>
        <a:graphic>
          <a:graphicData uri="http://schemas.openxmlformats.org/presentationml/2006/ole">
            <mc:AlternateContent xmlns:mc="http://schemas.openxmlformats.org/markup-compatibility/2006">
              <mc:Choice xmlns:v="urn:schemas-microsoft-com:vml" Requires="v">
                <p:oleObj spid="_x0000_s3234" name="" r:id="rId13" imgW="748665" imgH="431800" progId="Equation.DSMT4">
                  <p:embed/>
                </p:oleObj>
              </mc:Choice>
              <mc:Fallback>
                <p:oleObj name="" r:id="rId13" imgW="748665" imgH="431800" progId="Equation.DSMT4">
                  <p:embed/>
                  <p:pic>
                    <p:nvPicPr>
                      <p:cNvPr id="0" name="图片 3233"/>
                      <p:cNvPicPr/>
                      <p:nvPr/>
                    </p:nvPicPr>
                    <p:blipFill>
                      <a:blip r:embed="rId14">
                        <a:clrChange>
                          <a:clrFrom>
                            <a:srgbClr val="000000"/>
                          </a:clrFrom>
                          <a:clrTo>
                            <a:srgbClr val="FFFFFF"/>
                          </a:clrTo>
                        </a:clrChange>
                      </a:blip>
                      <a:stretch>
                        <a:fillRect/>
                      </a:stretch>
                    </p:blipFill>
                    <p:spPr>
                      <a:xfrm>
                        <a:off x="7019925" y="5013325"/>
                        <a:ext cx="1727200" cy="995363"/>
                      </a:xfrm>
                      <a:prstGeom prst="rect">
                        <a:avLst/>
                      </a:prstGeom>
                      <a:noFill/>
                      <a:ln w="38100">
                        <a:noFill/>
                        <a:miter/>
                      </a:ln>
                    </p:spPr>
                  </p:pic>
                </p:oleObj>
              </mc:Fallback>
            </mc:AlternateContent>
          </a:graphicData>
        </a:graphic>
      </p:graphicFrame>
      <p:grpSp>
        <p:nvGrpSpPr>
          <p:cNvPr id="23565" name="Group 26"/>
          <p:cNvGrpSpPr/>
          <p:nvPr/>
        </p:nvGrpSpPr>
        <p:grpSpPr>
          <a:xfrm>
            <a:off x="8316913" y="6446838"/>
            <a:ext cx="792162" cy="366712"/>
            <a:chOff x="5193" y="4020"/>
            <a:chExt cx="499" cy="231"/>
          </a:xfrm>
        </p:grpSpPr>
        <p:pic>
          <p:nvPicPr>
            <p:cNvPr id="23573" name="Picture 27" descr="78900"/>
            <p:cNvPicPr>
              <a:picLocks noChangeAspect="1"/>
            </p:cNvPicPr>
            <p:nvPr/>
          </p:nvPicPr>
          <p:blipFill>
            <a:blip r:embed="rId15"/>
            <a:stretch>
              <a:fillRect/>
            </a:stretch>
          </p:blipFill>
          <p:spPr>
            <a:xfrm>
              <a:off x="5193" y="4066"/>
              <a:ext cx="499" cy="181"/>
            </a:xfrm>
            <a:prstGeom prst="rect">
              <a:avLst/>
            </a:prstGeom>
            <a:noFill/>
            <a:ln w="9525">
              <a:noFill/>
            </a:ln>
          </p:spPr>
        </p:pic>
        <p:sp>
          <p:nvSpPr>
            <p:cNvPr id="23574" name="Text Box 2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3566" name="Group 29"/>
          <p:cNvGrpSpPr/>
          <p:nvPr/>
        </p:nvGrpSpPr>
        <p:grpSpPr>
          <a:xfrm>
            <a:off x="7453313" y="6446838"/>
            <a:ext cx="792162" cy="366712"/>
            <a:chOff x="4649" y="4020"/>
            <a:chExt cx="499" cy="231"/>
          </a:xfrm>
        </p:grpSpPr>
        <p:pic>
          <p:nvPicPr>
            <p:cNvPr id="23571" name="Picture 30" descr="78900"/>
            <p:cNvPicPr>
              <a:picLocks noChangeAspect="1"/>
            </p:cNvPicPr>
            <p:nvPr/>
          </p:nvPicPr>
          <p:blipFill>
            <a:blip r:embed="rId15"/>
            <a:stretch>
              <a:fillRect/>
            </a:stretch>
          </p:blipFill>
          <p:spPr>
            <a:xfrm>
              <a:off x="4649" y="4066"/>
              <a:ext cx="499" cy="181"/>
            </a:xfrm>
            <a:prstGeom prst="rect">
              <a:avLst/>
            </a:prstGeom>
            <a:noFill/>
            <a:ln w="9525">
              <a:noFill/>
            </a:ln>
          </p:spPr>
        </p:pic>
        <p:sp>
          <p:nvSpPr>
            <p:cNvPr id="23572" name="Text Box 3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11299" name="AutoShape 35"/>
          <p:cNvSpPr/>
          <p:nvPr/>
        </p:nvSpPr>
        <p:spPr>
          <a:xfrm rot="-5400000">
            <a:off x="7089775" y="1485900"/>
            <a:ext cx="1658938" cy="647700"/>
          </a:xfrm>
          <a:prstGeom prst="curvedUpArrow">
            <a:avLst>
              <a:gd name="adj1" fmla="val 13969"/>
              <a:gd name="adj2" fmla="val 74989"/>
              <a:gd name="adj3" fmla="val 44851"/>
            </a:avLst>
          </a:prstGeom>
          <a:solidFill>
            <a:srgbClr val="3399FF"/>
          </a:solidFill>
          <a:ln w="9525" cap="flat" cmpd="sng">
            <a:solidFill>
              <a:srgbClr val="3399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23568" name="Group 39"/>
          <p:cNvGrpSpPr/>
          <p:nvPr/>
        </p:nvGrpSpPr>
        <p:grpSpPr>
          <a:xfrm>
            <a:off x="6588125" y="6446838"/>
            <a:ext cx="792163" cy="366712"/>
            <a:chOff x="4649" y="4020"/>
            <a:chExt cx="499" cy="231"/>
          </a:xfrm>
        </p:grpSpPr>
        <p:pic>
          <p:nvPicPr>
            <p:cNvPr id="23569" name="Picture 40" descr="78900"/>
            <p:cNvPicPr>
              <a:picLocks noChangeAspect="1"/>
            </p:cNvPicPr>
            <p:nvPr/>
          </p:nvPicPr>
          <p:blipFill>
            <a:blip r:embed="rId15"/>
            <a:stretch>
              <a:fillRect/>
            </a:stretch>
          </p:blipFill>
          <p:spPr>
            <a:xfrm>
              <a:off x="4649" y="4066"/>
              <a:ext cx="499" cy="181"/>
            </a:xfrm>
            <a:prstGeom prst="rect">
              <a:avLst/>
            </a:prstGeom>
            <a:noFill/>
            <a:ln w="9525">
              <a:noFill/>
            </a:ln>
          </p:spPr>
        </p:pic>
        <p:sp>
          <p:nvSpPr>
            <p:cNvPr id="23570" name="Text Box 4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80"/>
                                        </p:tgtEl>
                                        <p:attrNameLst>
                                          <p:attrName>style.visibility</p:attrName>
                                        </p:attrNameLst>
                                      </p:cBhvr>
                                      <p:to>
                                        <p:strVal val="visible"/>
                                      </p:to>
                                    </p:set>
                                    <p:anim calcmode="lin" valueType="num">
                                      <p:cBhvr additive="base">
                                        <p:cTn id="7" dur="500" fill="hold"/>
                                        <p:tgtEl>
                                          <p:spTgt spid="11280"/>
                                        </p:tgtEl>
                                        <p:attrNameLst>
                                          <p:attrName>ppt_x</p:attrName>
                                        </p:attrNameLst>
                                      </p:cBhvr>
                                      <p:tavLst>
                                        <p:tav tm="0">
                                          <p:val>
                                            <p:strVal val="0-#ppt_w/2"/>
                                          </p:val>
                                        </p:tav>
                                        <p:tav tm="100000">
                                          <p:val>
                                            <p:strVal val="#ppt_x"/>
                                          </p:val>
                                        </p:tav>
                                      </p:tavLst>
                                    </p:anim>
                                    <p:anim calcmode="lin" valueType="num">
                                      <p:cBhvr additive="base">
                                        <p:cTn id="8" dur="500" fill="hold"/>
                                        <p:tgtEl>
                                          <p:spTgt spid="112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1277"/>
                                        </p:tgtEl>
                                        <p:attrNameLst>
                                          <p:attrName>style.visibility</p:attrName>
                                        </p:attrNameLst>
                                      </p:cBhvr>
                                      <p:to>
                                        <p:strVal val="visible"/>
                                      </p:to>
                                    </p:set>
                                    <p:animEffect transition="in" filter="dissolve">
                                      <p:cBhvr>
                                        <p:cTn id="13" dur="500"/>
                                        <p:tgtEl>
                                          <p:spTgt spid="1127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1272"/>
                                        </p:tgtEl>
                                        <p:attrNameLst>
                                          <p:attrName>style.visibility</p:attrName>
                                        </p:attrNameLst>
                                      </p:cBhvr>
                                      <p:to>
                                        <p:strVal val="visible"/>
                                      </p:to>
                                    </p:set>
                                    <p:anim calcmode="lin" valueType="num">
                                      <p:cBhvr additive="base">
                                        <p:cTn id="18" dur="500" fill="hold"/>
                                        <p:tgtEl>
                                          <p:spTgt spid="11272"/>
                                        </p:tgtEl>
                                        <p:attrNameLst>
                                          <p:attrName>ppt_x</p:attrName>
                                        </p:attrNameLst>
                                      </p:cBhvr>
                                      <p:tavLst>
                                        <p:tav tm="0">
                                          <p:val>
                                            <p:strVal val="1+#ppt_w/2"/>
                                          </p:val>
                                        </p:tav>
                                        <p:tav tm="100000">
                                          <p:val>
                                            <p:strVal val="#ppt_x"/>
                                          </p:val>
                                        </p:tav>
                                      </p:tavLst>
                                    </p:anim>
                                    <p:anim calcmode="lin" valueType="num">
                                      <p:cBhvr additive="base">
                                        <p:cTn id="19" dur="500" fill="hold"/>
                                        <p:tgtEl>
                                          <p:spTgt spid="1127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1273">
                                            <p:txEl>
                                              <p:charRg st="0" end="7"/>
                                            </p:txEl>
                                          </p:spTgt>
                                        </p:tgtEl>
                                        <p:attrNameLst>
                                          <p:attrName>style.visibility</p:attrName>
                                        </p:attrNameLst>
                                      </p:cBhvr>
                                      <p:to>
                                        <p:strVal val="visible"/>
                                      </p:to>
                                    </p:set>
                                    <p:anim calcmode="lin" valueType="num">
                                      <p:cBhvr additive="base">
                                        <p:cTn id="24" dur="500" fill="hold"/>
                                        <p:tgtEl>
                                          <p:spTgt spid="11273">
                                            <p:txEl>
                                              <p:charRg st="0" end="7"/>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1273">
                                            <p:txEl>
                                              <p:charRg st="0" end="7"/>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1274"/>
                                        </p:tgtEl>
                                        <p:attrNameLst>
                                          <p:attrName>style.visibility</p:attrName>
                                        </p:attrNameLst>
                                      </p:cBhvr>
                                      <p:to>
                                        <p:strVal val="visible"/>
                                      </p:to>
                                    </p:set>
                                    <p:animEffect transition="in" filter="dissolve">
                                      <p:cBhvr>
                                        <p:cTn id="30" dur="500"/>
                                        <p:tgtEl>
                                          <p:spTgt spid="1127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1299"/>
                                        </p:tgtEl>
                                        <p:attrNameLst>
                                          <p:attrName>style.visibility</p:attrName>
                                        </p:attrNameLst>
                                      </p:cBhvr>
                                      <p:to>
                                        <p:strVal val="visible"/>
                                      </p:to>
                                    </p:set>
                                    <p:animEffect transition="in" filter="wipe(down)">
                                      <p:cBhvr>
                                        <p:cTn id="35" dur="500"/>
                                        <p:tgtEl>
                                          <p:spTgt spid="11299"/>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1276"/>
                                        </p:tgtEl>
                                        <p:attrNameLst>
                                          <p:attrName>style.visibility</p:attrName>
                                        </p:attrNameLst>
                                      </p:cBhvr>
                                      <p:to>
                                        <p:strVal val="visible"/>
                                      </p:to>
                                    </p:set>
                                    <p:animEffect transition="in" filter="dissolve">
                                      <p:cBhvr>
                                        <p:cTn id="40" dur="500"/>
                                        <p:tgtEl>
                                          <p:spTgt spid="11276"/>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1281">
                                            <p:txEl>
                                              <p:charRg st="0" end="3"/>
                                            </p:txEl>
                                          </p:spTgt>
                                        </p:tgtEl>
                                        <p:attrNameLst>
                                          <p:attrName>style.visibility</p:attrName>
                                        </p:attrNameLst>
                                      </p:cBhvr>
                                      <p:to>
                                        <p:strVal val="visible"/>
                                      </p:to>
                                    </p:set>
                                    <p:anim calcmode="lin" valueType="num">
                                      <p:cBhvr additive="base">
                                        <p:cTn id="45" dur="500" fill="hold"/>
                                        <p:tgtEl>
                                          <p:spTgt spid="11281">
                                            <p:txEl>
                                              <p:charRg st="0" end="3"/>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11281">
                                            <p:txEl>
                                              <p:charRg st="0" end="3"/>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1282"/>
                                        </p:tgtEl>
                                        <p:attrNameLst>
                                          <p:attrName>style.visibility</p:attrName>
                                        </p:attrNameLst>
                                      </p:cBhvr>
                                      <p:to>
                                        <p:strVal val="visible"/>
                                      </p:to>
                                    </p:set>
                                    <p:animEffect transition="in" filter="dissolve">
                                      <p:cBhvr>
                                        <p:cTn id="51" dur="500"/>
                                        <p:tgtEl>
                                          <p:spTgt spid="1128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11283"/>
                                        </p:tgtEl>
                                        <p:attrNameLst>
                                          <p:attrName>style.visibility</p:attrName>
                                        </p:attrNameLst>
                                      </p:cBhvr>
                                      <p:to>
                                        <p:strVal val="visible"/>
                                      </p:to>
                                    </p:set>
                                    <p:animEffect transition="in" filter="dissolve">
                                      <p:cBhvr>
                                        <p:cTn id="56" dur="500"/>
                                        <p:tgtEl>
                                          <p:spTgt spid="11283"/>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1284"/>
                                        </p:tgtEl>
                                        <p:attrNameLst>
                                          <p:attrName>style.visibility</p:attrName>
                                        </p:attrNameLst>
                                      </p:cBhvr>
                                      <p:to>
                                        <p:strVal val="visible"/>
                                      </p:to>
                                    </p:set>
                                    <p:animEffect transition="in" filter="dissolve">
                                      <p:cBhvr>
                                        <p:cTn id="61" dur="500"/>
                                        <p:tgtEl>
                                          <p:spTgt spid="11284"/>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11285"/>
                                        </p:tgtEl>
                                        <p:attrNameLst>
                                          <p:attrName>style.visibility</p:attrName>
                                        </p:attrNameLst>
                                      </p:cBhvr>
                                      <p:to>
                                        <p:strVal val="visible"/>
                                      </p:to>
                                    </p:set>
                                    <p:animEffect transition="in" filter="dissolve">
                                      <p:cBhvr>
                                        <p:cTn id="66" dur="500"/>
                                        <p:tgtEl>
                                          <p:spTgt spid="11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3" grpId="0" build="p"/>
      <p:bldP spid="11277" grpId="0"/>
      <p:bldP spid="11280" grpId="0"/>
      <p:bldP spid="11281" grpId="0" build="p"/>
      <p:bldP spid="1129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2" name="Text Box 6"/>
          <p:cNvSpPr txBox="1"/>
          <p:nvPr/>
        </p:nvSpPr>
        <p:spPr>
          <a:xfrm>
            <a:off x="395288" y="1700213"/>
            <a:ext cx="2881312" cy="519112"/>
          </a:xfrm>
          <a:prstGeom prst="rect">
            <a:avLst/>
          </a:prstGeom>
          <a:noFill/>
          <a:ln w="9525">
            <a:noFill/>
          </a:ln>
        </p:spPr>
        <p:txBody>
          <a:bodyPr>
            <a:spAutoFit/>
          </a:bodyPr>
          <a:p>
            <a:pPr>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互易二端口：</a:t>
            </a:r>
            <a:endParaRPr lang="zh-CN" altLang="en-US" dirty="0">
              <a:solidFill>
                <a:srgbClr val="FFFF00"/>
              </a:solidFill>
              <a:latin typeface="楷体_GB2312" pitchFamily="49" charset="-122"/>
            </a:endParaRPr>
          </a:p>
        </p:txBody>
      </p:sp>
      <p:graphicFrame>
        <p:nvGraphicFramePr>
          <p:cNvPr id="4103" name="Object 7"/>
          <p:cNvGraphicFramePr/>
          <p:nvPr/>
        </p:nvGraphicFramePr>
        <p:xfrm>
          <a:off x="2916238" y="1628775"/>
          <a:ext cx="1439862" cy="615950"/>
        </p:xfrm>
        <a:graphic>
          <a:graphicData uri="http://schemas.openxmlformats.org/presentationml/2006/ole">
            <mc:AlternateContent xmlns:mc="http://schemas.openxmlformats.org/markup-compatibility/2006">
              <mc:Choice xmlns:v="urn:schemas-microsoft-com:vml" Requires="v">
                <p:oleObj spid="_x0000_s3245" name="" r:id="rId1" imgW="558800" imgH="241300" progId="Equation.3">
                  <p:embed/>
                </p:oleObj>
              </mc:Choice>
              <mc:Fallback>
                <p:oleObj name="" r:id="rId1" imgW="558800" imgH="241300" progId="Equation.3">
                  <p:embed/>
                  <p:pic>
                    <p:nvPicPr>
                      <p:cNvPr id="0" name="图片 3244"/>
                      <p:cNvPicPr/>
                      <p:nvPr/>
                    </p:nvPicPr>
                    <p:blipFill>
                      <a:blip r:embed="rId2">
                        <a:clrChange>
                          <a:clrFrom>
                            <a:srgbClr val="000000"/>
                          </a:clrFrom>
                          <a:clrTo>
                            <a:srgbClr val="FFFFFF"/>
                          </a:clrTo>
                        </a:clrChange>
                      </a:blip>
                      <a:stretch>
                        <a:fillRect/>
                      </a:stretch>
                    </p:blipFill>
                    <p:spPr>
                      <a:xfrm>
                        <a:off x="2916238" y="1628775"/>
                        <a:ext cx="1439862" cy="615950"/>
                      </a:xfrm>
                      <a:prstGeom prst="rect">
                        <a:avLst/>
                      </a:prstGeom>
                      <a:noFill/>
                      <a:ln w="38100">
                        <a:noFill/>
                        <a:miter/>
                      </a:ln>
                    </p:spPr>
                  </p:pic>
                </p:oleObj>
              </mc:Fallback>
            </mc:AlternateContent>
          </a:graphicData>
        </a:graphic>
      </p:graphicFrame>
      <p:graphicFrame>
        <p:nvGraphicFramePr>
          <p:cNvPr id="4105" name="Object 9"/>
          <p:cNvGraphicFramePr/>
          <p:nvPr/>
        </p:nvGraphicFramePr>
        <p:xfrm>
          <a:off x="5580063" y="1700213"/>
          <a:ext cx="2127250" cy="427037"/>
        </p:xfrm>
        <a:graphic>
          <a:graphicData uri="http://schemas.openxmlformats.org/presentationml/2006/ole">
            <mc:AlternateContent xmlns:mc="http://schemas.openxmlformats.org/markup-compatibility/2006">
              <mc:Choice xmlns:v="urn:schemas-microsoft-com:vml" Requires="v">
                <p:oleObj spid="_x0000_s3246" name="" r:id="rId3" imgW="939165" imgH="190500" progId="Equation.3">
                  <p:embed/>
                </p:oleObj>
              </mc:Choice>
              <mc:Fallback>
                <p:oleObj name="" r:id="rId3" imgW="939165" imgH="190500" progId="Equation.3">
                  <p:embed/>
                  <p:pic>
                    <p:nvPicPr>
                      <p:cNvPr id="0" name="图片 3245"/>
                      <p:cNvPicPr/>
                      <p:nvPr/>
                    </p:nvPicPr>
                    <p:blipFill>
                      <a:blip r:embed="rId4">
                        <a:clrChange>
                          <a:clrFrom>
                            <a:srgbClr val="000000"/>
                          </a:clrFrom>
                          <a:clrTo>
                            <a:srgbClr val="FFFFFF"/>
                          </a:clrTo>
                        </a:clrChange>
                      </a:blip>
                      <a:stretch>
                        <a:fillRect/>
                      </a:stretch>
                    </p:blipFill>
                    <p:spPr>
                      <a:xfrm>
                        <a:off x="5580063" y="1700213"/>
                        <a:ext cx="2127250" cy="427037"/>
                      </a:xfrm>
                      <a:prstGeom prst="rect">
                        <a:avLst/>
                      </a:prstGeom>
                      <a:noFill/>
                      <a:ln w="38100">
                        <a:noFill/>
                        <a:miter/>
                      </a:ln>
                    </p:spPr>
                  </p:pic>
                </p:oleObj>
              </mc:Fallback>
            </mc:AlternateContent>
          </a:graphicData>
        </a:graphic>
      </p:graphicFrame>
      <p:sp>
        <p:nvSpPr>
          <p:cNvPr id="4106" name="Text Box 10"/>
          <p:cNvSpPr txBox="1"/>
          <p:nvPr/>
        </p:nvSpPr>
        <p:spPr>
          <a:xfrm>
            <a:off x="611188" y="2349500"/>
            <a:ext cx="219075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对称二端口</a:t>
            </a:r>
            <a:r>
              <a:rPr lang="en-US" altLang="zh-CN" dirty="0">
                <a:solidFill>
                  <a:srgbClr val="FFFF00"/>
                </a:solidFill>
                <a:latin typeface="楷体_GB2312" pitchFamily="49" charset="-122"/>
              </a:rPr>
              <a:t>:</a:t>
            </a:r>
            <a:endParaRPr lang="en-US" altLang="zh-CN" dirty="0">
              <a:solidFill>
                <a:srgbClr val="FFFF00"/>
              </a:solidFill>
              <a:latin typeface="楷体_GB2312" pitchFamily="49" charset="-122"/>
            </a:endParaRPr>
          </a:p>
        </p:txBody>
      </p:sp>
      <p:graphicFrame>
        <p:nvGraphicFramePr>
          <p:cNvPr id="4107" name="Object 11"/>
          <p:cNvGraphicFramePr/>
          <p:nvPr/>
        </p:nvGraphicFramePr>
        <p:xfrm>
          <a:off x="2987675" y="2349500"/>
          <a:ext cx="1498600" cy="642938"/>
        </p:xfrm>
        <a:graphic>
          <a:graphicData uri="http://schemas.openxmlformats.org/presentationml/2006/ole">
            <mc:AlternateContent xmlns:mc="http://schemas.openxmlformats.org/markup-compatibility/2006">
              <mc:Choice xmlns:v="urn:schemas-microsoft-com:vml" Requires="v">
                <p:oleObj spid="_x0000_s3244" name="" r:id="rId5" imgW="558800" imgH="241300" progId="Equation.3">
                  <p:embed/>
                </p:oleObj>
              </mc:Choice>
              <mc:Fallback>
                <p:oleObj name="" r:id="rId5" imgW="558800" imgH="241300" progId="Equation.3">
                  <p:embed/>
                  <p:pic>
                    <p:nvPicPr>
                      <p:cNvPr id="0" name="图片 3243"/>
                      <p:cNvPicPr/>
                      <p:nvPr/>
                    </p:nvPicPr>
                    <p:blipFill>
                      <a:blip r:embed="rId6">
                        <a:clrChange>
                          <a:clrFrom>
                            <a:srgbClr val="000000"/>
                          </a:clrFrom>
                          <a:clrTo>
                            <a:srgbClr val="FFFFFF"/>
                          </a:clrTo>
                        </a:clrChange>
                      </a:blip>
                      <a:stretch>
                        <a:fillRect/>
                      </a:stretch>
                    </p:blipFill>
                    <p:spPr>
                      <a:xfrm>
                        <a:off x="2987675" y="2349500"/>
                        <a:ext cx="1498600" cy="642938"/>
                      </a:xfrm>
                      <a:prstGeom prst="rect">
                        <a:avLst/>
                      </a:prstGeom>
                      <a:noFill/>
                      <a:ln w="38100">
                        <a:noFill/>
                        <a:miter/>
                      </a:ln>
                    </p:spPr>
                  </p:pic>
                </p:oleObj>
              </mc:Fallback>
            </mc:AlternateContent>
          </a:graphicData>
        </a:graphic>
      </p:graphicFrame>
      <p:graphicFrame>
        <p:nvGraphicFramePr>
          <p:cNvPr id="4109" name="Object 13"/>
          <p:cNvGraphicFramePr/>
          <p:nvPr/>
        </p:nvGraphicFramePr>
        <p:xfrm>
          <a:off x="5580063" y="2420938"/>
          <a:ext cx="1362075" cy="388937"/>
        </p:xfrm>
        <a:graphic>
          <a:graphicData uri="http://schemas.openxmlformats.org/presentationml/2006/ole">
            <mc:AlternateContent xmlns:mc="http://schemas.openxmlformats.org/markup-compatibility/2006">
              <mc:Choice xmlns:v="urn:schemas-microsoft-com:vml" Requires="v">
                <p:oleObj spid="_x0000_s3240" name="" r:id="rId7" imgW="481965" imgH="177800" progId="Equation.3">
                  <p:embed/>
                </p:oleObj>
              </mc:Choice>
              <mc:Fallback>
                <p:oleObj name="" r:id="rId7" imgW="481965" imgH="177800" progId="Equation.3">
                  <p:embed/>
                  <p:pic>
                    <p:nvPicPr>
                      <p:cNvPr id="0" name="图片 3239"/>
                      <p:cNvPicPr/>
                      <p:nvPr/>
                    </p:nvPicPr>
                    <p:blipFill>
                      <a:blip r:embed="rId8">
                        <a:clrChange>
                          <a:clrFrom>
                            <a:srgbClr val="000000"/>
                          </a:clrFrom>
                          <a:clrTo>
                            <a:srgbClr val="FFFFFF"/>
                          </a:clrTo>
                        </a:clrChange>
                      </a:blip>
                      <a:stretch>
                        <a:fillRect/>
                      </a:stretch>
                    </p:blipFill>
                    <p:spPr>
                      <a:xfrm>
                        <a:off x="5580063" y="2420938"/>
                        <a:ext cx="1362075" cy="388937"/>
                      </a:xfrm>
                      <a:prstGeom prst="rect">
                        <a:avLst/>
                      </a:prstGeom>
                      <a:noFill/>
                      <a:ln w="38100">
                        <a:noFill/>
                        <a:miter/>
                      </a:ln>
                    </p:spPr>
                  </p:pic>
                </p:oleObj>
              </mc:Fallback>
            </mc:AlternateContent>
          </a:graphicData>
        </a:graphic>
      </p:graphicFrame>
      <p:sp>
        <p:nvSpPr>
          <p:cNvPr id="4115" name="Line 19"/>
          <p:cNvSpPr/>
          <p:nvPr/>
        </p:nvSpPr>
        <p:spPr>
          <a:xfrm>
            <a:off x="4716463" y="1916113"/>
            <a:ext cx="720725" cy="0"/>
          </a:xfrm>
          <a:prstGeom prst="line">
            <a:avLst/>
          </a:prstGeom>
          <a:ln w="76200" cap="flat" cmpd="sng">
            <a:solidFill>
              <a:srgbClr val="3399FF"/>
            </a:solidFill>
            <a:prstDash val="solid"/>
            <a:headEnd type="none" w="med" len="med"/>
            <a:tailEnd type="triangle" w="med" len="med"/>
          </a:ln>
        </p:spPr>
      </p:sp>
      <p:sp>
        <p:nvSpPr>
          <p:cNvPr id="4116" name="Line 20"/>
          <p:cNvSpPr/>
          <p:nvPr/>
        </p:nvSpPr>
        <p:spPr>
          <a:xfrm>
            <a:off x="4787900" y="2636838"/>
            <a:ext cx="720725" cy="0"/>
          </a:xfrm>
          <a:prstGeom prst="line">
            <a:avLst/>
          </a:prstGeom>
          <a:ln w="76200" cap="flat" cmpd="sng">
            <a:solidFill>
              <a:srgbClr val="3399FF"/>
            </a:solidFill>
            <a:prstDash val="solid"/>
            <a:headEnd type="none" w="med" len="med"/>
            <a:tailEnd type="triangle" w="med" len="med"/>
          </a:ln>
        </p:spPr>
      </p:sp>
      <p:sp>
        <p:nvSpPr>
          <p:cNvPr id="4117" name="Text Box 21"/>
          <p:cNvSpPr txBox="1"/>
          <p:nvPr/>
        </p:nvSpPr>
        <p:spPr>
          <a:xfrm>
            <a:off x="468313" y="3068638"/>
            <a:ext cx="1439862" cy="579437"/>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2-7</a:t>
            </a:r>
            <a:endParaRPr lang="en-US" altLang="zh-CN" sz="3200" b="0" dirty="0">
              <a:latin typeface="Times New Roman" panose="02020603050405020304" pitchFamily="18" charset="0"/>
              <a:ea typeface="宋体" panose="02010600030101010101" pitchFamily="2" charset="-122"/>
            </a:endParaRPr>
          </a:p>
        </p:txBody>
      </p:sp>
      <p:graphicFrame>
        <p:nvGraphicFramePr>
          <p:cNvPr id="4147" name="Object 51"/>
          <p:cNvGraphicFramePr/>
          <p:nvPr/>
        </p:nvGraphicFramePr>
        <p:xfrm>
          <a:off x="1979613" y="3649663"/>
          <a:ext cx="1944687" cy="1071562"/>
        </p:xfrm>
        <a:graphic>
          <a:graphicData uri="http://schemas.openxmlformats.org/presentationml/2006/ole">
            <mc:AlternateContent xmlns:mc="http://schemas.openxmlformats.org/markup-compatibility/2006">
              <mc:Choice xmlns:v="urn:schemas-microsoft-com:vml" Requires="v">
                <p:oleObj spid="_x0000_s3247" name="" r:id="rId9" imgW="711200" imgH="457200" progId="Equation.DSMT4">
                  <p:embed/>
                </p:oleObj>
              </mc:Choice>
              <mc:Fallback>
                <p:oleObj name="" r:id="rId9" imgW="711200" imgH="457200" progId="Equation.DSMT4">
                  <p:embed/>
                  <p:pic>
                    <p:nvPicPr>
                      <p:cNvPr id="0" name="图片 3246"/>
                      <p:cNvPicPr/>
                      <p:nvPr/>
                    </p:nvPicPr>
                    <p:blipFill>
                      <a:blip r:embed="rId10">
                        <a:clrChange>
                          <a:clrFrom>
                            <a:srgbClr val="000000"/>
                          </a:clrFrom>
                          <a:clrTo>
                            <a:srgbClr val="FFFFFF"/>
                          </a:clrTo>
                        </a:clrChange>
                      </a:blip>
                      <a:stretch>
                        <a:fillRect/>
                      </a:stretch>
                    </p:blipFill>
                    <p:spPr>
                      <a:xfrm>
                        <a:off x="1979613" y="3649663"/>
                        <a:ext cx="1944687" cy="1071562"/>
                      </a:xfrm>
                      <a:prstGeom prst="rect">
                        <a:avLst/>
                      </a:prstGeom>
                      <a:noFill/>
                      <a:ln w="38100">
                        <a:noFill/>
                        <a:miter/>
                      </a:ln>
                    </p:spPr>
                  </p:pic>
                </p:oleObj>
              </mc:Fallback>
            </mc:AlternateContent>
          </a:graphicData>
        </a:graphic>
      </p:graphicFrame>
      <p:sp>
        <p:nvSpPr>
          <p:cNvPr id="4148" name="Text Box 52"/>
          <p:cNvSpPr txBox="1"/>
          <p:nvPr/>
        </p:nvSpPr>
        <p:spPr>
          <a:xfrm>
            <a:off x="611188" y="5229225"/>
            <a:ext cx="819150" cy="519113"/>
          </a:xfrm>
          <a:prstGeom prst="rect">
            <a:avLst/>
          </a:prstGeom>
          <a:noFill/>
          <a:ln w="9525">
            <a:noFill/>
          </a:ln>
        </p:spPr>
        <p:txBody>
          <a:bodyPr>
            <a:spAutoFit/>
          </a:bodyPr>
          <a:p>
            <a:pPr algn="ctr">
              <a:spcBef>
                <a:spcPct val="50000"/>
              </a:spcBef>
            </a:pPr>
            <a:r>
              <a:rPr lang="zh-CN" altLang="en-US" dirty="0">
                <a:solidFill>
                  <a:srgbClr val="FFFF00"/>
                </a:solidFill>
                <a:latin typeface="Times New Roman" panose="02020603050405020304" pitchFamily="18" charset="0"/>
              </a:rPr>
              <a:t>即</a:t>
            </a:r>
            <a:endParaRPr lang="zh-CN" altLang="en-US" dirty="0">
              <a:solidFill>
                <a:srgbClr val="FFFF00"/>
              </a:solidFill>
              <a:latin typeface="Times New Roman" panose="02020603050405020304" pitchFamily="18" charset="0"/>
            </a:endParaRPr>
          </a:p>
        </p:txBody>
      </p:sp>
      <p:graphicFrame>
        <p:nvGraphicFramePr>
          <p:cNvPr id="4149" name="Object 53"/>
          <p:cNvGraphicFramePr/>
          <p:nvPr/>
        </p:nvGraphicFramePr>
        <p:xfrm>
          <a:off x="1619250" y="4868863"/>
          <a:ext cx="3168650" cy="1489075"/>
        </p:xfrm>
        <a:graphic>
          <a:graphicData uri="http://schemas.openxmlformats.org/presentationml/2006/ole">
            <mc:AlternateContent xmlns:mc="http://schemas.openxmlformats.org/markup-compatibility/2006">
              <mc:Choice xmlns:v="urn:schemas-microsoft-com:vml" Requires="v">
                <p:oleObj spid="_x0000_s3248" name="" r:id="rId11" imgW="1485900" imgH="698500" progId="Equation.3">
                  <p:embed/>
                </p:oleObj>
              </mc:Choice>
              <mc:Fallback>
                <p:oleObj name="" r:id="rId11" imgW="1485900" imgH="698500" progId="Equation.3">
                  <p:embed/>
                  <p:pic>
                    <p:nvPicPr>
                      <p:cNvPr id="0" name="图片 3247"/>
                      <p:cNvPicPr/>
                      <p:nvPr/>
                    </p:nvPicPr>
                    <p:blipFill>
                      <a:blip r:embed="rId12">
                        <a:clrChange>
                          <a:clrFrom>
                            <a:srgbClr val="000000"/>
                          </a:clrFrom>
                          <a:clrTo>
                            <a:srgbClr val="FFFFFF"/>
                          </a:clrTo>
                        </a:clrChange>
                      </a:blip>
                      <a:stretch>
                        <a:fillRect/>
                      </a:stretch>
                    </p:blipFill>
                    <p:spPr>
                      <a:xfrm>
                        <a:off x="1619250" y="4868863"/>
                        <a:ext cx="3168650" cy="1489075"/>
                      </a:xfrm>
                      <a:prstGeom prst="rect">
                        <a:avLst/>
                      </a:prstGeom>
                      <a:noFill/>
                      <a:ln w="38100">
                        <a:noFill/>
                        <a:miter/>
                      </a:ln>
                    </p:spPr>
                  </p:pic>
                </p:oleObj>
              </mc:Fallback>
            </mc:AlternateContent>
          </a:graphicData>
        </a:graphic>
      </p:graphicFrame>
      <p:grpSp>
        <p:nvGrpSpPr>
          <p:cNvPr id="24594" name="Group 58"/>
          <p:cNvGrpSpPr/>
          <p:nvPr/>
        </p:nvGrpSpPr>
        <p:grpSpPr>
          <a:xfrm>
            <a:off x="8316913" y="6446838"/>
            <a:ext cx="792162" cy="366712"/>
            <a:chOff x="5193" y="4020"/>
            <a:chExt cx="499" cy="231"/>
          </a:xfrm>
        </p:grpSpPr>
        <p:pic>
          <p:nvPicPr>
            <p:cNvPr id="24639" name="Picture 59"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24640" name="Text Box 6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4595" name="Group 61"/>
          <p:cNvGrpSpPr/>
          <p:nvPr/>
        </p:nvGrpSpPr>
        <p:grpSpPr>
          <a:xfrm>
            <a:off x="7453313" y="6446838"/>
            <a:ext cx="792162" cy="366712"/>
            <a:chOff x="4649" y="4020"/>
            <a:chExt cx="499" cy="231"/>
          </a:xfrm>
        </p:grpSpPr>
        <p:pic>
          <p:nvPicPr>
            <p:cNvPr id="24637" name="Picture 62"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24638" name="Text Box 6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24596" name="Group 105"/>
          <p:cNvGrpSpPr/>
          <p:nvPr/>
        </p:nvGrpSpPr>
        <p:grpSpPr>
          <a:xfrm>
            <a:off x="6588125" y="6446838"/>
            <a:ext cx="792163" cy="366712"/>
            <a:chOff x="4649" y="4020"/>
            <a:chExt cx="499" cy="231"/>
          </a:xfrm>
        </p:grpSpPr>
        <p:pic>
          <p:nvPicPr>
            <p:cNvPr id="24635" name="Picture 106" descr="78900"/>
            <p:cNvPicPr>
              <a:picLocks noChangeAspect="1"/>
            </p:cNvPicPr>
            <p:nvPr/>
          </p:nvPicPr>
          <p:blipFill>
            <a:blip r:embed="rId13"/>
            <a:stretch>
              <a:fillRect/>
            </a:stretch>
          </p:blipFill>
          <p:spPr>
            <a:xfrm>
              <a:off x="4649" y="4066"/>
              <a:ext cx="499" cy="181"/>
            </a:xfrm>
            <a:prstGeom prst="rect">
              <a:avLst/>
            </a:prstGeom>
            <a:noFill/>
            <a:ln w="9525">
              <a:noFill/>
            </a:ln>
          </p:spPr>
        </p:pic>
        <p:sp>
          <p:nvSpPr>
            <p:cNvPr id="24636" name="Text Box 10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aphicFrame>
        <p:nvGraphicFramePr>
          <p:cNvPr id="24584" name="Object 108"/>
          <p:cNvGraphicFramePr/>
          <p:nvPr/>
        </p:nvGraphicFramePr>
        <p:xfrm>
          <a:off x="395288" y="476250"/>
          <a:ext cx="1728787" cy="1273175"/>
        </p:xfrm>
        <a:graphic>
          <a:graphicData uri="http://schemas.openxmlformats.org/presentationml/2006/ole">
            <mc:AlternateContent xmlns:mc="http://schemas.openxmlformats.org/markup-compatibility/2006">
              <mc:Choice xmlns:v="urn:schemas-microsoft-com:vml" Requires="v">
                <p:oleObj spid="_x0000_s3239" name="" r:id="rId14" imgW="673100" imgH="495300" progId="Equation.DSMT4">
                  <p:embed/>
                </p:oleObj>
              </mc:Choice>
              <mc:Fallback>
                <p:oleObj name="" r:id="rId14" imgW="673100" imgH="495300" progId="Equation.DSMT4">
                  <p:embed/>
                  <p:pic>
                    <p:nvPicPr>
                      <p:cNvPr id="0" name="图片 3238"/>
                      <p:cNvPicPr/>
                      <p:nvPr/>
                    </p:nvPicPr>
                    <p:blipFill>
                      <a:blip r:embed="rId15">
                        <a:clrChange>
                          <a:clrFrom>
                            <a:srgbClr val="000000"/>
                          </a:clrFrom>
                          <a:clrTo>
                            <a:srgbClr val="FFFFFF"/>
                          </a:clrTo>
                        </a:clrChange>
                      </a:blip>
                      <a:stretch>
                        <a:fillRect/>
                      </a:stretch>
                    </p:blipFill>
                    <p:spPr>
                      <a:xfrm>
                        <a:off x="395288" y="476250"/>
                        <a:ext cx="1728787" cy="1273175"/>
                      </a:xfrm>
                      <a:prstGeom prst="rect">
                        <a:avLst/>
                      </a:prstGeom>
                      <a:noFill/>
                      <a:ln w="38100">
                        <a:noFill/>
                        <a:miter/>
                      </a:ln>
                    </p:spPr>
                  </p:pic>
                </p:oleObj>
              </mc:Fallback>
            </mc:AlternateContent>
          </a:graphicData>
        </a:graphic>
      </p:graphicFrame>
      <p:graphicFrame>
        <p:nvGraphicFramePr>
          <p:cNvPr id="24585" name="Object 109"/>
          <p:cNvGraphicFramePr/>
          <p:nvPr/>
        </p:nvGraphicFramePr>
        <p:xfrm>
          <a:off x="2124075" y="549275"/>
          <a:ext cx="1828800" cy="1120775"/>
        </p:xfrm>
        <a:graphic>
          <a:graphicData uri="http://schemas.openxmlformats.org/presentationml/2006/ole">
            <mc:AlternateContent xmlns:mc="http://schemas.openxmlformats.org/markup-compatibility/2006">
              <mc:Choice xmlns:v="urn:schemas-microsoft-com:vml" Requires="v">
                <p:oleObj spid="_x0000_s3241" name="" r:id="rId16" imgW="622300" imgH="431800" progId="Equation.DSMT4">
                  <p:embed/>
                </p:oleObj>
              </mc:Choice>
              <mc:Fallback>
                <p:oleObj name="" r:id="rId16" imgW="622300" imgH="431800" progId="Equation.DSMT4">
                  <p:embed/>
                  <p:pic>
                    <p:nvPicPr>
                      <p:cNvPr id="0" name="图片 3240"/>
                      <p:cNvPicPr/>
                      <p:nvPr/>
                    </p:nvPicPr>
                    <p:blipFill>
                      <a:blip r:embed="rId17">
                        <a:clrChange>
                          <a:clrFrom>
                            <a:srgbClr val="000000"/>
                          </a:clrFrom>
                          <a:clrTo>
                            <a:srgbClr val="FFFFFF"/>
                          </a:clrTo>
                        </a:clrChange>
                      </a:blip>
                      <a:stretch>
                        <a:fillRect/>
                      </a:stretch>
                    </p:blipFill>
                    <p:spPr>
                      <a:xfrm>
                        <a:off x="2124075" y="549275"/>
                        <a:ext cx="1828800" cy="1120775"/>
                      </a:xfrm>
                      <a:prstGeom prst="rect">
                        <a:avLst/>
                      </a:prstGeom>
                      <a:noFill/>
                      <a:ln w="38100">
                        <a:noFill/>
                        <a:miter/>
                      </a:ln>
                    </p:spPr>
                  </p:pic>
                </p:oleObj>
              </mc:Fallback>
            </mc:AlternateContent>
          </a:graphicData>
        </a:graphic>
      </p:graphicFrame>
      <p:graphicFrame>
        <p:nvGraphicFramePr>
          <p:cNvPr id="24586" name="Object 110"/>
          <p:cNvGraphicFramePr/>
          <p:nvPr/>
        </p:nvGraphicFramePr>
        <p:xfrm>
          <a:off x="3995738" y="549275"/>
          <a:ext cx="2981325" cy="1035050"/>
        </p:xfrm>
        <a:graphic>
          <a:graphicData uri="http://schemas.openxmlformats.org/presentationml/2006/ole">
            <mc:AlternateContent xmlns:mc="http://schemas.openxmlformats.org/markup-compatibility/2006">
              <mc:Choice xmlns:v="urn:schemas-microsoft-com:vml" Requires="v">
                <p:oleObj spid="_x0000_s3242" name="" r:id="rId18" imgW="1243965" imgH="431800" progId="Equation.DSMT4">
                  <p:embed/>
                </p:oleObj>
              </mc:Choice>
              <mc:Fallback>
                <p:oleObj name="" r:id="rId18" imgW="1243965" imgH="431800" progId="Equation.DSMT4">
                  <p:embed/>
                  <p:pic>
                    <p:nvPicPr>
                      <p:cNvPr id="0" name="图片 3241"/>
                      <p:cNvPicPr/>
                      <p:nvPr/>
                    </p:nvPicPr>
                    <p:blipFill>
                      <a:blip r:embed="rId19">
                        <a:clrChange>
                          <a:clrFrom>
                            <a:srgbClr val="000000"/>
                          </a:clrFrom>
                          <a:clrTo>
                            <a:srgbClr val="FFFFFF"/>
                          </a:clrTo>
                        </a:clrChange>
                      </a:blip>
                      <a:stretch>
                        <a:fillRect/>
                      </a:stretch>
                    </p:blipFill>
                    <p:spPr>
                      <a:xfrm>
                        <a:off x="3995738" y="549275"/>
                        <a:ext cx="2981325" cy="1035050"/>
                      </a:xfrm>
                      <a:prstGeom prst="rect">
                        <a:avLst/>
                      </a:prstGeom>
                      <a:noFill/>
                      <a:ln w="38100">
                        <a:noFill/>
                        <a:miter/>
                      </a:ln>
                    </p:spPr>
                  </p:pic>
                </p:oleObj>
              </mc:Fallback>
            </mc:AlternateContent>
          </a:graphicData>
        </a:graphic>
      </p:graphicFrame>
      <p:graphicFrame>
        <p:nvGraphicFramePr>
          <p:cNvPr id="24587" name="Object 111"/>
          <p:cNvGraphicFramePr/>
          <p:nvPr/>
        </p:nvGraphicFramePr>
        <p:xfrm>
          <a:off x="7019925" y="549275"/>
          <a:ext cx="1727200" cy="995363"/>
        </p:xfrm>
        <a:graphic>
          <a:graphicData uri="http://schemas.openxmlformats.org/presentationml/2006/ole">
            <mc:AlternateContent xmlns:mc="http://schemas.openxmlformats.org/markup-compatibility/2006">
              <mc:Choice xmlns:v="urn:schemas-microsoft-com:vml" Requires="v">
                <p:oleObj spid="_x0000_s3243" name="" r:id="rId20" imgW="748665" imgH="431800" progId="Equation.DSMT4">
                  <p:embed/>
                </p:oleObj>
              </mc:Choice>
              <mc:Fallback>
                <p:oleObj name="" r:id="rId20" imgW="748665" imgH="431800" progId="Equation.DSMT4">
                  <p:embed/>
                  <p:pic>
                    <p:nvPicPr>
                      <p:cNvPr id="0" name="图片 3242"/>
                      <p:cNvPicPr/>
                      <p:nvPr/>
                    </p:nvPicPr>
                    <p:blipFill>
                      <a:blip r:embed="rId21">
                        <a:clrChange>
                          <a:clrFrom>
                            <a:srgbClr val="000000"/>
                          </a:clrFrom>
                          <a:clrTo>
                            <a:srgbClr val="FFFFFF"/>
                          </a:clrTo>
                        </a:clrChange>
                      </a:blip>
                      <a:stretch>
                        <a:fillRect/>
                      </a:stretch>
                    </p:blipFill>
                    <p:spPr>
                      <a:xfrm>
                        <a:off x="7019925" y="549275"/>
                        <a:ext cx="1727200" cy="995363"/>
                      </a:xfrm>
                      <a:prstGeom prst="rect">
                        <a:avLst/>
                      </a:prstGeom>
                      <a:noFill/>
                      <a:ln w="38100">
                        <a:noFill/>
                        <a:miter/>
                      </a:ln>
                    </p:spPr>
                  </p:pic>
                </p:oleObj>
              </mc:Fallback>
            </mc:AlternateContent>
          </a:graphicData>
        </a:graphic>
      </p:graphicFrame>
      <p:grpSp>
        <p:nvGrpSpPr>
          <p:cNvPr id="5" name="Group 112"/>
          <p:cNvGrpSpPr/>
          <p:nvPr/>
        </p:nvGrpSpPr>
        <p:grpSpPr>
          <a:xfrm>
            <a:off x="5148263" y="3357563"/>
            <a:ext cx="3551237" cy="1922462"/>
            <a:chOff x="340" y="1979"/>
            <a:chExt cx="2237" cy="1211"/>
          </a:xfrm>
        </p:grpSpPr>
        <p:sp>
          <p:nvSpPr>
            <p:cNvPr id="24600" name="Line 113"/>
            <p:cNvSpPr/>
            <p:nvPr/>
          </p:nvSpPr>
          <p:spPr>
            <a:xfrm flipV="1">
              <a:off x="1259" y="2342"/>
              <a:ext cx="0" cy="283"/>
            </a:xfrm>
            <a:prstGeom prst="line">
              <a:avLst/>
            </a:prstGeom>
            <a:ln w="28575" cap="flat" cmpd="sng">
              <a:solidFill>
                <a:srgbClr val="FFCC00"/>
              </a:solidFill>
              <a:prstDash val="solid"/>
              <a:headEnd type="none" w="med" len="med"/>
              <a:tailEnd type="none" w="med" len="med"/>
            </a:ln>
          </p:spPr>
        </p:sp>
        <p:sp>
          <p:nvSpPr>
            <p:cNvPr id="24601" name="Line 114"/>
            <p:cNvSpPr/>
            <p:nvPr/>
          </p:nvSpPr>
          <p:spPr>
            <a:xfrm flipH="1" flipV="1">
              <a:off x="1259" y="2977"/>
              <a:ext cx="0" cy="192"/>
            </a:xfrm>
            <a:prstGeom prst="line">
              <a:avLst/>
            </a:prstGeom>
            <a:ln w="28575" cap="flat" cmpd="sng">
              <a:solidFill>
                <a:srgbClr val="FFCC00"/>
              </a:solidFill>
              <a:prstDash val="solid"/>
              <a:headEnd type="none" w="med" len="med"/>
              <a:tailEnd type="none" w="med" len="med"/>
            </a:ln>
          </p:spPr>
        </p:sp>
        <p:sp>
          <p:nvSpPr>
            <p:cNvPr id="24602" name="Line 115"/>
            <p:cNvSpPr/>
            <p:nvPr/>
          </p:nvSpPr>
          <p:spPr>
            <a:xfrm>
              <a:off x="533" y="3158"/>
              <a:ext cx="726" cy="0"/>
            </a:xfrm>
            <a:prstGeom prst="line">
              <a:avLst/>
            </a:prstGeom>
            <a:ln w="28575" cap="flat" cmpd="sng">
              <a:solidFill>
                <a:srgbClr val="FFCC00"/>
              </a:solidFill>
              <a:prstDash val="solid"/>
              <a:headEnd type="none" w="med" len="med"/>
              <a:tailEnd type="none" w="med" len="med"/>
            </a:ln>
          </p:spPr>
        </p:sp>
        <p:sp>
          <p:nvSpPr>
            <p:cNvPr id="24603" name="Text Box 116"/>
            <p:cNvSpPr txBox="1"/>
            <p:nvPr/>
          </p:nvSpPr>
          <p:spPr>
            <a:xfrm>
              <a:off x="1017" y="2387"/>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4604" name="Text Box 117"/>
            <p:cNvSpPr txBox="1"/>
            <p:nvPr/>
          </p:nvSpPr>
          <p:spPr>
            <a:xfrm>
              <a:off x="1644" y="2423"/>
              <a:ext cx="227"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4605" name="Text Box 118"/>
            <p:cNvSpPr txBox="1"/>
            <p:nvPr/>
          </p:nvSpPr>
          <p:spPr>
            <a:xfrm>
              <a:off x="1259" y="2115"/>
              <a:ext cx="403"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n</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4606" name="Text Box 119"/>
            <p:cNvSpPr txBox="1"/>
            <p:nvPr/>
          </p:nvSpPr>
          <p:spPr>
            <a:xfrm>
              <a:off x="340" y="2387"/>
              <a:ext cx="242"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4607" name="Text Box 120"/>
            <p:cNvSpPr txBox="1"/>
            <p:nvPr/>
          </p:nvSpPr>
          <p:spPr>
            <a:xfrm>
              <a:off x="340" y="2705"/>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24608" name="Text Box 121"/>
            <p:cNvSpPr txBox="1"/>
            <p:nvPr/>
          </p:nvSpPr>
          <p:spPr>
            <a:xfrm>
              <a:off x="340" y="2569"/>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4609" name="Text Box 122"/>
            <p:cNvSpPr txBox="1"/>
            <p:nvPr/>
          </p:nvSpPr>
          <p:spPr>
            <a:xfrm>
              <a:off x="2273" y="2342"/>
              <a:ext cx="242"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4610" name="Text Box 123"/>
            <p:cNvSpPr txBox="1"/>
            <p:nvPr/>
          </p:nvSpPr>
          <p:spPr>
            <a:xfrm>
              <a:off x="2273"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24611" name="Text Box 124"/>
            <p:cNvSpPr txBox="1"/>
            <p:nvPr/>
          </p:nvSpPr>
          <p:spPr>
            <a:xfrm>
              <a:off x="2273" y="2569"/>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24612" name="Line 125"/>
            <p:cNvSpPr/>
            <p:nvPr/>
          </p:nvSpPr>
          <p:spPr>
            <a:xfrm>
              <a:off x="1644" y="3158"/>
              <a:ext cx="726" cy="0"/>
            </a:xfrm>
            <a:prstGeom prst="line">
              <a:avLst/>
            </a:prstGeom>
            <a:ln w="28575" cap="flat" cmpd="sng">
              <a:solidFill>
                <a:srgbClr val="FFCC00"/>
              </a:solidFill>
              <a:prstDash val="solid"/>
              <a:headEnd type="none" w="med" len="med"/>
              <a:tailEnd type="none" w="med" len="med"/>
            </a:ln>
          </p:spPr>
        </p:sp>
        <p:sp>
          <p:nvSpPr>
            <p:cNvPr id="24613" name="Line 126"/>
            <p:cNvSpPr/>
            <p:nvPr/>
          </p:nvSpPr>
          <p:spPr>
            <a:xfrm>
              <a:off x="1644" y="2342"/>
              <a:ext cx="726" cy="0"/>
            </a:xfrm>
            <a:prstGeom prst="line">
              <a:avLst/>
            </a:prstGeom>
            <a:ln w="28575" cap="flat" cmpd="sng">
              <a:solidFill>
                <a:srgbClr val="FFCC00"/>
              </a:solidFill>
              <a:prstDash val="solid"/>
              <a:headEnd type="none" w="med" len="med"/>
              <a:tailEnd type="none" w="med" len="med"/>
            </a:ln>
          </p:spPr>
        </p:sp>
        <p:sp>
          <p:nvSpPr>
            <p:cNvPr id="24614" name="Line 127"/>
            <p:cNvSpPr/>
            <p:nvPr/>
          </p:nvSpPr>
          <p:spPr>
            <a:xfrm>
              <a:off x="485" y="2342"/>
              <a:ext cx="774" cy="0"/>
            </a:xfrm>
            <a:prstGeom prst="line">
              <a:avLst/>
            </a:prstGeom>
            <a:ln w="28575" cap="flat" cmpd="sng">
              <a:solidFill>
                <a:srgbClr val="FFCC00"/>
              </a:solidFill>
              <a:prstDash val="solid"/>
              <a:headEnd type="none" w="med" len="med"/>
              <a:tailEnd type="none" w="med" len="med"/>
            </a:ln>
          </p:spPr>
        </p:sp>
        <p:sp>
          <p:nvSpPr>
            <p:cNvPr id="24615" name="Line 128"/>
            <p:cNvSpPr/>
            <p:nvPr/>
          </p:nvSpPr>
          <p:spPr>
            <a:xfrm flipH="1" flipV="1">
              <a:off x="1644" y="2977"/>
              <a:ext cx="0" cy="192"/>
            </a:xfrm>
            <a:prstGeom prst="line">
              <a:avLst/>
            </a:prstGeom>
            <a:ln w="28575" cap="flat" cmpd="sng">
              <a:solidFill>
                <a:srgbClr val="FFCC00"/>
              </a:solidFill>
              <a:prstDash val="solid"/>
              <a:headEnd type="none" w="med" len="med"/>
              <a:tailEnd type="none" w="med" len="med"/>
            </a:ln>
          </p:spPr>
        </p:sp>
        <p:sp>
          <p:nvSpPr>
            <p:cNvPr id="24616" name="Line 129"/>
            <p:cNvSpPr/>
            <p:nvPr/>
          </p:nvSpPr>
          <p:spPr>
            <a:xfrm flipH="1" flipV="1">
              <a:off x="1644" y="2342"/>
              <a:ext cx="0" cy="283"/>
            </a:xfrm>
            <a:prstGeom prst="line">
              <a:avLst/>
            </a:prstGeom>
            <a:ln w="28575" cap="flat" cmpd="sng">
              <a:solidFill>
                <a:srgbClr val="FFCC00"/>
              </a:solidFill>
              <a:prstDash val="solid"/>
              <a:headEnd type="none" w="med" len="med"/>
              <a:tailEnd type="none" w="med" len="med"/>
            </a:ln>
          </p:spPr>
        </p:sp>
        <p:sp>
          <p:nvSpPr>
            <p:cNvPr id="24617" name="Line 130"/>
            <p:cNvSpPr/>
            <p:nvPr/>
          </p:nvSpPr>
          <p:spPr>
            <a:xfrm>
              <a:off x="567" y="2341"/>
              <a:ext cx="387" cy="0"/>
            </a:xfrm>
            <a:prstGeom prst="line">
              <a:avLst/>
            </a:prstGeom>
            <a:ln w="38100" cap="flat" cmpd="sng">
              <a:solidFill>
                <a:srgbClr val="00FFFF"/>
              </a:solidFill>
              <a:prstDash val="solid"/>
              <a:headEnd type="none" w="med" len="med"/>
              <a:tailEnd type="triangle" w="med" len="med"/>
            </a:ln>
          </p:spPr>
        </p:sp>
        <p:sp>
          <p:nvSpPr>
            <p:cNvPr id="24618" name="Line 131"/>
            <p:cNvSpPr/>
            <p:nvPr/>
          </p:nvSpPr>
          <p:spPr>
            <a:xfrm>
              <a:off x="1882" y="2341"/>
              <a:ext cx="387" cy="0"/>
            </a:xfrm>
            <a:prstGeom prst="line">
              <a:avLst/>
            </a:prstGeom>
            <a:ln w="28575" cap="flat" cmpd="sng">
              <a:solidFill>
                <a:srgbClr val="00FFFF"/>
              </a:solidFill>
              <a:prstDash val="solid"/>
              <a:headEnd type="triangle" w="med" len="med"/>
              <a:tailEnd type="none" w="med" len="med"/>
            </a:ln>
          </p:spPr>
        </p:sp>
        <p:sp>
          <p:nvSpPr>
            <p:cNvPr id="24619" name="Text Box 132"/>
            <p:cNvSpPr txBox="1"/>
            <p:nvPr/>
          </p:nvSpPr>
          <p:spPr>
            <a:xfrm>
              <a:off x="612" y="1979"/>
              <a:ext cx="484"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ea typeface="仿宋_GB2312" pitchFamily="49" charset="-122"/>
                </a:rPr>
                <a:t>i</a:t>
              </a:r>
              <a:r>
                <a:rPr lang="en-US" altLang="zh-CN" b="0" baseline="-25000" dirty="0">
                  <a:latin typeface="Times New Roman" panose="02020603050405020304" pitchFamily="18" charset="0"/>
                  <a:ea typeface="仿宋_GB2312" pitchFamily="49" charset="-122"/>
                </a:rPr>
                <a:t>1</a:t>
              </a:r>
              <a:endParaRPr lang="en-US" altLang="zh-CN" b="0" baseline="-25000" dirty="0">
                <a:latin typeface="Times New Roman" panose="02020603050405020304" pitchFamily="18" charset="0"/>
                <a:ea typeface="仿宋_GB2312" pitchFamily="49" charset="-122"/>
              </a:endParaRPr>
            </a:p>
          </p:txBody>
        </p:sp>
        <p:sp>
          <p:nvSpPr>
            <p:cNvPr id="24620" name="Text Box 133"/>
            <p:cNvSpPr txBox="1"/>
            <p:nvPr/>
          </p:nvSpPr>
          <p:spPr>
            <a:xfrm>
              <a:off x="1973" y="1979"/>
              <a:ext cx="484"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ea typeface="仿宋_GB2312" pitchFamily="49" charset="-122"/>
                </a:rPr>
                <a:t>i</a:t>
              </a:r>
              <a:r>
                <a:rPr lang="en-US" altLang="zh-CN" b="0" baseline="-25000" dirty="0">
                  <a:latin typeface="Times New Roman" panose="02020603050405020304" pitchFamily="18" charset="0"/>
                  <a:ea typeface="仿宋_GB2312" pitchFamily="49" charset="-122"/>
                </a:rPr>
                <a:t>2</a:t>
              </a:r>
              <a:endParaRPr lang="en-US" altLang="zh-CN" b="0" baseline="-25000" dirty="0">
                <a:latin typeface="Times New Roman" panose="02020603050405020304" pitchFamily="18" charset="0"/>
                <a:ea typeface="仿宋_GB2312" pitchFamily="49" charset="-122"/>
              </a:endParaRPr>
            </a:p>
          </p:txBody>
        </p:sp>
        <p:grpSp>
          <p:nvGrpSpPr>
            <p:cNvPr id="24621" name="Group 134"/>
            <p:cNvGrpSpPr/>
            <p:nvPr/>
          </p:nvGrpSpPr>
          <p:grpSpPr>
            <a:xfrm>
              <a:off x="1565" y="2614"/>
              <a:ext cx="91" cy="363"/>
              <a:chOff x="1565" y="2614"/>
              <a:chExt cx="90" cy="486"/>
            </a:xfrm>
          </p:grpSpPr>
          <p:sp>
            <p:nvSpPr>
              <p:cNvPr id="24631" name="Arc 135"/>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32" name="Arc 136"/>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33" name="Arc 137"/>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34" name="Arc 138"/>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24622" name="Group 139"/>
            <p:cNvGrpSpPr/>
            <p:nvPr/>
          </p:nvGrpSpPr>
          <p:grpSpPr>
            <a:xfrm rot="10800000">
              <a:off x="1247" y="2614"/>
              <a:ext cx="90" cy="363"/>
              <a:chOff x="1565" y="2614"/>
              <a:chExt cx="90" cy="486"/>
            </a:xfrm>
          </p:grpSpPr>
          <p:sp>
            <p:nvSpPr>
              <p:cNvPr id="24627" name="Arc 140"/>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8" name="Arc 141"/>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9" name="Arc 142"/>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30" name="Arc 143"/>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24623" name="Oval 144"/>
            <p:cNvSpPr/>
            <p:nvPr/>
          </p:nvSpPr>
          <p:spPr>
            <a:xfrm>
              <a:off x="431" y="231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4" name="Oval 145"/>
            <p:cNvSpPr/>
            <p:nvPr/>
          </p:nvSpPr>
          <p:spPr>
            <a:xfrm>
              <a:off x="2372"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5" name="Oval 146"/>
            <p:cNvSpPr/>
            <p:nvPr/>
          </p:nvSpPr>
          <p:spPr>
            <a:xfrm>
              <a:off x="467"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6" name="Oval 147"/>
            <p:cNvSpPr/>
            <p:nvPr/>
          </p:nvSpPr>
          <p:spPr>
            <a:xfrm>
              <a:off x="2372" y="230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4244" name="Text Box 148"/>
          <p:cNvSpPr txBox="1"/>
          <p:nvPr/>
        </p:nvSpPr>
        <p:spPr>
          <a:xfrm>
            <a:off x="1692275" y="3141663"/>
            <a:ext cx="403225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求理想变压器的</a:t>
            </a:r>
            <a:r>
              <a:rPr lang="en-US" altLang="zh-CN" b="0" i="1" dirty="0">
                <a:latin typeface="Times New Roman" panose="02020603050405020304" pitchFamily="18" charset="0"/>
              </a:rPr>
              <a:t>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sp>
        <p:nvSpPr>
          <p:cNvPr id="4245" name="Text Box 149"/>
          <p:cNvSpPr txBox="1"/>
          <p:nvPr/>
        </p:nvSpPr>
        <p:spPr>
          <a:xfrm>
            <a:off x="684213" y="3789363"/>
            <a:ext cx="576262"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slide(fromRight)">
                                      <p:cBhvr>
                                        <p:cTn id="7" dur="1000"/>
                                        <p:tgtEl>
                                          <p:spTgt spid="41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103"/>
                                        </p:tgtEl>
                                        <p:attrNameLst>
                                          <p:attrName>style.visibility</p:attrName>
                                        </p:attrNameLst>
                                      </p:cBhvr>
                                      <p:to>
                                        <p:strVal val="visible"/>
                                      </p:to>
                                    </p:set>
                                    <p:anim calcmode="lin" valueType="num">
                                      <p:cBhvr additive="base">
                                        <p:cTn id="12" dur="500" fill="hold"/>
                                        <p:tgtEl>
                                          <p:spTgt spid="4103"/>
                                        </p:tgtEl>
                                        <p:attrNameLst>
                                          <p:attrName>ppt_x</p:attrName>
                                        </p:attrNameLst>
                                      </p:cBhvr>
                                      <p:tavLst>
                                        <p:tav tm="0">
                                          <p:val>
                                            <p:strVal val="1+#ppt_w/2"/>
                                          </p:val>
                                        </p:tav>
                                        <p:tav tm="100000">
                                          <p:val>
                                            <p:strVal val="#ppt_x"/>
                                          </p:val>
                                        </p:tav>
                                      </p:tavLst>
                                    </p:anim>
                                    <p:anim calcmode="lin" valueType="num">
                                      <p:cBhvr additive="base">
                                        <p:cTn id="13" dur="500" fill="hold"/>
                                        <p:tgtEl>
                                          <p:spTgt spid="410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4115"/>
                                        </p:tgtEl>
                                        <p:attrNameLst>
                                          <p:attrName>style.visibility</p:attrName>
                                        </p:attrNameLst>
                                      </p:cBhvr>
                                      <p:to>
                                        <p:strVal val="visible"/>
                                      </p:to>
                                    </p:set>
                                    <p:animEffect transition="in" filter="slide(fromLeft)">
                                      <p:cBhvr>
                                        <p:cTn id="18" dur="500"/>
                                        <p:tgtEl>
                                          <p:spTgt spid="4115"/>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4105"/>
                                        </p:tgtEl>
                                        <p:attrNameLst>
                                          <p:attrName>style.visibility</p:attrName>
                                        </p:attrNameLst>
                                      </p:cBhvr>
                                      <p:to>
                                        <p:strVal val="visible"/>
                                      </p:to>
                                    </p:set>
                                    <p:animEffect transition="in" filter="dissolve">
                                      <p:cBhvr>
                                        <p:cTn id="22" dur="500"/>
                                        <p:tgtEl>
                                          <p:spTgt spid="410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4106">
                                            <p:txEl>
                                              <p:charRg st="0" end="7"/>
                                            </p:txEl>
                                          </p:spTgt>
                                        </p:tgtEl>
                                        <p:attrNameLst>
                                          <p:attrName>style.visibility</p:attrName>
                                        </p:attrNameLst>
                                      </p:cBhvr>
                                      <p:to>
                                        <p:strVal val="visible"/>
                                      </p:to>
                                    </p:set>
                                    <p:animEffect transition="in" filter="barn(outVertical)">
                                      <p:cBhvr>
                                        <p:cTn id="27" dur="500"/>
                                        <p:tgtEl>
                                          <p:spTgt spid="4106">
                                            <p:txEl>
                                              <p:charRg st="0" end="7"/>
                                            </p:txEl>
                                          </p:spTgt>
                                        </p:tgtEl>
                                      </p:cBhvr>
                                    </p:animEffect>
                                  </p:childTnLst>
                                </p:cTn>
                              </p:par>
                            </p:childTnLst>
                          </p:cTn>
                        </p:par>
                        <p:par>
                          <p:cTn id="28" fill="hold">
                            <p:stCondLst>
                              <p:cond delay="500"/>
                            </p:stCondLst>
                            <p:childTnLst>
                              <p:par>
                                <p:cTn id="29" presetID="12" presetClass="entr" presetSubtype="2" fill="hold" nodeType="afterEffect">
                                  <p:stCondLst>
                                    <p:cond delay="0"/>
                                  </p:stCondLst>
                                  <p:childTnLst>
                                    <p:set>
                                      <p:cBhvr>
                                        <p:cTn id="30" dur="1" fill="hold">
                                          <p:stCondLst>
                                            <p:cond delay="0"/>
                                          </p:stCondLst>
                                        </p:cTn>
                                        <p:tgtEl>
                                          <p:spTgt spid="4107"/>
                                        </p:tgtEl>
                                        <p:attrNameLst>
                                          <p:attrName>style.visibility</p:attrName>
                                        </p:attrNameLst>
                                      </p:cBhvr>
                                      <p:to>
                                        <p:strVal val="visible"/>
                                      </p:to>
                                    </p:set>
                                    <p:animEffect transition="in" filter="slide(fromRight)">
                                      <p:cBhvr>
                                        <p:cTn id="31" dur="500"/>
                                        <p:tgtEl>
                                          <p:spTgt spid="4107"/>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4116"/>
                                        </p:tgtEl>
                                        <p:attrNameLst>
                                          <p:attrName>style.visibility</p:attrName>
                                        </p:attrNameLst>
                                      </p:cBhvr>
                                      <p:to>
                                        <p:strVal val="visible"/>
                                      </p:to>
                                    </p:set>
                                    <p:animEffect transition="in" filter="slide(fromLeft)">
                                      <p:cBhvr>
                                        <p:cTn id="36" dur="500"/>
                                        <p:tgtEl>
                                          <p:spTgt spid="411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4109"/>
                                        </p:tgtEl>
                                        <p:attrNameLst>
                                          <p:attrName>style.visibility</p:attrName>
                                        </p:attrNameLst>
                                      </p:cBhvr>
                                      <p:to>
                                        <p:strVal val="visible"/>
                                      </p:to>
                                    </p:set>
                                    <p:animEffect transition="in" filter="wipe(left)">
                                      <p:cBhvr>
                                        <p:cTn id="40" dur="2000"/>
                                        <p:tgtEl>
                                          <p:spTgt spid="4109"/>
                                        </p:tgtEl>
                                      </p:cBhvr>
                                    </p:animEffect>
                                  </p:childTnLst>
                                </p:cTn>
                              </p:par>
                            </p:childTnLst>
                          </p:cTn>
                        </p:par>
                      </p:childTnLst>
                    </p:cTn>
                  </p:par>
                  <p:par>
                    <p:cTn id="41" fill="hold">
                      <p:stCondLst>
                        <p:cond delay="indefinite"/>
                      </p:stCondLst>
                      <p:childTnLst>
                        <p:par>
                          <p:cTn id="42" fill="hold">
                            <p:stCondLst>
                              <p:cond delay="0"/>
                            </p:stCondLst>
                            <p:childTnLst>
                              <p:par>
                                <p:cTn id="43" presetID="15" presetClass="entr" presetSubtype="0" fill="hold" grpId="0" nodeType="clickEffect">
                                  <p:stCondLst>
                                    <p:cond delay="0"/>
                                  </p:stCondLst>
                                  <p:childTnLst>
                                    <p:set>
                                      <p:cBhvr>
                                        <p:cTn id="44" dur="1" fill="hold">
                                          <p:stCondLst>
                                            <p:cond delay="0"/>
                                          </p:stCondLst>
                                        </p:cTn>
                                        <p:tgtEl>
                                          <p:spTgt spid="4117"/>
                                        </p:tgtEl>
                                        <p:attrNameLst>
                                          <p:attrName>style.visibility</p:attrName>
                                        </p:attrNameLst>
                                      </p:cBhvr>
                                      <p:to>
                                        <p:strVal val="visible"/>
                                      </p:to>
                                    </p:set>
                                    <p:anim calcmode="lin" valueType="num">
                                      <p:cBhvr>
                                        <p:cTn id="45" dur="1000" fill="hold"/>
                                        <p:tgtEl>
                                          <p:spTgt spid="4117"/>
                                        </p:tgtEl>
                                        <p:attrNameLst>
                                          <p:attrName>ppt_w</p:attrName>
                                        </p:attrNameLst>
                                      </p:cBhvr>
                                      <p:tavLst>
                                        <p:tav tm="0">
                                          <p:val>
                                            <p:fltVal val="0.000000"/>
                                          </p:val>
                                        </p:tav>
                                        <p:tav tm="100000">
                                          <p:val>
                                            <p:strVal val="#ppt_w"/>
                                          </p:val>
                                        </p:tav>
                                      </p:tavLst>
                                    </p:anim>
                                    <p:anim calcmode="lin" valueType="num">
                                      <p:cBhvr>
                                        <p:cTn id="46" dur="1000" fill="hold"/>
                                        <p:tgtEl>
                                          <p:spTgt spid="4117"/>
                                        </p:tgtEl>
                                        <p:attrNameLst>
                                          <p:attrName>ppt_h</p:attrName>
                                        </p:attrNameLst>
                                      </p:cBhvr>
                                      <p:tavLst>
                                        <p:tav tm="0">
                                          <p:val>
                                            <p:fltVal val="0.000000"/>
                                          </p:val>
                                        </p:tav>
                                        <p:tav tm="100000">
                                          <p:val>
                                            <p:strVal val="#ppt_h"/>
                                          </p:val>
                                        </p:tav>
                                      </p:tavLst>
                                    </p:anim>
                                    <p:anim calcmode="lin" valueType="num">
                                      <p:cBhvr>
                                        <p:cTn id="47" dur="1000" fill="hold"/>
                                        <p:tgtEl>
                                          <p:spTgt spid="4117"/>
                                        </p:tgtEl>
                                        <p:attrNameLst>
                                          <p:attrName>ppt_x</p:attrName>
                                        </p:attrNameLst>
                                      </p:cBhvr>
                                      <p:tavLst>
                                        <p:tav tm="0" fmla="#ppt_x+(cos(-2*pi*(1-$))*-#ppt_x-sin(-2*pi*(1-$))*(1-#ppt_y))*(1-$)">
                                          <p:val>
                                            <p:fltVal val="0.000000"/>
                                          </p:val>
                                        </p:tav>
                                        <p:tav tm="100000">
                                          <p:val>
                                            <p:fltVal val="1.000000"/>
                                          </p:val>
                                        </p:tav>
                                      </p:tavLst>
                                    </p:anim>
                                    <p:anim calcmode="lin" valueType="num">
                                      <p:cBhvr>
                                        <p:cTn id="48" dur="1000" fill="hold"/>
                                        <p:tgtEl>
                                          <p:spTgt spid="4117"/>
                                        </p:tgtEl>
                                        <p:attrNameLst>
                                          <p:attrName>ppt_y</p:attrName>
                                        </p:attrNameLst>
                                      </p:cBhvr>
                                      <p:tavLst>
                                        <p:tav tm="0" fmla="#ppt_y+(sin(-2*pi*(1-$))*-#ppt_x+cos(-2*pi*(1-$))*(1-#ppt_y))*(1-$)">
                                          <p:val>
                                            <p:fltVal val="0.000000"/>
                                          </p:val>
                                        </p:tav>
                                        <p:tav tm="100000">
                                          <p:val>
                                            <p:fltVal val="1.000000"/>
                                          </p:val>
                                        </p:tav>
                                      </p:tavLst>
                                    </p:anim>
                                  </p:childTnLst>
                                </p:cTn>
                              </p:par>
                            </p:childTnLst>
                          </p:cTn>
                        </p:par>
                        <p:par>
                          <p:cTn id="49" fill="hold">
                            <p:stCondLst>
                              <p:cond delay="1000"/>
                            </p:stCondLst>
                            <p:childTnLst>
                              <p:par>
                                <p:cTn id="50" presetID="3" presetClass="entr" presetSubtype="10"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par>
                          <p:cTn id="53" fill="hold">
                            <p:stCondLst>
                              <p:cond delay="1500"/>
                            </p:stCondLst>
                            <p:childTnLst>
                              <p:par>
                                <p:cTn id="54" presetID="55" presetClass="entr" presetSubtype="0" fill="hold" grpId="0" nodeType="afterEffect">
                                  <p:stCondLst>
                                    <p:cond delay="0"/>
                                  </p:stCondLst>
                                  <p:childTnLst>
                                    <p:set>
                                      <p:cBhvr>
                                        <p:cTn id="55" dur="1" fill="hold">
                                          <p:stCondLst>
                                            <p:cond delay="0"/>
                                          </p:stCondLst>
                                        </p:cTn>
                                        <p:tgtEl>
                                          <p:spTgt spid="4244"/>
                                        </p:tgtEl>
                                        <p:attrNameLst>
                                          <p:attrName>style.visibility</p:attrName>
                                        </p:attrNameLst>
                                      </p:cBhvr>
                                      <p:to>
                                        <p:strVal val="visible"/>
                                      </p:to>
                                    </p:set>
                                    <p:anim calcmode="lin" valueType="num">
                                      <p:cBhvr>
                                        <p:cTn id="56" dur="1000" fill="hold"/>
                                        <p:tgtEl>
                                          <p:spTgt spid="4244"/>
                                        </p:tgtEl>
                                        <p:attrNameLst>
                                          <p:attrName>ppt_w</p:attrName>
                                        </p:attrNameLst>
                                      </p:cBhvr>
                                      <p:tavLst>
                                        <p:tav tm="0">
                                          <p:val>
                                            <p:strVal val="#ppt_w*0.70"/>
                                          </p:val>
                                        </p:tav>
                                        <p:tav tm="100000">
                                          <p:val>
                                            <p:strVal val="#ppt_w"/>
                                          </p:val>
                                        </p:tav>
                                      </p:tavLst>
                                    </p:anim>
                                    <p:anim calcmode="lin" valueType="num">
                                      <p:cBhvr>
                                        <p:cTn id="57" dur="1000" fill="hold"/>
                                        <p:tgtEl>
                                          <p:spTgt spid="4244"/>
                                        </p:tgtEl>
                                        <p:attrNameLst>
                                          <p:attrName>ppt_h</p:attrName>
                                        </p:attrNameLst>
                                      </p:cBhvr>
                                      <p:tavLst>
                                        <p:tav tm="0">
                                          <p:val>
                                            <p:strVal val="#ppt_h"/>
                                          </p:val>
                                        </p:tav>
                                        <p:tav tm="100000">
                                          <p:val>
                                            <p:strVal val="#ppt_h"/>
                                          </p:val>
                                        </p:tav>
                                      </p:tavLst>
                                    </p:anim>
                                    <p:animEffect transition="in" filter="fade">
                                      <p:cBhvr>
                                        <p:cTn id="58" dur="1000"/>
                                        <p:tgtEl>
                                          <p:spTgt spid="4244"/>
                                        </p:tgtEl>
                                      </p:cBhvr>
                                    </p:animEffect>
                                  </p:childTnLst>
                                </p:cTn>
                              </p:par>
                            </p:childTnLst>
                          </p:cTn>
                        </p:par>
                      </p:childTnLst>
                    </p:cTn>
                  </p:par>
                  <p:par>
                    <p:cTn id="59" fill="hold">
                      <p:stCondLst>
                        <p:cond delay="indefinite"/>
                      </p:stCondLst>
                      <p:childTnLst>
                        <p:par>
                          <p:cTn id="60" fill="hold">
                            <p:stCondLst>
                              <p:cond delay="0"/>
                            </p:stCondLst>
                            <p:childTnLst>
                              <p:par>
                                <p:cTn id="61" presetID="15" presetClass="entr" presetSubtype="0" fill="hold" grpId="0" nodeType="clickEffect">
                                  <p:stCondLst>
                                    <p:cond delay="0"/>
                                  </p:stCondLst>
                                  <p:childTnLst>
                                    <p:set>
                                      <p:cBhvr>
                                        <p:cTn id="62" dur="1" fill="hold">
                                          <p:stCondLst>
                                            <p:cond delay="0"/>
                                          </p:stCondLst>
                                        </p:cTn>
                                        <p:tgtEl>
                                          <p:spTgt spid="4245"/>
                                        </p:tgtEl>
                                        <p:attrNameLst>
                                          <p:attrName>style.visibility</p:attrName>
                                        </p:attrNameLst>
                                      </p:cBhvr>
                                      <p:to>
                                        <p:strVal val="visible"/>
                                      </p:to>
                                    </p:set>
                                    <p:anim calcmode="lin" valueType="num">
                                      <p:cBhvr>
                                        <p:cTn id="63" dur="1000" fill="hold"/>
                                        <p:tgtEl>
                                          <p:spTgt spid="4245"/>
                                        </p:tgtEl>
                                        <p:attrNameLst>
                                          <p:attrName>ppt_w</p:attrName>
                                        </p:attrNameLst>
                                      </p:cBhvr>
                                      <p:tavLst>
                                        <p:tav tm="0">
                                          <p:val>
                                            <p:fltVal val="0.000000"/>
                                          </p:val>
                                        </p:tav>
                                        <p:tav tm="100000">
                                          <p:val>
                                            <p:strVal val="#ppt_w"/>
                                          </p:val>
                                        </p:tav>
                                      </p:tavLst>
                                    </p:anim>
                                    <p:anim calcmode="lin" valueType="num">
                                      <p:cBhvr>
                                        <p:cTn id="64" dur="1000" fill="hold"/>
                                        <p:tgtEl>
                                          <p:spTgt spid="4245"/>
                                        </p:tgtEl>
                                        <p:attrNameLst>
                                          <p:attrName>ppt_h</p:attrName>
                                        </p:attrNameLst>
                                      </p:cBhvr>
                                      <p:tavLst>
                                        <p:tav tm="0">
                                          <p:val>
                                            <p:fltVal val="0.000000"/>
                                          </p:val>
                                        </p:tav>
                                        <p:tav tm="100000">
                                          <p:val>
                                            <p:strVal val="#ppt_h"/>
                                          </p:val>
                                        </p:tav>
                                      </p:tavLst>
                                    </p:anim>
                                    <p:anim calcmode="lin" valueType="num">
                                      <p:cBhvr>
                                        <p:cTn id="65" dur="1000" fill="hold"/>
                                        <p:tgtEl>
                                          <p:spTgt spid="4245"/>
                                        </p:tgtEl>
                                        <p:attrNameLst>
                                          <p:attrName>ppt_x</p:attrName>
                                        </p:attrNameLst>
                                      </p:cBhvr>
                                      <p:tavLst>
                                        <p:tav tm="0" fmla="#ppt_x+(cos(-2*pi*(1-$))*-#ppt_x-sin(-2*pi*(1-$))*(1-#ppt_y))*(1-$)">
                                          <p:val>
                                            <p:fltVal val="0.000000"/>
                                          </p:val>
                                        </p:tav>
                                        <p:tav tm="100000">
                                          <p:val>
                                            <p:fltVal val="1.000000"/>
                                          </p:val>
                                        </p:tav>
                                      </p:tavLst>
                                    </p:anim>
                                    <p:anim calcmode="lin" valueType="num">
                                      <p:cBhvr>
                                        <p:cTn id="66" dur="1000" fill="hold"/>
                                        <p:tgtEl>
                                          <p:spTgt spid="4245"/>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4147"/>
                                        </p:tgtEl>
                                        <p:attrNameLst>
                                          <p:attrName>style.visibility</p:attrName>
                                        </p:attrNameLst>
                                      </p:cBhvr>
                                      <p:to>
                                        <p:strVal val="visible"/>
                                      </p:to>
                                    </p:set>
                                    <p:animEffect transition="in" filter="dissolve">
                                      <p:cBhvr>
                                        <p:cTn id="71" dur="500"/>
                                        <p:tgtEl>
                                          <p:spTgt spid="414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4148">
                                            <p:txEl>
                                              <p:charRg st="0" end="2"/>
                                            </p:txEl>
                                          </p:spTgt>
                                        </p:tgtEl>
                                        <p:attrNameLst>
                                          <p:attrName>style.visibility</p:attrName>
                                        </p:attrNameLst>
                                      </p:cBhvr>
                                      <p:to>
                                        <p:strVal val="visible"/>
                                      </p:to>
                                    </p:set>
                                    <p:animEffect transition="in" filter="wipe(left)">
                                      <p:cBhvr>
                                        <p:cTn id="76" dur="500"/>
                                        <p:tgtEl>
                                          <p:spTgt spid="4148">
                                            <p:txEl>
                                              <p:charRg st="0" end="2"/>
                                            </p:txEl>
                                          </p:spTgt>
                                        </p:tgtEl>
                                      </p:cBhvr>
                                    </p:animEffect>
                                  </p:childTnLst>
                                </p:cTn>
                              </p:par>
                            </p:childTnLst>
                          </p:cTn>
                        </p:par>
                        <p:par>
                          <p:cTn id="77" fill="hold">
                            <p:stCondLst>
                              <p:cond delay="500"/>
                            </p:stCondLst>
                            <p:childTnLst>
                              <p:par>
                                <p:cTn id="78" presetID="9" presetClass="entr" presetSubtype="0" fill="hold" nodeType="afterEffect">
                                  <p:stCondLst>
                                    <p:cond delay="0"/>
                                  </p:stCondLst>
                                  <p:childTnLst>
                                    <p:set>
                                      <p:cBhvr>
                                        <p:cTn id="79" dur="1" fill="hold">
                                          <p:stCondLst>
                                            <p:cond delay="0"/>
                                          </p:stCondLst>
                                        </p:cTn>
                                        <p:tgtEl>
                                          <p:spTgt spid="4149"/>
                                        </p:tgtEl>
                                        <p:attrNameLst>
                                          <p:attrName>style.visibility</p:attrName>
                                        </p:attrNameLst>
                                      </p:cBhvr>
                                      <p:to>
                                        <p:strVal val="visible"/>
                                      </p:to>
                                    </p:set>
                                    <p:animEffect transition="in" filter="dissolve">
                                      <p:cBhvr>
                                        <p:cTn id="80" dur="500"/>
                                        <p:tgtEl>
                                          <p:spTgt spid="4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p:bldP spid="4106" grpId="0" build="p"/>
      <p:bldP spid="4117" grpId="0"/>
      <p:bldP spid="4148" grpId="0" build="p"/>
      <p:bldP spid="4244" grpId="0"/>
      <p:bldP spid="424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230" name="Object 38"/>
          <p:cNvGraphicFramePr/>
          <p:nvPr/>
        </p:nvGraphicFramePr>
        <p:xfrm>
          <a:off x="5435600" y="620713"/>
          <a:ext cx="2459038" cy="1409700"/>
        </p:xfrm>
        <a:graphic>
          <a:graphicData uri="http://schemas.openxmlformats.org/presentationml/2006/ole">
            <mc:AlternateContent xmlns:mc="http://schemas.openxmlformats.org/markup-compatibility/2006">
              <mc:Choice xmlns:v="urn:schemas-microsoft-com:vml" Requires="v">
                <p:oleObj spid="_x0000_s3254" name="" r:id="rId1" imgW="799465" imgH="609600" progId="Equation.DSMT4">
                  <p:embed/>
                </p:oleObj>
              </mc:Choice>
              <mc:Fallback>
                <p:oleObj name="" r:id="rId1" imgW="799465" imgH="609600" progId="Equation.DSMT4">
                  <p:embed/>
                  <p:pic>
                    <p:nvPicPr>
                      <p:cNvPr id="0" name="图片 3253"/>
                      <p:cNvPicPr/>
                      <p:nvPr/>
                    </p:nvPicPr>
                    <p:blipFill>
                      <a:blip r:embed="rId2">
                        <a:clrChange>
                          <a:clrFrom>
                            <a:srgbClr val="000000"/>
                          </a:clrFrom>
                          <a:clrTo>
                            <a:srgbClr val="FFFFFF"/>
                          </a:clrTo>
                        </a:clrChange>
                      </a:blip>
                      <a:stretch>
                        <a:fillRect/>
                      </a:stretch>
                    </p:blipFill>
                    <p:spPr>
                      <a:xfrm>
                        <a:off x="5435600" y="620713"/>
                        <a:ext cx="2459038" cy="1409700"/>
                      </a:xfrm>
                      <a:prstGeom prst="rect">
                        <a:avLst/>
                      </a:prstGeom>
                      <a:noFill/>
                      <a:ln w="38100">
                        <a:noFill/>
                        <a:miter/>
                      </a:ln>
                    </p:spPr>
                  </p:pic>
                </p:oleObj>
              </mc:Fallback>
            </mc:AlternateContent>
          </a:graphicData>
        </a:graphic>
      </p:graphicFrame>
      <p:graphicFrame>
        <p:nvGraphicFramePr>
          <p:cNvPr id="8232" name="Object 40"/>
          <p:cNvGraphicFramePr/>
          <p:nvPr/>
        </p:nvGraphicFramePr>
        <p:xfrm>
          <a:off x="1042988" y="476250"/>
          <a:ext cx="3263900" cy="1533525"/>
        </p:xfrm>
        <a:graphic>
          <a:graphicData uri="http://schemas.openxmlformats.org/presentationml/2006/ole">
            <mc:AlternateContent xmlns:mc="http://schemas.openxmlformats.org/markup-compatibility/2006">
              <mc:Choice xmlns:v="urn:schemas-microsoft-com:vml" Requires="v">
                <p:oleObj spid="_x0000_s3250" name="" r:id="rId3" imgW="1485900" imgH="698500" progId="Equation.3">
                  <p:embed/>
                </p:oleObj>
              </mc:Choice>
              <mc:Fallback>
                <p:oleObj name="" r:id="rId3" imgW="1485900" imgH="698500" progId="Equation.3">
                  <p:embed/>
                  <p:pic>
                    <p:nvPicPr>
                      <p:cNvPr id="0" name="图片 3249"/>
                      <p:cNvPicPr/>
                      <p:nvPr/>
                    </p:nvPicPr>
                    <p:blipFill>
                      <a:blip r:embed="rId4">
                        <a:clrChange>
                          <a:clrFrom>
                            <a:srgbClr val="000000"/>
                          </a:clrFrom>
                          <a:clrTo>
                            <a:srgbClr val="FFFFFF"/>
                          </a:clrTo>
                        </a:clrChange>
                      </a:blip>
                      <a:stretch>
                        <a:fillRect/>
                      </a:stretch>
                    </p:blipFill>
                    <p:spPr>
                      <a:xfrm>
                        <a:off x="1042988" y="476250"/>
                        <a:ext cx="3263900" cy="1533525"/>
                      </a:xfrm>
                      <a:prstGeom prst="rect">
                        <a:avLst/>
                      </a:prstGeom>
                      <a:noFill/>
                      <a:ln w="38100">
                        <a:noFill/>
                        <a:miter/>
                      </a:ln>
                    </p:spPr>
                  </p:pic>
                </p:oleObj>
              </mc:Fallback>
            </mc:AlternateContent>
          </a:graphicData>
        </a:graphic>
      </p:graphicFrame>
      <p:sp>
        <p:nvSpPr>
          <p:cNvPr id="8233" name="Line 41"/>
          <p:cNvSpPr/>
          <p:nvPr/>
        </p:nvSpPr>
        <p:spPr>
          <a:xfrm>
            <a:off x="4572000" y="1268413"/>
            <a:ext cx="719138" cy="0"/>
          </a:xfrm>
          <a:prstGeom prst="line">
            <a:avLst/>
          </a:prstGeom>
          <a:ln w="76200" cap="flat" cmpd="sng">
            <a:solidFill>
              <a:srgbClr val="3399FF"/>
            </a:solidFill>
            <a:prstDash val="solid"/>
            <a:headEnd type="none" w="med" len="med"/>
            <a:tailEnd type="triangle" w="med" len="med"/>
          </a:ln>
        </p:spPr>
      </p:sp>
      <p:sp>
        <p:nvSpPr>
          <p:cNvPr id="8234" name="Text Box 42"/>
          <p:cNvSpPr txBox="1"/>
          <p:nvPr/>
        </p:nvSpPr>
        <p:spPr>
          <a:xfrm>
            <a:off x="395288" y="2565400"/>
            <a:ext cx="1728787"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2-8</a:t>
            </a:r>
            <a:endParaRPr lang="en-US" altLang="zh-CN" sz="3200" b="0" dirty="0">
              <a:latin typeface="Times New Roman" panose="02020603050405020304" pitchFamily="18" charset="0"/>
              <a:ea typeface="宋体" panose="02010600030101010101" pitchFamily="2" charset="-122"/>
            </a:endParaRPr>
          </a:p>
        </p:txBody>
      </p:sp>
      <p:graphicFrame>
        <p:nvGraphicFramePr>
          <p:cNvPr id="8262" name="Object 70"/>
          <p:cNvGraphicFramePr/>
          <p:nvPr/>
        </p:nvGraphicFramePr>
        <p:xfrm>
          <a:off x="1403350" y="4292600"/>
          <a:ext cx="5715000" cy="1955800"/>
        </p:xfrm>
        <a:graphic>
          <a:graphicData uri="http://schemas.openxmlformats.org/presentationml/2006/ole">
            <mc:AlternateContent xmlns:mc="http://schemas.openxmlformats.org/markup-compatibility/2006">
              <mc:Choice xmlns:v="urn:schemas-microsoft-com:vml" Requires="v">
                <p:oleObj spid="_x0000_s3255" name="" r:id="rId5" imgW="2857500" imgH="977900" progId="Equation.3">
                  <p:embed/>
                </p:oleObj>
              </mc:Choice>
              <mc:Fallback>
                <p:oleObj name="" r:id="rId5" imgW="2857500" imgH="977900" progId="Equation.3">
                  <p:embed/>
                  <p:pic>
                    <p:nvPicPr>
                      <p:cNvPr id="0" name="图片 3254"/>
                      <p:cNvPicPr/>
                      <p:nvPr/>
                    </p:nvPicPr>
                    <p:blipFill>
                      <a:blip r:embed="rId6">
                        <a:clrChange>
                          <a:clrFrom>
                            <a:srgbClr val="000000"/>
                          </a:clrFrom>
                          <a:clrTo>
                            <a:srgbClr val="FFFFFF"/>
                          </a:clrTo>
                        </a:clrChange>
                      </a:blip>
                      <a:stretch>
                        <a:fillRect/>
                      </a:stretch>
                    </p:blipFill>
                    <p:spPr>
                      <a:xfrm>
                        <a:off x="1403350" y="4292600"/>
                        <a:ext cx="5715000" cy="1955800"/>
                      </a:xfrm>
                      <a:prstGeom prst="rect">
                        <a:avLst/>
                      </a:prstGeom>
                      <a:noFill/>
                      <a:ln w="38100">
                        <a:noFill/>
                        <a:miter/>
                      </a:ln>
                    </p:spPr>
                  </p:pic>
                </p:oleObj>
              </mc:Fallback>
            </mc:AlternateContent>
          </a:graphicData>
        </a:graphic>
      </p:graphicFrame>
      <p:grpSp>
        <p:nvGrpSpPr>
          <p:cNvPr id="25611" name="Group 75"/>
          <p:cNvGrpSpPr/>
          <p:nvPr/>
        </p:nvGrpSpPr>
        <p:grpSpPr>
          <a:xfrm>
            <a:off x="8316913" y="6446838"/>
            <a:ext cx="792162" cy="366712"/>
            <a:chOff x="5193" y="4020"/>
            <a:chExt cx="499" cy="231"/>
          </a:xfrm>
        </p:grpSpPr>
        <p:pic>
          <p:nvPicPr>
            <p:cNvPr id="25640" name="Picture 76"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25641" name="Text Box 7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5612" name="Group 78"/>
          <p:cNvGrpSpPr/>
          <p:nvPr/>
        </p:nvGrpSpPr>
        <p:grpSpPr>
          <a:xfrm>
            <a:off x="7453313" y="6446838"/>
            <a:ext cx="792162" cy="366712"/>
            <a:chOff x="4649" y="4020"/>
            <a:chExt cx="499" cy="231"/>
          </a:xfrm>
        </p:grpSpPr>
        <p:pic>
          <p:nvPicPr>
            <p:cNvPr id="25638" name="Picture 79"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5639" name="Text Box 8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114"/>
          <p:cNvGrpSpPr/>
          <p:nvPr/>
        </p:nvGrpSpPr>
        <p:grpSpPr>
          <a:xfrm>
            <a:off x="4356100" y="2060575"/>
            <a:ext cx="4011613" cy="1816100"/>
            <a:chOff x="1292" y="1298"/>
            <a:chExt cx="2527" cy="1144"/>
          </a:xfrm>
        </p:grpSpPr>
        <p:sp>
          <p:nvSpPr>
            <p:cNvPr id="25619" name="Rectangle 85"/>
            <p:cNvSpPr/>
            <p:nvPr/>
          </p:nvSpPr>
          <p:spPr>
            <a:xfrm>
              <a:off x="1791" y="1343"/>
              <a:ext cx="536"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1</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5620" name="Rectangle 86"/>
            <p:cNvSpPr/>
            <p:nvPr/>
          </p:nvSpPr>
          <p:spPr>
            <a:xfrm>
              <a:off x="2608" y="1343"/>
              <a:ext cx="63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2</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5621" name="Rectangle 87"/>
            <p:cNvSpPr/>
            <p:nvPr/>
          </p:nvSpPr>
          <p:spPr>
            <a:xfrm>
              <a:off x="2426" y="1842"/>
              <a:ext cx="539"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2</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5605" name="Object 88"/>
            <p:cNvGraphicFramePr/>
            <p:nvPr/>
          </p:nvGraphicFramePr>
          <p:xfrm>
            <a:off x="1292" y="1842"/>
            <a:ext cx="272" cy="370"/>
          </p:xfrm>
          <a:graphic>
            <a:graphicData uri="http://schemas.openxmlformats.org/presentationml/2006/ole">
              <mc:AlternateContent xmlns:mc="http://schemas.openxmlformats.org/markup-compatibility/2006">
                <mc:Choice xmlns:v="urn:schemas-microsoft-com:vml" Requires="v">
                  <p:oleObj spid="_x0000_s3251" name="" r:id="rId8" imgW="215900" imgH="291465" progId="Equation.3">
                    <p:embed/>
                  </p:oleObj>
                </mc:Choice>
                <mc:Fallback>
                  <p:oleObj name="" r:id="rId8" imgW="215900" imgH="291465" progId="Equation.3">
                    <p:embed/>
                    <p:pic>
                      <p:nvPicPr>
                        <p:cNvPr id="0" name="图片 3250"/>
                        <p:cNvPicPr/>
                        <p:nvPr/>
                      </p:nvPicPr>
                      <p:blipFill>
                        <a:blip r:embed="rId9">
                          <a:clrChange>
                            <a:clrFrom>
                              <a:srgbClr val="000000"/>
                            </a:clrFrom>
                            <a:clrTo>
                              <a:srgbClr val="FFFFFF"/>
                            </a:clrTo>
                          </a:clrChange>
                        </a:blip>
                        <a:stretch>
                          <a:fillRect/>
                        </a:stretch>
                      </p:blipFill>
                      <p:spPr>
                        <a:xfrm>
                          <a:off x="1292" y="1842"/>
                          <a:ext cx="272" cy="370"/>
                        </a:xfrm>
                        <a:prstGeom prst="rect">
                          <a:avLst/>
                        </a:prstGeom>
                        <a:noFill/>
                        <a:ln w="38100">
                          <a:noFill/>
                          <a:miter/>
                        </a:ln>
                      </p:spPr>
                    </p:pic>
                  </p:oleObj>
                </mc:Fallback>
              </mc:AlternateContent>
            </a:graphicData>
          </a:graphic>
        </p:graphicFrame>
        <p:graphicFrame>
          <p:nvGraphicFramePr>
            <p:cNvPr id="25606" name="Object 89"/>
            <p:cNvGraphicFramePr/>
            <p:nvPr/>
          </p:nvGraphicFramePr>
          <p:xfrm>
            <a:off x="3379" y="1298"/>
            <a:ext cx="240" cy="370"/>
          </p:xfrm>
          <a:graphic>
            <a:graphicData uri="http://schemas.openxmlformats.org/presentationml/2006/ole">
              <mc:AlternateContent xmlns:mc="http://schemas.openxmlformats.org/markup-compatibility/2006">
                <mc:Choice xmlns:v="urn:schemas-microsoft-com:vml" Requires="v">
                  <p:oleObj spid="_x0000_s3252" name="" r:id="rId10" imgW="190500" imgH="292100" progId="Equation.3">
                    <p:embed/>
                  </p:oleObj>
                </mc:Choice>
                <mc:Fallback>
                  <p:oleObj name="" r:id="rId10" imgW="190500" imgH="292100" progId="Equation.3">
                    <p:embed/>
                    <p:pic>
                      <p:nvPicPr>
                        <p:cNvPr id="0" name="图片 3251"/>
                        <p:cNvPicPr/>
                        <p:nvPr/>
                      </p:nvPicPr>
                      <p:blipFill>
                        <a:blip r:embed="rId11">
                          <a:clrChange>
                            <a:clrFrom>
                              <a:srgbClr val="000000"/>
                            </a:clrFrom>
                            <a:clrTo>
                              <a:srgbClr val="FFFFFF"/>
                            </a:clrTo>
                          </a:clrChange>
                        </a:blip>
                        <a:stretch>
                          <a:fillRect/>
                        </a:stretch>
                      </p:blipFill>
                      <p:spPr>
                        <a:xfrm>
                          <a:off x="3379" y="1298"/>
                          <a:ext cx="240" cy="370"/>
                        </a:xfrm>
                        <a:prstGeom prst="rect">
                          <a:avLst/>
                        </a:prstGeom>
                        <a:noFill/>
                        <a:ln w="38100">
                          <a:noFill/>
                          <a:miter/>
                        </a:ln>
                      </p:spPr>
                    </p:pic>
                  </p:oleObj>
                </mc:Fallback>
              </mc:AlternateContent>
            </a:graphicData>
          </a:graphic>
        </p:graphicFrame>
        <p:graphicFrame>
          <p:nvGraphicFramePr>
            <p:cNvPr id="25607" name="Object 90"/>
            <p:cNvGraphicFramePr/>
            <p:nvPr/>
          </p:nvGraphicFramePr>
          <p:xfrm>
            <a:off x="1519" y="1298"/>
            <a:ext cx="208" cy="370"/>
          </p:xfrm>
          <a:graphic>
            <a:graphicData uri="http://schemas.openxmlformats.org/presentationml/2006/ole">
              <mc:AlternateContent xmlns:mc="http://schemas.openxmlformats.org/markup-compatibility/2006">
                <mc:Choice xmlns:v="urn:schemas-microsoft-com:vml" Requires="v">
                  <p:oleObj spid="_x0000_s3253" name="" r:id="rId12" imgW="165100" imgH="291465" progId="Equation.3">
                    <p:embed/>
                  </p:oleObj>
                </mc:Choice>
                <mc:Fallback>
                  <p:oleObj name="" r:id="rId12" imgW="165100" imgH="291465" progId="Equation.3">
                    <p:embed/>
                    <p:pic>
                      <p:nvPicPr>
                        <p:cNvPr id="0" name="图片 3252"/>
                        <p:cNvPicPr/>
                        <p:nvPr/>
                      </p:nvPicPr>
                      <p:blipFill>
                        <a:blip r:embed="rId13">
                          <a:clrChange>
                            <a:clrFrom>
                              <a:srgbClr val="000000"/>
                            </a:clrFrom>
                            <a:clrTo>
                              <a:srgbClr val="FFFFFF"/>
                            </a:clrTo>
                          </a:clrChange>
                        </a:blip>
                        <a:stretch>
                          <a:fillRect/>
                        </a:stretch>
                      </p:blipFill>
                      <p:spPr>
                        <a:xfrm>
                          <a:off x="1519" y="1298"/>
                          <a:ext cx="208" cy="370"/>
                        </a:xfrm>
                        <a:prstGeom prst="rect">
                          <a:avLst/>
                        </a:prstGeom>
                        <a:noFill/>
                        <a:ln w="38100">
                          <a:noFill/>
                          <a:miter/>
                        </a:ln>
                      </p:spPr>
                    </p:pic>
                  </p:oleObj>
                </mc:Fallback>
              </mc:AlternateContent>
            </a:graphicData>
          </a:graphic>
        </p:graphicFrame>
        <p:sp>
          <p:nvSpPr>
            <p:cNvPr id="25622" name="Line 91"/>
            <p:cNvSpPr/>
            <p:nvPr/>
          </p:nvSpPr>
          <p:spPr>
            <a:xfrm flipH="1">
              <a:off x="1428" y="1661"/>
              <a:ext cx="2268" cy="0"/>
            </a:xfrm>
            <a:prstGeom prst="line">
              <a:avLst/>
            </a:prstGeom>
            <a:ln w="28575" cap="flat" cmpd="sng">
              <a:solidFill>
                <a:srgbClr val="FFCC00"/>
              </a:solidFill>
              <a:prstDash val="solid"/>
              <a:headEnd type="none" w="med" len="med"/>
              <a:tailEnd type="none" w="med" len="med"/>
            </a:ln>
          </p:spPr>
        </p:sp>
        <p:sp>
          <p:nvSpPr>
            <p:cNvPr id="25623" name="Line 92"/>
            <p:cNvSpPr/>
            <p:nvPr/>
          </p:nvSpPr>
          <p:spPr>
            <a:xfrm>
              <a:off x="1422" y="2390"/>
              <a:ext cx="2283" cy="1"/>
            </a:xfrm>
            <a:prstGeom prst="line">
              <a:avLst/>
            </a:prstGeom>
            <a:ln w="28575" cap="flat" cmpd="sng">
              <a:solidFill>
                <a:srgbClr val="FFCC00"/>
              </a:solidFill>
              <a:prstDash val="solid"/>
              <a:headEnd type="none" w="med" len="med"/>
              <a:tailEnd type="none" w="med" len="med"/>
            </a:ln>
          </p:spPr>
        </p:sp>
        <p:sp>
          <p:nvSpPr>
            <p:cNvPr id="25624" name="Line 93"/>
            <p:cNvSpPr/>
            <p:nvPr/>
          </p:nvSpPr>
          <p:spPr>
            <a:xfrm>
              <a:off x="1519" y="1661"/>
              <a:ext cx="294" cy="0"/>
            </a:xfrm>
            <a:prstGeom prst="line">
              <a:avLst/>
            </a:prstGeom>
            <a:ln w="28575" cap="flat" cmpd="sng">
              <a:solidFill>
                <a:srgbClr val="00FFFF"/>
              </a:solidFill>
              <a:prstDash val="solid"/>
              <a:headEnd type="none" w="med" len="med"/>
              <a:tailEnd type="triangle" w="med" len="med"/>
            </a:ln>
          </p:spPr>
        </p:sp>
        <p:sp>
          <p:nvSpPr>
            <p:cNvPr id="25625" name="Text Box 94"/>
            <p:cNvSpPr txBox="1"/>
            <p:nvPr/>
          </p:nvSpPr>
          <p:spPr>
            <a:xfrm>
              <a:off x="1328" y="161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5626" name="Text Box 95"/>
            <p:cNvSpPr txBox="1"/>
            <p:nvPr/>
          </p:nvSpPr>
          <p:spPr>
            <a:xfrm>
              <a:off x="1319" y="210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5627" name="Line 96"/>
            <p:cNvSpPr/>
            <p:nvPr/>
          </p:nvSpPr>
          <p:spPr>
            <a:xfrm flipH="1">
              <a:off x="3288" y="1661"/>
              <a:ext cx="294" cy="0"/>
            </a:xfrm>
            <a:prstGeom prst="line">
              <a:avLst/>
            </a:prstGeom>
            <a:ln w="28575" cap="flat" cmpd="sng">
              <a:solidFill>
                <a:srgbClr val="00FFFF"/>
              </a:solidFill>
              <a:prstDash val="solid"/>
              <a:headEnd type="none" w="med" len="med"/>
              <a:tailEnd type="triangle" w="med" len="med"/>
            </a:ln>
          </p:spPr>
        </p:sp>
        <p:sp>
          <p:nvSpPr>
            <p:cNvPr id="25628" name="Text Box 97"/>
            <p:cNvSpPr txBox="1"/>
            <p:nvPr/>
          </p:nvSpPr>
          <p:spPr>
            <a:xfrm>
              <a:off x="3515" y="157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5629" name="Text Box 98"/>
            <p:cNvSpPr txBox="1"/>
            <p:nvPr/>
          </p:nvSpPr>
          <p:spPr>
            <a:xfrm>
              <a:off x="3515" y="211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5608" name="Object 99"/>
            <p:cNvGraphicFramePr/>
            <p:nvPr/>
          </p:nvGraphicFramePr>
          <p:xfrm>
            <a:off x="3515" y="1797"/>
            <a:ext cx="304" cy="370"/>
          </p:xfrm>
          <a:graphic>
            <a:graphicData uri="http://schemas.openxmlformats.org/presentationml/2006/ole">
              <mc:AlternateContent xmlns:mc="http://schemas.openxmlformats.org/markup-compatibility/2006">
                <mc:Choice xmlns:v="urn:schemas-microsoft-com:vml" Requires="v">
                  <p:oleObj spid="_x0000_s3249" name="" r:id="rId14" imgW="241300" imgH="292100" progId="Equation.3">
                    <p:embed/>
                  </p:oleObj>
                </mc:Choice>
                <mc:Fallback>
                  <p:oleObj name="" r:id="rId14" imgW="241300" imgH="292100" progId="Equation.3">
                    <p:embed/>
                    <p:pic>
                      <p:nvPicPr>
                        <p:cNvPr id="0" name="图片 3248"/>
                        <p:cNvPicPr/>
                        <p:nvPr/>
                      </p:nvPicPr>
                      <p:blipFill>
                        <a:blip r:embed="rId15">
                          <a:clrChange>
                            <a:clrFrom>
                              <a:srgbClr val="000000"/>
                            </a:clrFrom>
                            <a:clrTo>
                              <a:srgbClr val="FFFFFF"/>
                            </a:clrTo>
                          </a:clrChange>
                        </a:blip>
                        <a:stretch>
                          <a:fillRect/>
                        </a:stretch>
                      </p:blipFill>
                      <p:spPr>
                        <a:xfrm>
                          <a:off x="3515" y="1797"/>
                          <a:ext cx="304" cy="370"/>
                        </a:xfrm>
                        <a:prstGeom prst="rect">
                          <a:avLst/>
                        </a:prstGeom>
                        <a:noFill/>
                        <a:ln w="38100">
                          <a:noFill/>
                          <a:miter/>
                        </a:ln>
                      </p:spPr>
                    </p:pic>
                  </p:oleObj>
                </mc:Fallback>
              </mc:AlternateContent>
            </a:graphicData>
          </a:graphic>
        </p:graphicFrame>
        <p:sp>
          <p:nvSpPr>
            <p:cNvPr id="25630" name="Line 100"/>
            <p:cNvSpPr/>
            <p:nvPr/>
          </p:nvSpPr>
          <p:spPr>
            <a:xfrm flipH="1">
              <a:off x="2490" y="1661"/>
              <a:ext cx="0" cy="726"/>
            </a:xfrm>
            <a:prstGeom prst="line">
              <a:avLst/>
            </a:prstGeom>
            <a:ln w="28575" cap="flat" cmpd="sng">
              <a:solidFill>
                <a:srgbClr val="FFCC00"/>
              </a:solidFill>
              <a:prstDash val="solid"/>
              <a:headEnd type="oval" w="med" len="med"/>
              <a:tailEnd type="oval" w="med" len="med"/>
            </a:ln>
          </p:spPr>
        </p:sp>
        <p:sp>
          <p:nvSpPr>
            <p:cNvPr id="25631" name="Oval 101"/>
            <p:cNvSpPr/>
            <p:nvPr/>
          </p:nvSpPr>
          <p:spPr>
            <a:xfrm>
              <a:off x="1363" y="162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32" name="Oval 102"/>
            <p:cNvSpPr/>
            <p:nvPr/>
          </p:nvSpPr>
          <p:spPr>
            <a:xfrm>
              <a:off x="1363" y="235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33" name="Oval 103"/>
            <p:cNvSpPr/>
            <p:nvPr/>
          </p:nvSpPr>
          <p:spPr>
            <a:xfrm>
              <a:off x="3691" y="162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34" name="Oval 104"/>
            <p:cNvSpPr/>
            <p:nvPr/>
          </p:nvSpPr>
          <p:spPr>
            <a:xfrm>
              <a:off x="3703" y="235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5635" name="Rectangle 105"/>
            <p:cNvSpPr/>
            <p:nvPr/>
          </p:nvSpPr>
          <p:spPr>
            <a:xfrm>
              <a:off x="2789" y="159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5636" name="Rectangle 106"/>
            <p:cNvSpPr/>
            <p:nvPr/>
          </p:nvSpPr>
          <p:spPr>
            <a:xfrm>
              <a:off x="2426" y="184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5637" name="Rectangle 107"/>
            <p:cNvSpPr/>
            <p:nvPr/>
          </p:nvSpPr>
          <p:spPr>
            <a:xfrm>
              <a:off x="1882" y="159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25614" name="Group 111"/>
          <p:cNvGrpSpPr/>
          <p:nvPr/>
        </p:nvGrpSpPr>
        <p:grpSpPr>
          <a:xfrm>
            <a:off x="6588125" y="6446838"/>
            <a:ext cx="792163" cy="366712"/>
            <a:chOff x="4649" y="4020"/>
            <a:chExt cx="499" cy="231"/>
          </a:xfrm>
        </p:grpSpPr>
        <p:pic>
          <p:nvPicPr>
            <p:cNvPr id="25617" name="Picture 112"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25618" name="Text Box 11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
        <p:nvSpPr>
          <p:cNvPr id="8307" name="Text Box 115"/>
          <p:cNvSpPr txBox="1"/>
          <p:nvPr/>
        </p:nvSpPr>
        <p:spPr>
          <a:xfrm>
            <a:off x="1476375" y="2565400"/>
            <a:ext cx="3743325"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求二端口</a:t>
            </a:r>
            <a:r>
              <a:rPr lang="en-US" altLang="zh-CN" b="0" i="1" dirty="0">
                <a:latin typeface="Times New Roman" panose="02020603050405020304" pitchFamily="18" charset="0"/>
              </a:rPr>
              <a:t>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sp>
        <p:nvSpPr>
          <p:cNvPr id="8308" name="Text Box 116"/>
          <p:cNvSpPr txBox="1"/>
          <p:nvPr/>
        </p:nvSpPr>
        <p:spPr>
          <a:xfrm>
            <a:off x="900113" y="3429000"/>
            <a:ext cx="576262" cy="519113"/>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8232"/>
                                        </p:tgtEl>
                                        <p:attrNameLst>
                                          <p:attrName>style.visibility</p:attrName>
                                        </p:attrNameLst>
                                      </p:cBhvr>
                                      <p:to>
                                        <p:strVal val="visible"/>
                                      </p:to>
                                    </p:set>
                                    <p:animEffect transition="in" filter="dissolve">
                                      <p:cBhvr>
                                        <p:cTn id="7" dur="500"/>
                                        <p:tgtEl>
                                          <p:spTgt spid="823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8233"/>
                                        </p:tgtEl>
                                        <p:attrNameLst>
                                          <p:attrName>style.visibility</p:attrName>
                                        </p:attrNameLst>
                                      </p:cBhvr>
                                      <p:to>
                                        <p:strVal val="visible"/>
                                      </p:to>
                                    </p:set>
                                    <p:animEffect transition="in" filter="slide(fromLeft)">
                                      <p:cBhvr>
                                        <p:cTn id="12" dur="500"/>
                                        <p:tgtEl>
                                          <p:spTgt spid="8233"/>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8230"/>
                                        </p:tgtEl>
                                        <p:attrNameLst>
                                          <p:attrName>style.visibility</p:attrName>
                                        </p:attrNameLst>
                                      </p:cBhvr>
                                      <p:to>
                                        <p:strVal val="visible"/>
                                      </p:to>
                                    </p:set>
                                    <p:animEffect transition="in" filter="dissolve">
                                      <p:cBhvr>
                                        <p:cTn id="16" dur="500"/>
                                        <p:tgtEl>
                                          <p:spTgt spid="8230"/>
                                        </p:tgtEl>
                                      </p:cBhvr>
                                    </p:animEffect>
                                  </p:childTnLst>
                                </p:cTn>
                              </p:par>
                            </p:childTnLst>
                          </p:cTn>
                        </p:par>
                      </p:childTnLst>
                    </p:cTn>
                  </p:par>
                  <p:par>
                    <p:cTn id="17" fill="hold">
                      <p:stCondLst>
                        <p:cond delay="indefinite"/>
                      </p:stCondLst>
                      <p:childTnLst>
                        <p:par>
                          <p:cTn id="18" fill="hold">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8234"/>
                                        </p:tgtEl>
                                        <p:attrNameLst>
                                          <p:attrName>style.visibility</p:attrName>
                                        </p:attrNameLst>
                                      </p:cBhvr>
                                      <p:to>
                                        <p:strVal val="visible"/>
                                      </p:to>
                                    </p:set>
                                    <p:anim calcmode="lin" valueType="num">
                                      <p:cBhvr>
                                        <p:cTn id="21" dur="1000" fill="hold"/>
                                        <p:tgtEl>
                                          <p:spTgt spid="8234"/>
                                        </p:tgtEl>
                                        <p:attrNameLst>
                                          <p:attrName>ppt_w</p:attrName>
                                        </p:attrNameLst>
                                      </p:cBhvr>
                                      <p:tavLst>
                                        <p:tav tm="0">
                                          <p:val>
                                            <p:fltVal val="0.000000"/>
                                          </p:val>
                                        </p:tav>
                                        <p:tav tm="100000">
                                          <p:val>
                                            <p:strVal val="#ppt_w"/>
                                          </p:val>
                                        </p:tav>
                                      </p:tavLst>
                                    </p:anim>
                                    <p:anim calcmode="lin" valueType="num">
                                      <p:cBhvr>
                                        <p:cTn id="22" dur="1000" fill="hold"/>
                                        <p:tgtEl>
                                          <p:spTgt spid="8234"/>
                                        </p:tgtEl>
                                        <p:attrNameLst>
                                          <p:attrName>ppt_h</p:attrName>
                                        </p:attrNameLst>
                                      </p:cBhvr>
                                      <p:tavLst>
                                        <p:tav tm="0">
                                          <p:val>
                                            <p:fltVal val="0.000000"/>
                                          </p:val>
                                        </p:tav>
                                        <p:tav tm="100000">
                                          <p:val>
                                            <p:strVal val="#ppt_h"/>
                                          </p:val>
                                        </p:tav>
                                      </p:tavLst>
                                    </p:anim>
                                    <p:anim calcmode="lin" valueType="num">
                                      <p:cBhvr>
                                        <p:cTn id="23" dur="1000" fill="hold"/>
                                        <p:tgtEl>
                                          <p:spTgt spid="8234"/>
                                        </p:tgtEl>
                                        <p:attrNameLst>
                                          <p:attrName>ppt_x</p:attrName>
                                        </p:attrNameLst>
                                      </p:cBhvr>
                                      <p:tavLst>
                                        <p:tav tm="0" fmla="#ppt_x+(cos(-2*pi*(1-$))*-#ppt_x-sin(-2*pi*(1-$))*(1-#ppt_y))*(1-$)">
                                          <p:val>
                                            <p:fltVal val="0.000000"/>
                                          </p:val>
                                        </p:tav>
                                        <p:tav tm="100000">
                                          <p:val>
                                            <p:fltVal val="1.000000"/>
                                          </p:val>
                                        </p:tav>
                                      </p:tavLst>
                                    </p:anim>
                                    <p:anim calcmode="lin" valueType="num">
                                      <p:cBhvr>
                                        <p:cTn id="24" dur="1000" fill="hold"/>
                                        <p:tgtEl>
                                          <p:spTgt spid="8234"/>
                                        </p:tgtEl>
                                        <p:attrNameLst>
                                          <p:attrName>ppt_y</p:attrName>
                                        </p:attrNameLst>
                                      </p:cBhvr>
                                      <p:tavLst>
                                        <p:tav tm="0" fmla="#ppt_y+(sin(-2*pi*(1-$))*-#ppt_x+cos(-2*pi*(1-$))*(1-#ppt_y))*(1-$)">
                                          <p:val>
                                            <p:fltVal val="0.000000"/>
                                          </p:val>
                                        </p:tav>
                                        <p:tav tm="100000">
                                          <p:val>
                                            <p:fltVal val="1.000000"/>
                                          </p:val>
                                        </p:tav>
                                      </p:tavLst>
                                    </p:anim>
                                  </p:childTnLst>
                                </p:cTn>
                              </p:par>
                            </p:childTnLst>
                          </p:cTn>
                        </p:par>
                        <p:par>
                          <p:cTn id="25" fill="hold">
                            <p:stCondLst>
                              <p:cond delay="1000"/>
                            </p:stCondLst>
                            <p:childTnLst>
                              <p:par>
                                <p:cTn id="26" presetID="3" presetClass="entr" presetSubtype="1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par>
                          <p:cTn id="29" fill="hold">
                            <p:stCondLst>
                              <p:cond delay="1500"/>
                            </p:stCondLst>
                            <p:childTnLst>
                              <p:par>
                                <p:cTn id="30" presetID="55" presetClass="entr" presetSubtype="0" fill="hold" grpId="0" nodeType="afterEffect">
                                  <p:stCondLst>
                                    <p:cond delay="0"/>
                                  </p:stCondLst>
                                  <p:childTnLst>
                                    <p:set>
                                      <p:cBhvr>
                                        <p:cTn id="31" dur="1" fill="hold">
                                          <p:stCondLst>
                                            <p:cond delay="0"/>
                                          </p:stCondLst>
                                        </p:cTn>
                                        <p:tgtEl>
                                          <p:spTgt spid="8307"/>
                                        </p:tgtEl>
                                        <p:attrNameLst>
                                          <p:attrName>style.visibility</p:attrName>
                                        </p:attrNameLst>
                                      </p:cBhvr>
                                      <p:to>
                                        <p:strVal val="visible"/>
                                      </p:to>
                                    </p:set>
                                    <p:anim calcmode="lin" valueType="num">
                                      <p:cBhvr>
                                        <p:cTn id="32" dur="1000" fill="hold"/>
                                        <p:tgtEl>
                                          <p:spTgt spid="8307"/>
                                        </p:tgtEl>
                                        <p:attrNameLst>
                                          <p:attrName>ppt_w</p:attrName>
                                        </p:attrNameLst>
                                      </p:cBhvr>
                                      <p:tavLst>
                                        <p:tav tm="0">
                                          <p:val>
                                            <p:strVal val="#ppt_w*0.70"/>
                                          </p:val>
                                        </p:tav>
                                        <p:tav tm="100000">
                                          <p:val>
                                            <p:strVal val="#ppt_w"/>
                                          </p:val>
                                        </p:tav>
                                      </p:tavLst>
                                    </p:anim>
                                    <p:anim calcmode="lin" valueType="num">
                                      <p:cBhvr>
                                        <p:cTn id="33" dur="1000" fill="hold"/>
                                        <p:tgtEl>
                                          <p:spTgt spid="8307"/>
                                        </p:tgtEl>
                                        <p:attrNameLst>
                                          <p:attrName>ppt_h</p:attrName>
                                        </p:attrNameLst>
                                      </p:cBhvr>
                                      <p:tavLst>
                                        <p:tav tm="0">
                                          <p:val>
                                            <p:strVal val="#ppt_h"/>
                                          </p:val>
                                        </p:tav>
                                        <p:tav tm="100000">
                                          <p:val>
                                            <p:strVal val="#ppt_h"/>
                                          </p:val>
                                        </p:tav>
                                      </p:tavLst>
                                    </p:anim>
                                    <p:animEffect transition="in" filter="fade">
                                      <p:cBhvr>
                                        <p:cTn id="34" dur="1000"/>
                                        <p:tgtEl>
                                          <p:spTgt spid="8307"/>
                                        </p:tgtEl>
                                      </p:cBhvr>
                                    </p:animEffect>
                                  </p:childTnLst>
                                </p:cTn>
                              </p:par>
                            </p:childTnLst>
                          </p:cTn>
                        </p:par>
                      </p:childTnLst>
                    </p:cTn>
                  </p:par>
                  <p:par>
                    <p:cTn id="35" fill="hold">
                      <p:stCondLst>
                        <p:cond delay="indefinite"/>
                      </p:stCondLst>
                      <p:childTnLst>
                        <p:par>
                          <p:cTn id="36" fill="hold">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8308"/>
                                        </p:tgtEl>
                                        <p:attrNameLst>
                                          <p:attrName>style.visibility</p:attrName>
                                        </p:attrNameLst>
                                      </p:cBhvr>
                                      <p:to>
                                        <p:strVal val="visible"/>
                                      </p:to>
                                    </p:set>
                                    <p:anim calcmode="lin" valueType="num">
                                      <p:cBhvr>
                                        <p:cTn id="39" dur="1000" fill="hold"/>
                                        <p:tgtEl>
                                          <p:spTgt spid="8308"/>
                                        </p:tgtEl>
                                        <p:attrNameLst>
                                          <p:attrName>ppt_w</p:attrName>
                                        </p:attrNameLst>
                                      </p:cBhvr>
                                      <p:tavLst>
                                        <p:tav tm="0">
                                          <p:val>
                                            <p:fltVal val="0.000000"/>
                                          </p:val>
                                        </p:tav>
                                        <p:tav tm="100000">
                                          <p:val>
                                            <p:strVal val="#ppt_w"/>
                                          </p:val>
                                        </p:tav>
                                      </p:tavLst>
                                    </p:anim>
                                    <p:anim calcmode="lin" valueType="num">
                                      <p:cBhvr>
                                        <p:cTn id="40" dur="1000" fill="hold"/>
                                        <p:tgtEl>
                                          <p:spTgt spid="8308"/>
                                        </p:tgtEl>
                                        <p:attrNameLst>
                                          <p:attrName>ppt_h</p:attrName>
                                        </p:attrNameLst>
                                      </p:cBhvr>
                                      <p:tavLst>
                                        <p:tav tm="0">
                                          <p:val>
                                            <p:fltVal val="0.000000"/>
                                          </p:val>
                                        </p:tav>
                                        <p:tav tm="100000">
                                          <p:val>
                                            <p:strVal val="#ppt_h"/>
                                          </p:val>
                                        </p:tav>
                                      </p:tavLst>
                                    </p:anim>
                                    <p:anim calcmode="lin" valueType="num">
                                      <p:cBhvr>
                                        <p:cTn id="41" dur="1000" fill="hold"/>
                                        <p:tgtEl>
                                          <p:spTgt spid="8308"/>
                                        </p:tgtEl>
                                        <p:attrNameLst>
                                          <p:attrName>ppt_x</p:attrName>
                                        </p:attrNameLst>
                                      </p:cBhvr>
                                      <p:tavLst>
                                        <p:tav tm="0" fmla="#ppt_x+(cos(-2*pi*(1-$))*-#ppt_x-sin(-2*pi*(1-$))*(1-#ppt_y))*(1-$)">
                                          <p:val>
                                            <p:fltVal val="0.000000"/>
                                          </p:val>
                                        </p:tav>
                                        <p:tav tm="100000">
                                          <p:val>
                                            <p:fltVal val="1.000000"/>
                                          </p:val>
                                        </p:tav>
                                      </p:tavLst>
                                    </p:anim>
                                    <p:anim calcmode="lin" valueType="num">
                                      <p:cBhvr>
                                        <p:cTn id="42" dur="1000" fill="hold"/>
                                        <p:tgtEl>
                                          <p:spTgt spid="8308"/>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43" fill="hold">
                      <p:stCondLst>
                        <p:cond delay="indefinite"/>
                      </p:stCondLst>
                      <p:childTnLst>
                        <p:par>
                          <p:cTn id="44" fill="hold">
                            <p:stCondLst>
                              <p:cond delay="0"/>
                            </p:stCondLst>
                            <p:childTnLst>
                              <p:par>
                                <p:cTn id="45" presetID="23" presetClass="entr" presetSubtype="528" fill="hold" nodeType="clickEffect">
                                  <p:stCondLst>
                                    <p:cond delay="0"/>
                                  </p:stCondLst>
                                  <p:childTnLst>
                                    <p:set>
                                      <p:cBhvr>
                                        <p:cTn id="46" dur="1" fill="hold">
                                          <p:stCondLst>
                                            <p:cond delay="0"/>
                                          </p:stCondLst>
                                        </p:cTn>
                                        <p:tgtEl>
                                          <p:spTgt spid="8262"/>
                                        </p:tgtEl>
                                        <p:attrNameLst>
                                          <p:attrName>style.visibility</p:attrName>
                                        </p:attrNameLst>
                                      </p:cBhvr>
                                      <p:to>
                                        <p:strVal val="visible"/>
                                      </p:to>
                                    </p:set>
                                    <p:anim calcmode="lin" valueType="num">
                                      <p:cBhvr>
                                        <p:cTn id="47" dur="500" fill="hold"/>
                                        <p:tgtEl>
                                          <p:spTgt spid="8262"/>
                                        </p:tgtEl>
                                        <p:attrNameLst>
                                          <p:attrName>ppt_w</p:attrName>
                                        </p:attrNameLst>
                                      </p:cBhvr>
                                      <p:tavLst>
                                        <p:tav tm="0">
                                          <p:val>
                                            <p:fltVal val="0.000000"/>
                                          </p:val>
                                        </p:tav>
                                        <p:tav tm="100000">
                                          <p:val>
                                            <p:strVal val="#ppt_w"/>
                                          </p:val>
                                        </p:tav>
                                      </p:tavLst>
                                    </p:anim>
                                    <p:anim calcmode="lin" valueType="num">
                                      <p:cBhvr>
                                        <p:cTn id="48" dur="500" fill="hold"/>
                                        <p:tgtEl>
                                          <p:spTgt spid="8262"/>
                                        </p:tgtEl>
                                        <p:attrNameLst>
                                          <p:attrName>ppt_h</p:attrName>
                                        </p:attrNameLst>
                                      </p:cBhvr>
                                      <p:tavLst>
                                        <p:tav tm="0">
                                          <p:val>
                                            <p:fltVal val="0.000000"/>
                                          </p:val>
                                        </p:tav>
                                        <p:tav tm="100000">
                                          <p:val>
                                            <p:strVal val="#ppt_h"/>
                                          </p:val>
                                        </p:tav>
                                      </p:tavLst>
                                    </p:anim>
                                    <p:anim calcmode="lin" valueType="num">
                                      <p:cBhvr>
                                        <p:cTn id="49" dur="500" fill="hold"/>
                                        <p:tgtEl>
                                          <p:spTgt spid="8262"/>
                                        </p:tgtEl>
                                        <p:attrNameLst>
                                          <p:attrName>ppt_x</p:attrName>
                                        </p:attrNameLst>
                                      </p:cBhvr>
                                      <p:tavLst>
                                        <p:tav tm="0">
                                          <p:val>
                                            <p:fltVal val="0.500000"/>
                                          </p:val>
                                        </p:tav>
                                        <p:tav tm="100000">
                                          <p:val>
                                            <p:strVal val="#ppt_x"/>
                                          </p:val>
                                        </p:tav>
                                      </p:tavLst>
                                    </p:anim>
                                    <p:anim calcmode="lin" valueType="num">
                                      <p:cBhvr>
                                        <p:cTn id="50" dur="500" fill="hold"/>
                                        <p:tgtEl>
                                          <p:spTgt spid="8262"/>
                                        </p:tgtEl>
                                        <p:attrNameLst>
                                          <p:attrName>ppt_y</p:attrName>
                                        </p:attrNameLst>
                                      </p:cBhvr>
                                      <p:tavLst>
                                        <p:tav tm="0">
                                          <p:val>
                                            <p:fltVal val="0.50000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4" grpId="0"/>
      <p:bldP spid="8307" grpId="0"/>
      <p:bldP spid="830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0" name="Text Box 6"/>
          <p:cNvSpPr txBox="1"/>
          <p:nvPr/>
        </p:nvSpPr>
        <p:spPr>
          <a:xfrm>
            <a:off x="611188" y="476250"/>
            <a:ext cx="3657600"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4.</a:t>
            </a:r>
            <a:r>
              <a:rPr lang="en-US" altLang="zh-CN" sz="3200" dirty="0">
                <a:latin typeface="楷体_GB2312" pitchFamily="49" charset="-122"/>
              </a:rPr>
              <a:t> </a:t>
            </a:r>
            <a:r>
              <a:rPr lang="en-US" altLang="zh-CN" sz="3200" b="0" i="1" dirty="0">
                <a:latin typeface="Times New Roman" panose="02020603050405020304" pitchFamily="18" charset="0"/>
              </a:rPr>
              <a:t>H</a:t>
            </a:r>
            <a:r>
              <a:rPr lang="en-US" altLang="zh-CN" sz="3200" b="0" dirty="0">
                <a:latin typeface="Times New Roman" panose="02020603050405020304" pitchFamily="18" charset="0"/>
              </a:rPr>
              <a:t> </a:t>
            </a:r>
            <a:r>
              <a:rPr lang="zh-CN" altLang="en-US" sz="3200" dirty="0">
                <a:latin typeface="楷体_GB2312" pitchFamily="49" charset="-122"/>
              </a:rPr>
              <a:t>参数和方程</a:t>
            </a:r>
            <a:endParaRPr lang="zh-CN" altLang="en-US" sz="3200" dirty="0">
              <a:latin typeface="楷体_GB2312" pitchFamily="49" charset="-122"/>
            </a:endParaRPr>
          </a:p>
        </p:txBody>
      </p:sp>
      <p:sp>
        <p:nvSpPr>
          <p:cNvPr id="6151" name="Text Box 7"/>
          <p:cNvSpPr txBox="1"/>
          <p:nvPr/>
        </p:nvSpPr>
        <p:spPr>
          <a:xfrm>
            <a:off x="684213" y="1125538"/>
            <a:ext cx="8208962" cy="519112"/>
          </a:xfrm>
          <a:prstGeom prst="rect">
            <a:avLst/>
          </a:prstGeom>
          <a:noFill/>
          <a:ln w="9525">
            <a:noFill/>
          </a:ln>
        </p:spPr>
        <p:txBody>
          <a:bodyPr>
            <a:spAutoFit/>
          </a:bodyPr>
          <a:p>
            <a:pPr>
              <a:spcBef>
                <a:spcPct val="50000"/>
              </a:spcBef>
            </a:pPr>
            <a:r>
              <a:rPr lang="en-US" altLang="zh-CN" b="0" i="1" dirty="0">
                <a:solidFill>
                  <a:srgbClr val="FFFF00"/>
                </a:solidFill>
                <a:latin typeface="Times New Roman" panose="02020603050405020304" pitchFamily="18" charset="0"/>
              </a:rPr>
              <a:t>H</a:t>
            </a: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参数也称为混合参数，常用于晶体管等效电路。</a:t>
            </a:r>
            <a:endParaRPr lang="zh-CN" altLang="en-US" dirty="0">
              <a:solidFill>
                <a:srgbClr val="FFFF00"/>
              </a:solidFill>
              <a:latin typeface="楷体_GB2312" pitchFamily="49" charset="-122"/>
            </a:endParaRPr>
          </a:p>
        </p:txBody>
      </p:sp>
      <p:sp>
        <p:nvSpPr>
          <p:cNvPr id="6152" name="Text Box 8"/>
          <p:cNvSpPr txBox="1"/>
          <p:nvPr/>
        </p:nvSpPr>
        <p:spPr>
          <a:xfrm>
            <a:off x="827088" y="1700213"/>
            <a:ext cx="3095625" cy="519112"/>
          </a:xfrm>
          <a:prstGeom prst="rect">
            <a:avLst/>
          </a:prstGeom>
          <a:noFill/>
          <a:ln w="28575">
            <a:noFill/>
          </a:ln>
        </p:spPr>
        <p:txBody>
          <a:bodyPr>
            <a:spAutoFit/>
          </a:bodyPr>
          <a:p>
            <a:pPr marL="342900" indent="-342900">
              <a:spcBef>
                <a:spcPct val="50000"/>
              </a:spcBef>
              <a:buAutoNum type="circleNumDbPlain"/>
            </a:pPr>
            <a:r>
              <a:rPr lang="en-US" altLang="zh-CN" dirty="0">
                <a:solidFill>
                  <a:srgbClr val="FF9900"/>
                </a:solidFill>
                <a:latin typeface="Times New Roman" panose="02020603050405020304" pitchFamily="18" charset="0"/>
              </a:rPr>
              <a:t> </a:t>
            </a:r>
            <a:r>
              <a:rPr lang="en-US" altLang="zh-CN" b="0" i="1" dirty="0">
                <a:solidFill>
                  <a:srgbClr val="FF9900"/>
                </a:solidFill>
                <a:latin typeface="Times New Roman" panose="02020603050405020304" pitchFamily="18" charset="0"/>
              </a:rPr>
              <a:t>H</a:t>
            </a:r>
            <a:r>
              <a:rPr lang="zh-CN" altLang="en-US" dirty="0">
                <a:solidFill>
                  <a:srgbClr val="FF9900"/>
                </a:solidFill>
                <a:latin typeface="楷体_GB2312" pitchFamily="49" charset="-122"/>
              </a:rPr>
              <a:t>参数和方程</a:t>
            </a:r>
            <a:endParaRPr lang="zh-CN" altLang="en-US" dirty="0">
              <a:solidFill>
                <a:srgbClr val="FF9900"/>
              </a:solidFill>
              <a:latin typeface="楷体_GB2312" pitchFamily="49" charset="-122"/>
            </a:endParaRPr>
          </a:p>
        </p:txBody>
      </p:sp>
      <p:graphicFrame>
        <p:nvGraphicFramePr>
          <p:cNvPr id="6153" name="Object 9"/>
          <p:cNvGraphicFramePr/>
          <p:nvPr/>
        </p:nvGraphicFramePr>
        <p:xfrm>
          <a:off x="2627313" y="2205038"/>
          <a:ext cx="3151187" cy="1255712"/>
        </p:xfrm>
        <a:graphic>
          <a:graphicData uri="http://schemas.openxmlformats.org/presentationml/2006/ole">
            <mc:AlternateContent xmlns:mc="http://schemas.openxmlformats.org/markup-compatibility/2006">
              <mc:Choice xmlns:v="urn:schemas-microsoft-com:vml" Requires="v">
                <p:oleObj spid="_x0000_s3256" name="" r:id="rId1" imgW="1434465" imgH="571500" progId="Equation.3">
                  <p:embed/>
                </p:oleObj>
              </mc:Choice>
              <mc:Fallback>
                <p:oleObj name="" r:id="rId1" imgW="1434465" imgH="571500" progId="Equation.3">
                  <p:embed/>
                  <p:pic>
                    <p:nvPicPr>
                      <p:cNvPr id="0" name="图片 3255"/>
                      <p:cNvPicPr/>
                      <p:nvPr/>
                    </p:nvPicPr>
                    <p:blipFill>
                      <a:blip r:embed="rId2">
                        <a:clrChange>
                          <a:clrFrom>
                            <a:srgbClr val="000000"/>
                          </a:clrFrom>
                          <a:clrTo>
                            <a:srgbClr val="FFFFFF"/>
                          </a:clrTo>
                        </a:clrChange>
                      </a:blip>
                      <a:stretch>
                        <a:fillRect/>
                      </a:stretch>
                    </p:blipFill>
                    <p:spPr>
                      <a:xfrm>
                        <a:off x="2627313" y="2205038"/>
                        <a:ext cx="3151187" cy="1255712"/>
                      </a:xfrm>
                      <a:prstGeom prst="rect">
                        <a:avLst/>
                      </a:prstGeom>
                      <a:noFill/>
                      <a:ln w="38100">
                        <a:noFill/>
                        <a:miter/>
                      </a:ln>
                    </p:spPr>
                  </p:pic>
                </p:oleObj>
              </mc:Fallback>
            </mc:AlternateContent>
          </a:graphicData>
        </a:graphic>
      </p:graphicFrame>
      <p:sp>
        <p:nvSpPr>
          <p:cNvPr id="6154" name="Text Box 10"/>
          <p:cNvSpPr txBox="1"/>
          <p:nvPr/>
        </p:nvSpPr>
        <p:spPr>
          <a:xfrm>
            <a:off x="755650" y="3500438"/>
            <a:ext cx="3887788"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矩阵形式为</a:t>
            </a:r>
            <a:endParaRPr lang="zh-CN" altLang="en-US" dirty="0">
              <a:solidFill>
                <a:srgbClr val="FFFF00"/>
              </a:solidFill>
              <a:latin typeface="楷体_GB2312" pitchFamily="49" charset="-122"/>
            </a:endParaRPr>
          </a:p>
        </p:txBody>
      </p:sp>
      <p:graphicFrame>
        <p:nvGraphicFramePr>
          <p:cNvPr id="6155" name="Object 11"/>
          <p:cNvGraphicFramePr/>
          <p:nvPr/>
        </p:nvGraphicFramePr>
        <p:xfrm>
          <a:off x="1476375" y="4076700"/>
          <a:ext cx="6335713" cy="1287463"/>
        </p:xfrm>
        <a:graphic>
          <a:graphicData uri="http://schemas.openxmlformats.org/presentationml/2006/ole">
            <mc:AlternateContent xmlns:mc="http://schemas.openxmlformats.org/markup-compatibility/2006">
              <mc:Choice xmlns:v="urn:schemas-microsoft-com:vml" Requires="v">
                <p:oleObj spid="_x0000_s3257" name="" r:id="rId3" imgW="2183765" imgH="482600" progId="Equation.DSMT4">
                  <p:embed/>
                </p:oleObj>
              </mc:Choice>
              <mc:Fallback>
                <p:oleObj name="" r:id="rId3" imgW="2183765" imgH="482600" progId="Equation.DSMT4">
                  <p:embed/>
                  <p:pic>
                    <p:nvPicPr>
                      <p:cNvPr id="0" name="图片 3256"/>
                      <p:cNvPicPr/>
                      <p:nvPr/>
                    </p:nvPicPr>
                    <p:blipFill>
                      <a:blip r:embed="rId4">
                        <a:clrChange>
                          <a:clrFrom>
                            <a:srgbClr val="000000"/>
                          </a:clrFrom>
                          <a:clrTo>
                            <a:srgbClr val="FFFFFF"/>
                          </a:clrTo>
                        </a:clrChange>
                      </a:blip>
                      <a:stretch>
                        <a:fillRect/>
                      </a:stretch>
                    </p:blipFill>
                    <p:spPr>
                      <a:xfrm>
                        <a:off x="1476375" y="4076700"/>
                        <a:ext cx="6335713" cy="1287463"/>
                      </a:xfrm>
                      <a:prstGeom prst="rect">
                        <a:avLst/>
                      </a:prstGeom>
                      <a:noFill/>
                      <a:ln w="38100">
                        <a:noFill/>
                        <a:miter/>
                      </a:ln>
                    </p:spPr>
                  </p:pic>
                </p:oleObj>
              </mc:Fallback>
            </mc:AlternateContent>
          </a:graphicData>
        </a:graphic>
      </p:graphicFrame>
      <p:grpSp>
        <p:nvGrpSpPr>
          <p:cNvPr id="26632" name="Group 16"/>
          <p:cNvGrpSpPr/>
          <p:nvPr/>
        </p:nvGrpSpPr>
        <p:grpSpPr>
          <a:xfrm>
            <a:off x="8316913" y="6446838"/>
            <a:ext cx="792162" cy="366712"/>
            <a:chOff x="5193" y="4020"/>
            <a:chExt cx="499" cy="231"/>
          </a:xfrm>
        </p:grpSpPr>
        <p:pic>
          <p:nvPicPr>
            <p:cNvPr id="26639" name="Picture 17"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26640" name="Text Box 1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6633" name="Group 19"/>
          <p:cNvGrpSpPr/>
          <p:nvPr/>
        </p:nvGrpSpPr>
        <p:grpSpPr>
          <a:xfrm>
            <a:off x="7453313" y="6446838"/>
            <a:ext cx="792162" cy="366712"/>
            <a:chOff x="4649" y="4020"/>
            <a:chExt cx="499" cy="231"/>
          </a:xfrm>
        </p:grpSpPr>
        <p:pic>
          <p:nvPicPr>
            <p:cNvPr id="26637" name="Picture 20"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26638" name="Text Box 2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26634" name="Group 28"/>
          <p:cNvGrpSpPr/>
          <p:nvPr/>
        </p:nvGrpSpPr>
        <p:grpSpPr>
          <a:xfrm>
            <a:off x="6588125" y="6446838"/>
            <a:ext cx="792163" cy="366712"/>
            <a:chOff x="4649" y="4020"/>
            <a:chExt cx="499" cy="231"/>
          </a:xfrm>
        </p:grpSpPr>
        <p:pic>
          <p:nvPicPr>
            <p:cNvPr id="26635" name="Picture 29"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26636" name="Text Box 3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150"/>
                                        </p:tgtEl>
                                        <p:attrNameLst>
                                          <p:attrName>style.visibility</p:attrName>
                                        </p:attrNameLst>
                                      </p:cBhvr>
                                      <p:to>
                                        <p:strVal val="visible"/>
                                      </p:to>
                                    </p:set>
                                    <p:anim calcmode="lin" valueType="num">
                                      <p:cBhvr additive="base">
                                        <p:cTn id="7" dur="500" fill="hold"/>
                                        <p:tgtEl>
                                          <p:spTgt spid="6150"/>
                                        </p:tgtEl>
                                        <p:attrNameLst>
                                          <p:attrName>ppt_x</p:attrName>
                                        </p:attrNameLst>
                                      </p:cBhvr>
                                      <p:tavLst>
                                        <p:tav tm="0">
                                          <p:val>
                                            <p:strVal val="0-#ppt_w/2"/>
                                          </p:val>
                                        </p:tav>
                                        <p:tav tm="100000">
                                          <p:val>
                                            <p:strVal val="#ppt_x"/>
                                          </p:val>
                                        </p:tav>
                                      </p:tavLst>
                                    </p:anim>
                                    <p:anim calcmode="lin" valueType="num">
                                      <p:cBhvr additive="base">
                                        <p:cTn id="8" dur="500" fill="hold"/>
                                        <p:tgtEl>
                                          <p:spTgt spid="61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6151"/>
                                        </p:tgtEl>
                                        <p:attrNameLst>
                                          <p:attrName>style.visibility</p:attrName>
                                        </p:attrNameLst>
                                      </p:cBhvr>
                                      <p:to>
                                        <p:strVal val="visible"/>
                                      </p:to>
                                    </p:set>
                                    <p:animEffect transition="in" filter="wipe(left)">
                                      <p:cBhvr>
                                        <p:cTn id="13" dur="300"/>
                                        <p:tgtEl>
                                          <p:spTgt spid="615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152"/>
                                        </p:tgtEl>
                                        <p:attrNameLst>
                                          <p:attrName>style.visibility</p:attrName>
                                        </p:attrNameLst>
                                      </p:cBhvr>
                                      <p:to>
                                        <p:strVal val="visible"/>
                                      </p:to>
                                    </p:set>
                                    <p:anim calcmode="lin" valueType="num">
                                      <p:cBhvr additive="base">
                                        <p:cTn id="18" dur="500" fill="hold"/>
                                        <p:tgtEl>
                                          <p:spTgt spid="6152"/>
                                        </p:tgtEl>
                                        <p:attrNameLst>
                                          <p:attrName>ppt_x</p:attrName>
                                        </p:attrNameLst>
                                      </p:cBhvr>
                                      <p:tavLst>
                                        <p:tav tm="0">
                                          <p:val>
                                            <p:strVal val="0-#ppt_w/2"/>
                                          </p:val>
                                        </p:tav>
                                        <p:tav tm="100000">
                                          <p:val>
                                            <p:strVal val="#ppt_x"/>
                                          </p:val>
                                        </p:tav>
                                      </p:tavLst>
                                    </p:anim>
                                    <p:anim calcmode="lin" valueType="num">
                                      <p:cBhvr additive="base">
                                        <p:cTn id="19" dur="500" fill="hold"/>
                                        <p:tgtEl>
                                          <p:spTgt spid="615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6153"/>
                                        </p:tgtEl>
                                        <p:attrNameLst>
                                          <p:attrName>style.visibility</p:attrName>
                                        </p:attrNameLst>
                                      </p:cBhvr>
                                      <p:to>
                                        <p:strVal val="visible"/>
                                      </p:to>
                                    </p:set>
                                    <p:animEffect transition="in" filter="dissolve">
                                      <p:cBhvr>
                                        <p:cTn id="24" dur="500"/>
                                        <p:tgtEl>
                                          <p:spTgt spid="615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6154">
                                            <p:txEl>
                                              <p:charRg st="0" end="6"/>
                                            </p:txEl>
                                          </p:spTgt>
                                        </p:tgtEl>
                                        <p:attrNameLst>
                                          <p:attrName>style.visibility</p:attrName>
                                        </p:attrNameLst>
                                      </p:cBhvr>
                                      <p:to>
                                        <p:strVal val="visible"/>
                                      </p:to>
                                    </p:set>
                                    <p:anim calcmode="lin" valueType="num">
                                      <p:cBhvr additive="base">
                                        <p:cTn id="29" dur="500" fill="hold"/>
                                        <p:tgtEl>
                                          <p:spTgt spid="6154">
                                            <p:txEl>
                                              <p:charRg st="0" end="6"/>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154">
                                            <p:txEl>
                                              <p:charRg st="0" end="6"/>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6155"/>
                                        </p:tgtEl>
                                        <p:attrNameLst>
                                          <p:attrName>style.visibility</p:attrName>
                                        </p:attrNameLst>
                                      </p:cBhvr>
                                      <p:to>
                                        <p:strVal val="visible"/>
                                      </p:to>
                                    </p:set>
                                    <p:animEffect transition="in" filter="dissolve">
                                      <p:cBhvr>
                                        <p:cTn id="35" dur="500"/>
                                        <p:tgtEl>
                                          <p:spTgt spid="6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p:bldP spid="6151" grpId="0"/>
      <p:bldP spid="6152" grpId="0"/>
      <p:bldP spid="615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p:nvPr/>
        </p:nvSpPr>
        <p:spPr>
          <a:xfrm>
            <a:off x="323850" y="765175"/>
            <a:ext cx="5616575" cy="519113"/>
          </a:xfrm>
          <a:prstGeom prst="rect">
            <a:avLst/>
          </a:prstGeom>
          <a:noFill/>
          <a:ln w="28575">
            <a:noFill/>
          </a:ln>
        </p:spPr>
        <p:txBody>
          <a:bodyPr>
            <a:spAutoFit/>
          </a:bodyPr>
          <a:p>
            <a:pPr marL="342900" indent="-342900">
              <a:spcBef>
                <a:spcPct val="50000"/>
              </a:spcBef>
              <a:buAutoNum type="circleNumDbPlain" startAt="2"/>
            </a:pPr>
            <a:r>
              <a:rPr lang="en-US" altLang="zh-CN" dirty="0">
                <a:solidFill>
                  <a:srgbClr val="FF9900"/>
                </a:solidFill>
                <a:latin typeface="楷体_GB2312" pitchFamily="49" charset="-122"/>
              </a:rPr>
              <a:t> </a:t>
            </a:r>
            <a:r>
              <a:rPr lang="en-US" altLang="zh-CN" b="0" i="1" dirty="0">
                <a:solidFill>
                  <a:srgbClr val="FF9900"/>
                </a:solidFill>
                <a:latin typeface="Times New Roman" panose="02020603050405020304" pitchFamily="18" charset="0"/>
              </a:rPr>
              <a:t>H</a:t>
            </a:r>
            <a:r>
              <a:rPr lang="en-US" altLang="zh-CN" b="0" dirty="0">
                <a:solidFill>
                  <a:srgbClr val="FF9900"/>
                </a:solidFill>
                <a:latin typeface="Times New Roman" panose="02020603050405020304" pitchFamily="18" charset="0"/>
              </a:rPr>
              <a:t> </a:t>
            </a:r>
            <a:r>
              <a:rPr lang="zh-CN" altLang="en-US" dirty="0">
                <a:solidFill>
                  <a:srgbClr val="FF9900"/>
                </a:solidFill>
                <a:latin typeface="楷体_GB2312" pitchFamily="49" charset="-122"/>
              </a:rPr>
              <a:t>参数的物理意义计算与测定</a:t>
            </a:r>
            <a:endParaRPr lang="zh-CN" altLang="en-US" dirty="0">
              <a:solidFill>
                <a:srgbClr val="FF9900"/>
              </a:solidFill>
              <a:latin typeface="楷体_GB2312" pitchFamily="49" charset="-122"/>
            </a:endParaRPr>
          </a:p>
        </p:txBody>
      </p:sp>
      <p:graphicFrame>
        <p:nvGraphicFramePr>
          <p:cNvPr id="36867" name="Object 3"/>
          <p:cNvGraphicFramePr/>
          <p:nvPr/>
        </p:nvGraphicFramePr>
        <p:xfrm>
          <a:off x="468313" y="1773238"/>
          <a:ext cx="2065337" cy="1117600"/>
        </p:xfrm>
        <a:graphic>
          <a:graphicData uri="http://schemas.openxmlformats.org/presentationml/2006/ole">
            <mc:AlternateContent xmlns:mc="http://schemas.openxmlformats.org/markup-compatibility/2006">
              <mc:Choice xmlns:v="urn:schemas-microsoft-com:vml" Requires="v">
                <p:oleObj spid="_x0000_s3263" name="" r:id="rId1" imgW="939800" imgH="508000" progId="Equation.3">
                  <p:embed/>
                </p:oleObj>
              </mc:Choice>
              <mc:Fallback>
                <p:oleObj name="" r:id="rId1" imgW="939800" imgH="508000" progId="Equation.3">
                  <p:embed/>
                  <p:pic>
                    <p:nvPicPr>
                      <p:cNvPr id="0" name="图片 3262"/>
                      <p:cNvPicPr/>
                      <p:nvPr/>
                    </p:nvPicPr>
                    <p:blipFill>
                      <a:blip r:embed="rId2">
                        <a:clrChange>
                          <a:clrFrom>
                            <a:srgbClr val="000000"/>
                          </a:clrFrom>
                          <a:clrTo>
                            <a:srgbClr val="FFFFFF"/>
                          </a:clrTo>
                        </a:clrChange>
                      </a:blip>
                      <a:stretch>
                        <a:fillRect/>
                      </a:stretch>
                    </p:blipFill>
                    <p:spPr>
                      <a:xfrm>
                        <a:off x="468313" y="1773238"/>
                        <a:ext cx="2065337" cy="1117600"/>
                      </a:xfrm>
                      <a:prstGeom prst="rect">
                        <a:avLst/>
                      </a:prstGeom>
                      <a:noFill/>
                      <a:ln w="38100">
                        <a:noFill/>
                        <a:miter/>
                      </a:ln>
                    </p:spPr>
                  </p:pic>
                </p:oleObj>
              </mc:Fallback>
            </mc:AlternateContent>
          </a:graphicData>
        </a:graphic>
      </p:graphicFrame>
      <p:graphicFrame>
        <p:nvGraphicFramePr>
          <p:cNvPr id="36868" name="Object 4"/>
          <p:cNvGraphicFramePr/>
          <p:nvPr/>
        </p:nvGraphicFramePr>
        <p:xfrm>
          <a:off x="4643438" y="1989138"/>
          <a:ext cx="2041525" cy="1116012"/>
        </p:xfrm>
        <a:graphic>
          <a:graphicData uri="http://schemas.openxmlformats.org/presentationml/2006/ole">
            <mc:AlternateContent xmlns:mc="http://schemas.openxmlformats.org/markup-compatibility/2006">
              <mc:Choice xmlns:v="urn:schemas-microsoft-com:vml" Requires="v">
                <p:oleObj spid="_x0000_s3264" name="" r:id="rId3" imgW="927100" imgH="508000" progId="Equation.3">
                  <p:embed/>
                </p:oleObj>
              </mc:Choice>
              <mc:Fallback>
                <p:oleObj name="" r:id="rId3" imgW="927100" imgH="508000" progId="Equation.3">
                  <p:embed/>
                  <p:pic>
                    <p:nvPicPr>
                      <p:cNvPr id="0" name="图片 3263"/>
                      <p:cNvPicPr/>
                      <p:nvPr/>
                    </p:nvPicPr>
                    <p:blipFill>
                      <a:blip r:embed="rId4">
                        <a:clrChange>
                          <a:clrFrom>
                            <a:srgbClr val="000000"/>
                          </a:clrFrom>
                          <a:clrTo>
                            <a:srgbClr val="FFFFFF"/>
                          </a:clrTo>
                        </a:clrChange>
                      </a:blip>
                      <a:stretch>
                        <a:fillRect/>
                      </a:stretch>
                    </p:blipFill>
                    <p:spPr>
                      <a:xfrm>
                        <a:off x="4643438" y="1989138"/>
                        <a:ext cx="2041525" cy="1116012"/>
                      </a:xfrm>
                      <a:prstGeom prst="rect">
                        <a:avLst/>
                      </a:prstGeom>
                      <a:noFill/>
                      <a:ln w="38100">
                        <a:noFill/>
                        <a:miter/>
                      </a:ln>
                    </p:spPr>
                  </p:pic>
                </p:oleObj>
              </mc:Fallback>
            </mc:AlternateContent>
          </a:graphicData>
        </a:graphic>
      </p:graphicFrame>
      <p:graphicFrame>
        <p:nvGraphicFramePr>
          <p:cNvPr id="36869" name="Object 5"/>
          <p:cNvGraphicFramePr/>
          <p:nvPr/>
        </p:nvGraphicFramePr>
        <p:xfrm>
          <a:off x="395288" y="2924175"/>
          <a:ext cx="2009775" cy="1116013"/>
        </p:xfrm>
        <a:graphic>
          <a:graphicData uri="http://schemas.openxmlformats.org/presentationml/2006/ole">
            <mc:AlternateContent xmlns:mc="http://schemas.openxmlformats.org/markup-compatibility/2006">
              <mc:Choice xmlns:v="urn:schemas-microsoft-com:vml" Requires="v">
                <p:oleObj spid="_x0000_s3260" name="" r:id="rId5" imgW="914400" imgH="508000" progId="Equation.3">
                  <p:embed/>
                </p:oleObj>
              </mc:Choice>
              <mc:Fallback>
                <p:oleObj name="" r:id="rId5" imgW="914400" imgH="508000" progId="Equation.3">
                  <p:embed/>
                  <p:pic>
                    <p:nvPicPr>
                      <p:cNvPr id="0" name="图片 3259"/>
                      <p:cNvPicPr/>
                      <p:nvPr/>
                    </p:nvPicPr>
                    <p:blipFill>
                      <a:blip r:embed="rId6">
                        <a:clrChange>
                          <a:clrFrom>
                            <a:srgbClr val="000000"/>
                          </a:clrFrom>
                          <a:clrTo>
                            <a:srgbClr val="FFFFFF"/>
                          </a:clrTo>
                        </a:clrChange>
                      </a:blip>
                      <a:stretch>
                        <a:fillRect/>
                      </a:stretch>
                    </p:blipFill>
                    <p:spPr>
                      <a:xfrm>
                        <a:off x="395288" y="2924175"/>
                        <a:ext cx="2009775" cy="1116013"/>
                      </a:xfrm>
                      <a:prstGeom prst="rect">
                        <a:avLst/>
                      </a:prstGeom>
                      <a:noFill/>
                      <a:ln w="38100">
                        <a:noFill/>
                        <a:miter/>
                      </a:ln>
                    </p:spPr>
                  </p:pic>
                </p:oleObj>
              </mc:Fallback>
            </mc:AlternateContent>
          </a:graphicData>
        </a:graphic>
      </p:graphicFrame>
      <p:graphicFrame>
        <p:nvGraphicFramePr>
          <p:cNvPr id="36870" name="Object 6"/>
          <p:cNvGraphicFramePr/>
          <p:nvPr/>
        </p:nvGraphicFramePr>
        <p:xfrm>
          <a:off x="4643438" y="3068638"/>
          <a:ext cx="2065337" cy="1116012"/>
        </p:xfrm>
        <a:graphic>
          <a:graphicData uri="http://schemas.openxmlformats.org/presentationml/2006/ole">
            <mc:AlternateContent xmlns:mc="http://schemas.openxmlformats.org/markup-compatibility/2006">
              <mc:Choice xmlns:v="urn:schemas-microsoft-com:vml" Requires="v">
                <p:oleObj spid="_x0000_s3258" name="" r:id="rId7" imgW="939800" imgH="508000" progId="Equation.3">
                  <p:embed/>
                </p:oleObj>
              </mc:Choice>
              <mc:Fallback>
                <p:oleObj name="" r:id="rId7" imgW="939800" imgH="508000" progId="Equation.3">
                  <p:embed/>
                  <p:pic>
                    <p:nvPicPr>
                      <p:cNvPr id="0" name="图片 3257"/>
                      <p:cNvPicPr/>
                      <p:nvPr/>
                    </p:nvPicPr>
                    <p:blipFill>
                      <a:blip r:embed="rId8">
                        <a:clrChange>
                          <a:clrFrom>
                            <a:srgbClr val="000000"/>
                          </a:clrFrom>
                          <a:clrTo>
                            <a:srgbClr val="FFFFFF"/>
                          </a:clrTo>
                        </a:clrChange>
                      </a:blip>
                      <a:stretch>
                        <a:fillRect/>
                      </a:stretch>
                    </p:blipFill>
                    <p:spPr>
                      <a:xfrm>
                        <a:off x="4643438" y="3068638"/>
                        <a:ext cx="2065337" cy="1116012"/>
                      </a:xfrm>
                      <a:prstGeom prst="rect">
                        <a:avLst/>
                      </a:prstGeom>
                      <a:noFill/>
                      <a:ln w="38100">
                        <a:noFill/>
                        <a:miter/>
                      </a:ln>
                    </p:spPr>
                  </p:pic>
                </p:oleObj>
              </mc:Fallback>
            </mc:AlternateContent>
          </a:graphicData>
        </a:graphic>
      </p:graphicFrame>
      <p:sp>
        <p:nvSpPr>
          <p:cNvPr id="36871" name="Text Box 7"/>
          <p:cNvSpPr txBox="1"/>
          <p:nvPr/>
        </p:nvSpPr>
        <p:spPr>
          <a:xfrm>
            <a:off x="539750" y="4221163"/>
            <a:ext cx="3738563" cy="519112"/>
          </a:xfrm>
          <a:prstGeom prst="rect">
            <a:avLst/>
          </a:prstGeom>
          <a:noFill/>
          <a:ln w="28575">
            <a:noFill/>
          </a:ln>
        </p:spPr>
        <p:txBody>
          <a:bodyPr>
            <a:spAutoFit/>
          </a:bodyPr>
          <a:p>
            <a:pPr marL="342900" indent="-342900">
              <a:spcBef>
                <a:spcPct val="50000"/>
              </a:spcBef>
              <a:buAutoNum type="circleNumDbPlain" startAt="3"/>
            </a:pPr>
            <a:r>
              <a:rPr lang="zh-CN" altLang="en-US" dirty="0">
                <a:solidFill>
                  <a:srgbClr val="FF9900"/>
                </a:solidFill>
                <a:latin typeface="Times New Roman" panose="02020603050405020304" pitchFamily="18" charset="0"/>
              </a:rPr>
              <a:t>互易性和对称性</a:t>
            </a:r>
            <a:endParaRPr lang="zh-CN" altLang="en-US" dirty="0">
              <a:solidFill>
                <a:srgbClr val="FF9900"/>
              </a:solidFill>
              <a:latin typeface="Times New Roman" panose="02020603050405020304" pitchFamily="18" charset="0"/>
            </a:endParaRPr>
          </a:p>
        </p:txBody>
      </p:sp>
      <p:graphicFrame>
        <p:nvGraphicFramePr>
          <p:cNvPr id="36872" name="Object 8"/>
          <p:cNvGraphicFramePr/>
          <p:nvPr/>
        </p:nvGraphicFramePr>
        <p:xfrm>
          <a:off x="3348038" y="5013325"/>
          <a:ext cx="1771650" cy="530225"/>
        </p:xfrm>
        <a:graphic>
          <a:graphicData uri="http://schemas.openxmlformats.org/presentationml/2006/ole">
            <mc:AlternateContent xmlns:mc="http://schemas.openxmlformats.org/markup-compatibility/2006">
              <mc:Choice xmlns:v="urn:schemas-microsoft-com:vml" Requires="v">
                <p:oleObj spid="_x0000_s3261" name="" r:id="rId9" imgW="799465" imgH="241300" progId="Equation.3">
                  <p:embed/>
                </p:oleObj>
              </mc:Choice>
              <mc:Fallback>
                <p:oleObj name="" r:id="rId9" imgW="799465" imgH="241300" progId="Equation.3">
                  <p:embed/>
                  <p:pic>
                    <p:nvPicPr>
                      <p:cNvPr id="0" name="图片 3260"/>
                      <p:cNvPicPr/>
                      <p:nvPr/>
                    </p:nvPicPr>
                    <p:blipFill>
                      <a:blip r:embed="rId10">
                        <a:clrChange>
                          <a:clrFrom>
                            <a:srgbClr val="000000"/>
                          </a:clrFrom>
                          <a:clrTo>
                            <a:srgbClr val="FFFFFF"/>
                          </a:clrTo>
                        </a:clrChange>
                      </a:blip>
                      <a:stretch>
                        <a:fillRect/>
                      </a:stretch>
                    </p:blipFill>
                    <p:spPr>
                      <a:xfrm>
                        <a:off x="3348038" y="5013325"/>
                        <a:ext cx="1771650" cy="530225"/>
                      </a:xfrm>
                      <a:prstGeom prst="rect">
                        <a:avLst/>
                      </a:prstGeom>
                      <a:noFill/>
                      <a:ln w="38100">
                        <a:noFill/>
                        <a:miter/>
                      </a:ln>
                    </p:spPr>
                  </p:pic>
                </p:oleObj>
              </mc:Fallback>
            </mc:AlternateContent>
          </a:graphicData>
        </a:graphic>
      </p:graphicFrame>
      <p:graphicFrame>
        <p:nvGraphicFramePr>
          <p:cNvPr id="36874" name="Object 10"/>
          <p:cNvGraphicFramePr/>
          <p:nvPr/>
        </p:nvGraphicFramePr>
        <p:xfrm>
          <a:off x="3348038" y="5734050"/>
          <a:ext cx="3081337" cy="528638"/>
        </p:xfrm>
        <a:graphic>
          <a:graphicData uri="http://schemas.openxmlformats.org/presentationml/2006/ole">
            <mc:AlternateContent xmlns:mc="http://schemas.openxmlformats.org/markup-compatibility/2006">
              <mc:Choice xmlns:v="urn:schemas-microsoft-com:vml" Requires="v">
                <p:oleObj spid="_x0000_s3262" name="" r:id="rId11" imgW="1396365" imgH="241300" progId="Equation.3">
                  <p:embed/>
                </p:oleObj>
              </mc:Choice>
              <mc:Fallback>
                <p:oleObj name="" r:id="rId11" imgW="1396365" imgH="241300" progId="Equation.3">
                  <p:embed/>
                  <p:pic>
                    <p:nvPicPr>
                      <p:cNvPr id="0" name="图片 3261"/>
                      <p:cNvPicPr/>
                      <p:nvPr/>
                    </p:nvPicPr>
                    <p:blipFill>
                      <a:blip r:embed="rId12">
                        <a:clrChange>
                          <a:clrFrom>
                            <a:srgbClr val="000000"/>
                          </a:clrFrom>
                          <a:clrTo>
                            <a:srgbClr val="FFFFFF"/>
                          </a:clrTo>
                        </a:clrChange>
                      </a:blip>
                      <a:stretch>
                        <a:fillRect/>
                      </a:stretch>
                    </p:blipFill>
                    <p:spPr>
                      <a:xfrm>
                        <a:off x="3348038" y="5734050"/>
                        <a:ext cx="3081337" cy="528638"/>
                      </a:xfrm>
                      <a:prstGeom prst="rect">
                        <a:avLst/>
                      </a:prstGeom>
                      <a:noFill/>
                      <a:ln w="38100">
                        <a:noFill/>
                        <a:miter/>
                      </a:ln>
                    </p:spPr>
                  </p:pic>
                </p:oleObj>
              </mc:Fallback>
            </mc:AlternateContent>
          </a:graphicData>
        </a:graphic>
      </p:graphicFrame>
      <p:graphicFrame>
        <p:nvGraphicFramePr>
          <p:cNvPr id="36875" name="Object 11"/>
          <p:cNvGraphicFramePr/>
          <p:nvPr/>
        </p:nvGraphicFramePr>
        <p:xfrm>
          <a:off x="6011863" y="476250"/>
          <a:ext cx="2682875" cy="1254125"/>
        </p:xfrm>
        <a:graphic>
          <a:graphicData uri="http://schemas.openxmlformats.org/presentationml/2006/ole">
            <mc:AlternateContent xmlns:mc="http://schemas.openxmlformats.org/markup-compatibility/2006">
              <mc:Choice xmlns:v="urn:schemas-microsoft-com:vml" Requires="v">
                <p:oleObj spid="_x0000_s3259" name="" r:id="rId13" imgW="1434465" imgH="571500" progId="Equation.3">
                  <p:embed/>
                </p:oleObj>
              </mc:Choice>
              <mc:Fallback>
                <p:oleObj name="" r:id="rId13" imgW="1434465" imgH="571500" progId="Equation.3">
                  <p:embed/>
                  <p:pic>
                    <p:nvPicPr>
                      <p:cNvPr id="0" name="图片 3258"/>
                      <p:cNvPicPr/>
                      <p:nvPr/>
                    </p:nvPicPr>
                    <p:blipFill>
                      <a:blip r:embed="rId14">
                        <a:clrChange>
                          <a:clrFrom>
                            <a:srgbClr val="000000"/>
                          </a:clrFrom>
                          <a:clrTo>
                            <a:srgbClr val="FFFFFF"/>
                          </a:clrTo>
                        </a:clrChange>
                      </a:blip>
                      <a:stretch>
                        <a:fillRect/>
                      </a:stretch>
                    </p:blipFill>
                    <p:spPr>
                      <a:xfrm>
                        <a:off x="6011863" y="476250"/>
                        <a:ext cx="2682875" cy="1254125"/>
                      </a:xfrm>
                      <a:prstGeom prst="rect">
                        <a:avLst/>
                      </a:prstGeom>
                      <a:noFill/>
                      <a:ln w="38100">
                        <a:noFill/>
                        <a:miter/>
                      </a:ln>
                    </p:spPr>
                  </p:pic>
                </p:oleObj>
              </mc:Fallback>
            </mc:AlternateContent>
          </a:graphicData>
        </a:graphic>
      </p:graphicFrame>
      <p:sp>
        <p:nvSpPr>
          <p:cNvPr id="36876" name="Text Box 12"/>
          <p:cNvSpPr txBox="1"/>
          <p:nvPr/>
        </p:nvSpPr>
        <p:spPr>
          <a:xfrm>
            <a:off x="684213" y="5011738"/>
            <a:ext cx="3024187" cy="519112"/>
          </a:xfrm>
          <a:prstGeom prst="rect">
            <a:avLst/>
          </a:prstGeom>
          <a:noFill/>
          <a:ln w="9525">
            <a:noFill/>
          </a:ln>
        </p:spPr>
        <p:txBody>
          <a:bodyPr>
            <a:spAutoFit/>
          </a:bodyPr>
          <a:p>
            <a:pPr>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互易二端口：</a:t>
            </a:r>
            <a:endParaRPr lang="zh-CN" altLang="en-US" dirty="0">
              <a:solidFill>
                <a:srgbClr val="FFFF00"/>
              </a:solidFill>
              <a:latin typeface="楷体_GB2312" pitchFamily="49" charset="-122"/>
            </a:endParaRPr>
          </a:p>
        </p:txBody>
      </p:sp>
      <p:sp>
        <p:nvSpPr>
          <p:cNvPr id="36877" name="Text Box 13"/>
          <p:cNvSpPr txBox="1"/>
          <p:nvPr/>
        </p:nvSpPr>
        <p:spPr>
          <a:xfrm>
            <a:off x="900113" y="5661025"/>
            <a:ext cx="219075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对称二端口</a:t>
            </a:r>
            <a:r>
              <a:rPr lang="en-US" altLang="zh-CN" dirty="0">
                <a:solidFill>
                  <a:srgbClr val="FFFF00"/>
                </a:solidFill>
                <a:latin typeface="楷体_GB2312" pitchFamily="49" charset="-122"/>
              </a:rPr>
              <a:t>:</a:t>
            </a:r>
            <a:endParaRPr lang="en-US" altLang="zh-CN" dirty="0">
              <a:solidFill>
                <a:srgbClr val="FFFF00"/>
              </a:solidFill>
              <a:latin typeface="楷体_GB2312" pitchFamily="49" charset="-122"/>
            </a:endParaRPr>
          </a:p>
        </p:txBody>
      </p:sp>
      <p:grpSp>
        <p:nvGrpSpPr>
          <p:cNvPr id="2" name="Group 24"/>
          <p:cNvGrpSpPr/>
          <p:nvPr/>
        </p:nvGrpSpPr>
        <p:grpSpPr>
          <a:xfrm>
            <a:off x="6588125" y="1989138"/>
            <a:ext cx="2374900" cy="2376487"/>
            <a:chOff x="4240" y="981"/>
            <a:chExt cx="1332" cy="1497"/>
          </a:xfrm>
        </p:grpSpPr>
        <p:sp>
          <p:nvSpPr>
            <p:cNvPr id="27676" name="AutoShape 15"/>
            <p:cNvSpPr/>
            <p:nvPr/>
          </p:nvSpPr>
          <p:spPr>
            <a:xfrm>
              <a:off x="4240" y="981"/>
              <a:ext cx="182" cy="1497"/>
            </a:xfrm>
            <a:prstGeom prst="rightBrace">
              <a:avLst>
                <a:gd name="adj1" fmla="val 68543"/>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77" name="Text Box 17"/>
            <p:cNvSpPr txBox="1"/>
            <p:nvPr/>
          </p:nvSpPr>
          <p:spPr>
            <a:xfrm>
              <a:off x="4513" y="1480"/>
              <a:ext cx="952" cy="327"/>
            </a:xfrm>
            <a:prstGeom prst="rect">
              <a:avLst/>
            </a:prstGeom>
            <a:solidFill>
              <a:schemeClr val="hlink"/>
            </a:solidFill>
            <a:ln w="9525">
              <a:noFill/>
            </a:ln>
          </p:spPr>
          <p:txBody>
            <a:bodyPr>
              <a:spAutoFit/>
            </a:bodyPr>
            <a:p>
              <a:pPr>
                <a:spcBef>
                  <a:spcPct val="50000"/>
                </a:spcBef>
              </a:pPr>
              <a:r>
                <a:rPr lang="zh-CN" altLang="en-US" dirty="0">
                  <a:solidFill>
                    <a:srgbClr val="FFFF00"/>
                  </a:solidFill>
                  <a:latin typeface="楷体_GB2312" pitchFamily="49" charset="-122"/>
                </a:rPr>
                <a:t>开路参数</a:t>
              </a:r>
              <a:endParaRPr lang="zh-CN" altLang="en-US" dirty="0">
                <a:solidFill>
                  <a:srgbClr val="FFFF00"/>
                </a:solidFill>
                <a:latin typeface="楷体_GB2312" pitchFamily="49" charset="-122"/>
              </a:endParaRPr>
            </a:p>
          </p:txBody>
        </p:sp>
        <p:sp>
          <p:nvSpPr>
            <p:cNvPr id="27678" name="Text Box 20"/>
            <p:cNvSpPr txBox="1"/>
            <p:nvPr/>
          </p:nvSpPr>
          <p:spPr>
            <a:xfrm>
              <a:off x="4468" y="993"/>
              <a:ext cx="1104" cy="327"/>
            </a:xfrm>
            <a:prstGeom prst="rect">
              <a:avLst/>
            </a:prstGeom>
            <a:noFill/>
            <a:ln w="9525">
              <a:noFill/>
            </a:ln>
          </p:spPr>
          <p:txBody>
            <a:bodyPr wrap="none">
              <a:spAutoFit/>
            </a:bodyPr>
            <a:p>
              <a:r>
                <a:rPr lang="zh-CN" altLang="en-US" dirty="0">
                  <a:solidFill>
                    <a:srgbClr val="FFFF00"/>
                  </a:solidFill>
                  <a:latin typeface="楷体_GB2312" pitchFamily="49" charset="-122"/>
                </a:rPr>
                <a:t>电压转移比</a:t>
              </a:r>
              <a:endParaRPr lang="zh-CN" altLang="en-US" dirty="0">
                <a:solidFill>
                  <a:srgbClr val="FFFF00"/>
                </a:solidFill>
                <a:latin typeface="楷体_GB2312" pitchFamily="49" charset="-122"/>
              </a:endParaRPr>
            </a:p>
          </p:txBody>
        </p:sp>
        <p:sp>
          <p:nvSpPr>
            <p:cNvPr id="27679" name="Text Box 21"/>
            <p:cNvSpPr txBox="1"/>
            <p:nvPr/>
          </p:nvSpPr>
          <p:spPr>
            <a:xfrm>
              <a:off x="4468" y="1900"/>
              <a:ext cx="1014" cy="330"/>
            </a:xfrm>
            <a:prstGeom prst="rect">
              <a:avLst/>
            </a:prstGeom>
            <a:noFill/>
            <a:ln w="9525">
              <a:noFill/>
            </a:ln>
          </p:spPr>
          <p:txBody>
            <a:bodyPr wrap="none">
              <a:spAutoFit/>
            </a:bodyPr>
            <a:p>
              <a:r>
                <a:rPr lang="zh-CN" altLang="en-US" dirty="0">
                  <a:solidFill>
                    <a:srgbClr val="FFFF00"/>
                  </a:solidFill>
                  <a:latin typeface="楷体_GB2312" pitchFamily="49" charset="-122"/>
                </a:rPr>
                <a:t>输入导纳 </a:t>
              </a:r>
              <a:endParaRPr lang="zh-CN" altLang="en-US" b="0" dirty="0">
                <a:solidFill>
                  <a:srgbClr val="FFFF00"/>
                </a:solidFill>
                <a:latin typeface="楷体_GB2312" pitchFamily="49" charset="-122"/>
              </a:endParaRPr>
            </a:p>
          </p:txBody>
        </p:sp>
      </p:grpSp>
      <p:grpSp>
        <p:nvGrpSpPr>
          <p:cNvPr id="3" name="Group 25"/>
          <p:cNvGrpSpPr/>
          <p:nvPr/>
        </p:nvGrpSpPr>
        <p:grpSpPr>
          <a:xfrm>
            <a:off x="2339975" y="1773238"/>
            <a:ext cx="2205038" cy="2376487"/>
            <a:chOff x="1523" y="981"/>
            <a:chExt cx="1240" cy="1497"/>
          </a:xfrm>
        </p:grpSpPr>
        <p:sp>
          <p:nvSpPr>
            <p:cNvPr id="27672" name="AutoShape 14"/>
            <p:cNvSpPr/>
            <p:nvPr/>
          </p:nvSpPr>
          <p:spPr>
            <a:xfrm>
              <a:off x="1523" y="981"/>
              <a:ext cx="182" cy="1497"/>
            </a:xfrm>
            <a:prstGeom prst="rightBrace">
              <a:avLst>
                <a:gd name="adj1" fmla="val 68543"/>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73" name="Text Box 16"/>
            <p:cNvSpPr txBox="1"/>
            <p:nvPr/>
          </p:nvSpPr>
          <p:spPr>
            <a:xfrm>
              <a:off x="1745" y="1525"/>
              <a:ext cx="998" cy="327"/>
            </a:xfrm>
            <a:prstGeom prst="rect">
              <a:avLst/>
            </a:prstGeom>
            <a:solidFill>
              <a:schemeClr val="hlink"/>
            </a:solidFill>
            <a:ln w="9525">
              <a:noFill/>
            </a:ln>
          </p:spPr>
          <p:txBody>
            <a:bodyPr>
              <a:spAutoFit/>
            </a:bodyPr>
            <a:p>
              <a:pPr>
                <a:spcBef>
                  <a:spcPct val="50000"/>
                </a:spcBef>
              </a:pPr>
              <a:r>
                <a:rPr lang="zh-CN" altLang="en-US" dirty="0">
                  <a:solidFill>
                    <a:srgbClr val="FFFF00"/>
                  </a:solidFill>
                  <a:latin typeface="Arial" panose="020B0604020202020204" pitchFamily="34" charset="0"/>
                </a:rPr>
                <a:t>短路参数</a:t>
              </a:r>
              <a:endParaRPr lang="zh-CN" altLang="en-US" dirty="0">
                <a:solidFill>
                  <a:srgbClr val="FFFF00"/>
                </a:solidFill>
                <a:latin typeface="Arial" panose="020B0604020202020204" pitchFamily="34" charset="0"/>
              </a:endParaRPr>
            </a:p>
          </p:txBody>
        </p:sp>
        <p:sp>
          <p:nvSpPr>
            <p:cNvPr id="27674" name="Text Box 22"/>
            <p:cNvSpPr txBox="1"/>
            <p:nvPr/>
          </p:nvSpPr>
          <p:spPr>
            <a:xfrm>
              <a:off x="1700" y="993"/>
              <a:ext cx="907" cy="327"/>
            </a:xfrm>
            <a:prstGeom prst="rect">
              <a:avLst/>
            </a:prstGeom>
            <a:noFill/>
            <a:ln w="9525">
              <a:noFill/>
            </a:ln>
          </p:spPr>
          <p:txBody>
            <a:bodyPr wrap="none">
              <a:spAutoFit/>
            </a:bodyPr>
            <a:p>
              <a:r>
                <a:rPr lang="zh-CN" altLang="en-US" dirty="0">
                  <a:solidFill>
                    <a:srgbClr val="FFFF00"/>
                  </a:solidFill>
                  <a:latin typeface="Times New Roman" panose="02020603050405020304" pitchFamily="18" charset="0"/>
                </a:rPr>
                <a:t>输入阻抗</a:t>
              </a:r>
              <a:endParaRPr lang="zh-CN" altLang="en-US" dirty="0">
                <a:solidFill>
                  <a:srgbClr val="FFFF00"/>
                </a:solidFill>
                <a:latin typeface="Times New Roman" panose="02020603050405020304" pitchFamily="18" charset="0"/>
              </a:endParaRPr>
            </a:p>
          </p:txBody>
        </p:sp>
        <p:sp>
          <p:nvSpPr>
            <p:cNvPr id="27675" name="Text Box 23"/>
            <p:cNvSpPr txBox="1"/>
            <p:nvPr/>
          </p:nvSpPr>
          <p:spPr>
            <a:xfrm>
              <a:off x="1655" y="1900"/>
              <a:ext cx="1108" cy="327"/>
            </a:xfrm>
            <a:prstGeom prst="rect">
              <a:avLst/>
            </a:prstGeom>
            <a:noFill/>
            <a:ln w="9525">
              <a:noFill/>
            </a:ln>
          </p:spPr>
          <p:txBody>
            <a:bodyPr wrap="none">
              <a:spAutoFit/>
            </a:bodyPr>
            <a:p>
              <a:r>
                <a:rPr lang="zh-CN" altLang="en-US" dirty="0">
                  <a:solidFill>
                    <a:srgbClr val="FFFF00"/>
                  </a:solidFill>
                  <a:latin typeface="Times New Roman" panose="02020603050405020304" pitchFamily="18" charset="0"/>
                </a:rPr>
                <a:t>电流转移比</a:t>
              </a:r>
              <a:endParaRPr lang="zh-CN" altLang="en-US" b="0" dirty="0">
                <a:solidFill>
                  <a:srgbClr val="FFFF00"/>
                </a:solidFill>
                <a:latin typeface="Times New Roman" panose="02020603050405020304" pitchFamily="18" charset="0"/>
              </a:endParaRPr>
            </a:p>
          </p:txBody>
        </p:sp>
      </p:grpSp>
      <p:grpSp>
        <p:nvGrpSpPr>
          <p:cNvPr id="27663" name="Group 30"/>
          <p:cNvGrpSpPr/>
          <p:nvPr/>
        </p:nvGrpSpPr>
        <p:grpSpPr>
          <a:xfrm>
            <a:off x="8316913" y="6446838"/>
            <a:ext cx="792162" cy="366712"/>
            <a:chOff x="5193" y="4020"/>
            <a:chExt cx="499" cy="231"/>
          </a:xfrm>
        </p:grpSpPr>
        <p:pic>
          <p:nvPicPr>
            <p:cNvPr id="27670" name="Picture 31" descr="78900"/>
            <p:cNvPicPr>
              <a:picLocks noChangeAspect="1"/>
            </p:cNvPicPr>
            <p:nvPr/>
          </p:nvPicPr>
          <p:blipFill>
            <a:blip r:embed="rId15"/>
            <a:stretch>
              <a:fillRect/>
            </a:stretch>
          </p:blipFill>
          <p:spPr>
            <a:xfrm>
              <a:off x="5193" y="4066"/>
              <a:ext cx="499" cy="181"/>
            </a:xfrm>
            <a:prstGeom prst="rect">
              <a:avLst/>
            </a:prstGeom>
            <a:noFill/>
            <a:ln w="9525">
              <a:noFill/>
            </a:ln>
          </p:spPr>
        </p:pic>
        <p:sp>
          <p:nvSpPr>
            <p:cNvPr id="27671" name="Text Box 3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7664" name="Group 33"/>
          <p:cNvGrpSpPr/>
          <p:nvPr/>
        </p:nvGrpSpPr>
        <p:grpSpPr>
          <a:xfrm>
            <a:off x="7453313" y="6446838"/>
            <a:ext cx="792162" cy="366712"/>
            <a:chOff x="4649" y="4020"/>
            <a:chExt cx="499" cy="231"/>
          </a:xfrm>
        </p:grpSpPr>
        <p:pic>
          <p:nvPicPr>
            <p:cNvPr id="27668" name="Picture 34" descr="78900"/>
            <p:cNvPicPr>
              <a:picLocks noChangeAspect="1"/>
            </p:cNvPicPr>
            <p:nvPr/>
          </p:nvPicPr>
          <p:blipFill>
            <a:blip r:embed="rId15"/>
            <a:stretch>
              <a:fillRect/>
            </a:stretch>
          </p:blipFill>
          <p:spPr>
            <a:xfrm>
              <a:off x="4649" y="4066"/>
              <a:ext cx="499" cy="181"/>
            </a:xfrm>
            <a:prstGeom prst="rect">
              <a:avLst/>
            </a:prstGeom>
            <a:noFill/>
            <a:ln w="9525">
              <a:noFill/>
            </a:ln>
          </p:spPr>
        </p:pic>
        <p:sp>
          <p:nvSpPr>
            <p:cNvPr id="27669" name="Text Box 3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27665" name="Group 42"/>
          <p:cNvGrpSpPr/>
          <p:nvPr/>
        </p:nvGrpSpPr>
        <p:grpSpPr>
          <a:xfrm>
            <a:off x="6588125" y="6446838"/>
            <a:ext cx="792163" cy="366712"/>
            <a:chOff x="4649" y="4020"/>
            <a:chExt cx="499" cy="231"/>
          </a:xfrm>
        </p:grpSpPr>
        <p:pic>
          <p:nvPicPr>
            <p:cNvPr id="27666" name="Picture 43" descr="78900"/>
            <p:cNvPicPr>
              <a:picLocks noChangeAspect="1"/>
            </p:cNvPicPr>
            <p:nvPr/>
          </p:nvPicPr>
          <p:blipFill>
            <a:blip r:embed="rId15"/>
            <a:stretch>
              <a:fillRect/>
            </a:stretch>
          </p:blipFill>
          <p:spPr>
            <a:xfrm>
              <a:off x="4649" y="4066"/>
              <a:ext cx="499" cy="181"/>
            </a:xfrm>
            <a:prstGeom prst="rect">
              <a:avLst/>
            </a:prstGeom>
            <a:noFill/>
            <a:ln w="9525">
              <a:noFill/>
            </a:ln>
          </p:spPr>
        </p:pic>
        <p:sp>
          <p:nvSpPr>
            <p:cNvPr id="27667" name="Text Box 4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additive="base">
                                        <p:cTn id="7" dur="500" fill="hold"/>
                                        <p:tgtEl>
                                          <p:spTgt spid="36866"/>
                                        </p:tgtEl>
                                        <p:attrNameLst>
                                          <p:attrName>ppt_x</p:attrName>
                                        </p:attrNameLst>
                                      </p:cBhvr>
                                      <p:tavLst>
                                        <p:tav tm="0">
                                          <p:val>
                                            <p:strVal val="0-#ppt_w/2"/>
                                          </p:val>
                                        </p:tav>
                                        <p:tav tm="100000">
                                          <p:val>
                                            <p:strVal val="#ppt_x"/>
                                          </p:val>
                                        </p:tav>
                                      </p:tavLst>
                                    </p:anim>
                                    <p:anim calcmode="lin" valueType="num">
                                      <p:cBhvr additive="base">
                                        <p:cTn id="8" dur="500" fill="hold"/>
                                        <p:tgtEl>
                                          <p:spTgt spid="368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6875"/>
                                        </p:tgtEl>
                                        <p:attrNameLst>
                                          <p:attrName>style.visibility</p:attrName>
                                        </p:attrNameLst>
                                      </p:cBhvr>
                                      <p:to>
                                        <p:strVal val="visible"/>
                                      </p:to>
                                    </p:set>
                                    <p:animEffect transition="in" filter="dissolve">
                                      <p:cBhvr>
                                        <p:cTn id="13" dur="500"/>
                                        <p:tgtEl>
                                          <p:spTgt spid="3687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6867"/>
                                        </p:tgtEl>
                                        <p:attrNameLst>
                                          <p:attrName>style.visibility</p:attrName>
                                        </p:attrNameLst>
                                      </p:cBhvr>
                                      <p:to>
                                        <p:strVal val="visible"/>
                                      </p:to>
                                    </p:set>
                                    <p:animEffect transition="in" filter="wipe(left)">
                                      <p:cBhvr>
                                        <p:cTn id="18" dur="2000"/>
                                        <p:tgtEl>
                                          <p:spTgt spid="3686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6869"/>
                                        </p:tgtEl>
                                        <p:attrNameLst>
                                          <p:attrName>style.visibility</p:attrName>
                                        </p:attrNameLst>
                                      </p:cBhvr>
                                      <p:to>
                                        <p:strVal val="visible"/>
                                      </p:to>
                                    </p:set>
                                    <p:animEffect transition="in" filter="wipe(left)">
                                      <p:cBhvr>
                                        <p:cTn id="23" dur="2000"/>
                                        <p:tgtEl>
                                          <p:spTgt spid="36869"/>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2"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lide(fromRigh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6868"/>
                                        </p:tgtEl>
                                        <p:attrNameLst>
                                          <p:attrName>style.visibility</p:attrName>
                                        </p:attrNameLst>
                                      </p:cBhvr>
                                      <p:to>
                                        <p:strVal val="visible"/>
                                      </p:to>
                                    </p:set>
                                    <p:animEffect transition="in" filter="wipe(left)">
                                      <p:cBhvr>
                                        <p:cTn id="33" dur="2000"/>
                                        <p:tgtEl>
                                          <p:spTgt spid="3686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6870"/>
                                        </p:tgtEl>
                                        <p:attrNameLst>
                                          <p:attrName>style.visibility</p:attrName>
                                        </p:attrNameLst>
                                      </p:cBhvr>
                                      <p:to>
                                        <p:strVal val="visible"/>
                                      </p:to>
                                    </p:set>
                                    <p:animEffect transition="in" filter="wipe(left)">
                                      <p:cBhvr>
                                        <p:cTn id="38" dur="2000"/>
                                        <p:tgtEl>
                                          <p:spTgt spid="36870"/>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2"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slide(fromRight)">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36871"/>
                                        </p:tgtEl>
                                        <p:attrNameLst>
                                          <p:attrName>style.visibility</p:attrName>
                                        </p:attrNameLst>
                                      </p:cBhvr>
                                      <p:to>
                                        <p:strVal val="visible"/>
                                      </p:to>
                                    </p:set>
                                    <p:anim calcmode="lin" valueType="num">
                                      <p:cBhvr additive="base">
                                        <p:cTn id="48" dur="500" fill="hold"/>
                                        <p:tgtEl>
                                          <p:spTgt spid="36871"/>
                                        </p:tgtEl>
                                        <p:attrNameLst>
                                          <p:attrName>ppt_x</p:attrName>
                                        </p:attrNameLst>
                                      </p:cBhvr>
                                      <p:tavLst>
                                        <p:tav tm="0">
                                          <p:val>
                                            <p:strVal val="0-#ppt_w/2"/>
                                          </p:val>
                                        </p:tav>
                                        <p:tav tm="100000">
                                          <p:val>
                                            <p:strVal val="#ppt_x"/>
                                          </p:val>
                                        </p:tav>
                                      </p:tavLst>
                                    </p:anim>
                                    <p:anim calcmode="lin" valueType="num">
                                      <p:cBhvr additive="base">
                                        <p:cTn id="49" dur="500" fill="hold"/>
                                        <p:tgtEl>
                                          <p:spTgt spid="36871"/>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2" presetClass="entr" presetSubtype="2" fill="hold" grpId="0" nodeType="clickEffect">
                                  <p:stCondLst>
                                    <p:cond delay="0"/>
                                  </p:stCondLst>
                                  <p:childTnLst>
                                    <p:set>
                                      <p:cBhvr>
                                        <p:cTn id="53" dur="1" fill="hold">
                                          <p:stCondLst>
                                            <p:cond delay="0"/>
                                          </p:stCondLst>
                                        </p:cTn>
                                        <p:tgtEl>
                                          <p:spTgt spid="36876"/>
                                        </p:tgtEl>
                                        <p:attrNameLst>
                                          <p:attrName>style.visibility</p:attrName>
                                        </p:attrNameLst>
                                      </p:cBhvr>
                                      <p:to>
                                        <p:strVal val="visible"/>
                                      </p:to>
                                    </p:set>
                                    <p:animEffect transition="in" filter="slide(fromRight)">
                                      <p:cBhvr>
                                        <p:cTn id="54" dur="1000"/>
                                        <p:tgtEl>
                                          <p:spTgt spid="36876"/>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36872"/>
                                        </p:tgtEl>
                                        <p:attrNameLst>
                                          <p:attrName>style.visibility</p:attrName>
                                        </p:attrNameLst>
                                      </p:cBhvr>
                                      <p:to>
                                        <p:strVal val="visible"/>
                                      </p:to>
                                    </p:set>
                                    <p:anim calcmode="lin" valueType="num">
                                      <p:cBhvr additive="base">
                                        <p:cTn id="59" dur="500" fill="hold"/>
                                        <p:tgtEl>
                                          <p:spTgt spid="36872"/>
                                        </p:tgtEl>
                                        <p:attrNameLst>
                                          <p:attrName>ppt_x</p:attrName>
                                        </p:attrNameLst>
                                      </p:cBhvr>
                                      <p:tavLst>
                                        <p:tav tm="0">
                                          <p:val>
                                            <p:strVal val="1+#ppt_w/2"/>
                                          </p:val>
                                        </p:tav>
                                        <p:tav tm="100000">
                                          <p:val>
                                            <p:strVal val="#ppt_x"/>
                                          </p:val>
                                        </p:tav>
                                      </p:tavLst>
                                    </p:anim>
                                    <p:anim calcmode="lin" valueType="num">
                                      <p:cBhvr additive="base">
                                        <p:cTn id="60" dur="500" fill="hold"/>
                                        <p:tgtEl>
                                          <p:spTgt spid="36872"/>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37" fill="hold" grpId="0" nodeType="clickEffect">
                                  <p:stCondLst>
                                    <p:cond delay="0"/>
                                  </p:stCondLst>
                                  <p:childTnLst>
                                    <p:set>
                                      <p:cBhvr>
                                        <p:cTn id="64" dur="1" fill="hold">
                                          <p:stCondLst>
                                            <p:cond delay="0"/>
                                          </p:stCondLst>
                                        </p:cTn>
                                        <p:tgtEl>
                                          <p:spTgt spid="36877">
                                            <p:txEl>
                                              <p:charRg st="0" end="7"/>
                                            </p:txEl>
                                          </p:spTgt>
                                        </p:tgtEl>
                                        <p:attrNameLst>
                                          <p:attrName>style.visibility</p:attrName>
                                        </p:attrNameLst>
                                      </p:cBhvr>
                                      <p:to>
                                        <p:strVal val="visible"/>
                                      </p:to>
                                    </p:set>
                                    <p:animEffect transition="in" filter="barn(outVertical)">
                                      <p:cBhvr>
                                        <p:cTn id="65" dur="500"/>
                                        <p:tgtEl>
                                          <p:spTgt spid="36877">
                                            <p:txEl>
                                              <p:charRg st="0" end="7"/>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2" fill="hold" nodeType="clickEffect">
                                  <p:stCondLst>
                                    <p:cond delay="0"/>
                                  </p:stCondLst>
                                  <p:childTnLst>
                                    <p:set>
                                      <p:cBhvr>
                                        <p:cTn id="69" dur="1" fill="hold">
                                          <p:stCondLst>
                                            <p:cond delay="0"/>
                                          </p:stCondLst>
                                        </p:cTn>
                                        <p:tgtEl>
                                          <p:spTgt spid="36874"/>
                                        </p:tgtEl>
                                        <p:attrNameLst>
                                          <p:attrName>style.visibility</p:attrName>
                                        </p:attrNameLst>
                                      </p:cBhvr>
                                      <p:to>
                                        <p:strVal val="visible"/>
                                      </p:to>
                                    </p:set>
                                    <p:animEffect transition="in" filter="slide(fromRight)">
                                      <p:cBhvr>
                                        <p:cTn id="70" dur="500"/>
                                        <p:tgtEl>
                                          <p:spTgt spid="36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71" grpId="0"/>
      <p:bldP spid="36876" grpId="0"/>
      <p:bldP spid="3687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2"/>
          <p:cNvSpPr txBox="1"/>
          <p:nvPr/>
        </p:nvSpPr>
        <p:spPr>
          <a:xfrm>
            <a:off x="468313" y="549275"/>
            <a:ext cx="1439862"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2-9</a:t>
            </a:r>
            <a:endParaRPr lang="en-US" altLang="zh-CN" sz="3200" b="0" dirty="0">
              <a:latin typeface="Times New Roman" panose="02020603050405020304" pitchFamily="18" charset="0"/>
              <a:ea typeface="宋体" panose="02010600030101010101" pitchFamily="2" charset="-122"/>
            </a:endParaRPr>
          </a:p>
        </p:txBody>
      </p:sp>
      <p:graphicFrame>
        <p:nvGraphicFramePr>
          <p:cNvPr id="37891" name="Object 3"/>
          <p:cNvGraphicFramePr/>
          <p:nvPr/>
        </p:nvGraphicFramePr>
        <p:xfrm>
          <a:off x="2484438" y="3284538"/>
          <a:ext cx="3149600" cy="1255712"/>
        </p:xfrm>
        <a:graphic>
          <a:graphicData uri="http://schemas.openxmlformats.org/presentationml/2006/ole">
            <mc:AlternateContent xmlns:mc="http://schemas.openxmlformats.org/markup-compatibility/2006">
              <mc:Choice xmlns:v="urn:schemas-microsoft-com:vml" Requires="v">
                <p:oleObj spid="_x0000_s3216" name="" r:id="rId1" imgW="1434465" imgH="571500" progId="Equation.3">
                  <p:embed/>
                </p:oleObj>
              </mc:Choice>
              <mc:Fallback>
                <p:oleObj name="" r:id="rId1" imgW="1434465" imgH="571500" progId="Equation.3">
                  <p:embed/>
                  <p:pic>
                    <p:nvPicPr>
                      <p:cNvPr id="0" name="图片 3215"/>
                      <p:cNvPicPr/>
                      <p:nvPr/>
                    </p:nvPicPr>
                    <p:blipFill>
                      <a:blip r:embed="rId2">
                        <a:clrChange>
                          <a:clrFrom>
                            <a:srgbClr val="000000"/>
                          </a:clrFrom>
                          <a:clrTo>
                            <a:srgbClr val="FFFFFF"/>
                          </a:clrTo>
                        </a:clrChange>
                      </a:blip>
                      <a:stretch>
                        <a:fillRect/>
                      </a:stretch>
                    </p:blipFill>
                    <p:spPr>
                      <a:xfrm>
                        <a:off x="2484438" y="3284538"/>
                        <a:ext cx="3149600" cy="1255712"/>
                      </a:xfrm>
                      <a:prstGeom prst="rect">
                        <a:avLst/>
                      </a:prstGeom>
                      <a:noFill/>
                      <a:ln w="38100">
                        <a:noFill/>
                        <a:miter/>
                      </a:ln>
                    </p:spPr>
                  </p:pic>
                </p:oleObj>
              </mc:Fallback>
            </mc:AlternateContent>
          </a:graphicData>
        </a:graphic>
      </p:graphicFrame>
      <p:graphicFrame>
        <p:nvGraphicFramePr>
          <p:cNvPr id="37892" name="Object 4"/>
          <p:cNvGraphicFramePr/>
          <p:nvPr/>
        </p:nvGraphicFramePr>
        <p:xfrm>
          <a:off x="1331913" y="5300663"/>
          <a:ext cx="2433637" cy="1016000"/>
        </p:xfrm>
        <a:graphic>
          <a:graphicData uri="http://schemas.openxmlformats.org/presentationml/2006/ole">
            <mc:AlternateContent xmlns:mc="http://schemas.openxmlformats.org/markup-compatibility/2006">
              <mc:Choice xmlns:v="urn:schemas-microsoft-com:vml" Requires="v">
                <p:oleObj spid="_x0000_s3220" name="" r:id="rId3" imgW="1180465" imgH="495300" progId="Equation.3">
                  <p:embed/>
                </p:oleObj>
              </mc:Choice>
              <mc:Fallback>
                <p:oleObj name="" r:id="rId3" imgW="1180465" imgH="495300" progId="Equation.3">
                  <p:embed/>
                  <p:pic>
                    <p:nvPicPr>
                      <p:cNvPr id="0" name="图片 3219"/>
                      <p:cNvPicPr/>
                      <p:nvPr/>
                    </p:nvPicPr>
                    <p:blipFill>
                      <a:blip r:embed="rId4">
                        <a:clrChange>
                          <a:clrFrom>
                            <a:srgbClr val="000000"/>
                          </a:clrFrom>
                          <a:clrTo>
                            <a:srgbClr val="FFFFFF"/>
                          </a:clrTo>
                        </a:clrChange>
                      </a:blip>
                      <a:stretch>
                        <a:fillRect/>
                      </a:stretch>
                    </p:blipFill>
                    <p:spPr>
                      <a:xfrm>
                        <a:off x="1331913" y="5300663"/>
                        <a:ext cx="2433637" cy="1016000"/>
                      </a:xfrm>
                      <a:prstGeom prst="rect">
                        <a:avLst/>
                      </a:prstGeom>
                      <a:noFill/>
                      <a:ln w="38100">
                        <a:noFill/>
                        <a:miter/>
                      </a:ln>
                    </p:spPr>
                  </p:pic>
                </p:oleObj>
              </mc:Fallback>
            </mc:AlternateContent>
          </a:graphicData>
        </a:graphic>
      </p:graphicFrame>
      <p:graphicFrame>
        <p:nvGraphicFramePr>
          <p:cNvPr id="37893" name="Object 5"/>
          <p:cNvGraphicFramePr/>
          <p:nvPr/>
        </p:nvGraphicFramePr>
        <p:xfrm>
          <a:off x="4643438" y="4797425"/>
          <a:ext cx="2736850" cy="1239838"/>
        </p:xfrm>
        <a:graphic>
          <a:graphicData uri="http://schemas.openxmlformats.org/presentationml/2006/ole">
            <mc:AlternateContent xmlns:mc="http://schemas.openxmlformats.org/markup-compatibility/2006">
              <mc:Choice xmlns:v="urn:schemas-microsoft-com:vml" Requires="v">
                <p:oleObj spid="_x0000_s3222" name="" r:id="rId5" imgW="1066165" imgH="482600" progId="Equation.DSMT4">
                  <p:embed/>
                </p:oleObj>
              </mc:Choice>
              <mc:Fallback>
                <p:oleObj name="" r:id="rId5" imgW="1066165" imgH="482600" progId="Equation.DSMT4">
                  <p:embed/>
                  <p:pic>
                    <p:nvPicPr>
                      <p:cNvPr id="0" name="图片 3221"/>
                      <p:cNvPicPr/>
                      <p:nvPr/>
                    </p:nvPicPr>
                    <p:blipFill>
                      <a:blip r:embed="rId6">
                        <a:clrChange>
                          <a:clrFrom>
                            <a:srgbClr val="000000"/>
                          </a:clrFrom>
                          <a:clrTo>
                            <a:srgbClr val="FFFFFF"/>
                          </a:clrTo>
                        </a:clrChange>
                      </a:blip>
                      <a:stretch>
                        <a:fillRect/>
                      </a:stretch>
                    </p:blipFill>
                    <p:spPr>
                      <a:xfrm>
                        <a:off x="4643438" y="4797425"/>
                        <a:ext cx="2736850" cy="1239838"/>
                      </a:xfrm>
                      <a:prstGeom prst="rect">
                        <a:avLst/>
                      </a:prstGeom>
                      <a:noFill/>
                      <a:ln w="38100">
                        <a:noFill/>
                        <a:miter/>
                      </a:ln>
                    </p:spPr>
                  </p:pic>
                </p:oleObj>
              </mc:Fallback>
            </mc:AlternateContent>
          </a:graphicData>
        </a:graphic>
      </p:graphicFrame>
      <p:graphicFrame>
        <p:nvGraphicFramePr>
          <p:cNvPr id="37926" name="Object 38"/>
          <p:cNvGraphicFramePr/>
          <p:nvPr/>
        </p:nvGraphicFramePr>
        <p:xfrm>
          <a:off x="1331913" y="4724400"/>
          <a:ext cx="1331912" cy="547688"/>
        </p:xfrm>
        <a:graphic>
          <a:graphicData uri="http://schemas.openxmlformats.org/presentationml/2006/ole">
            <mc:AlternateContent xmlns:mc="http://schemas.openxmlformats.org/markup-compatibility/2006">
              <mc:Choice xmlns:v="urn:schemas-microsoft-com:vml" Requires="v">
                <p:oleObj spid="_x0000_s3221" name="" r:id="rId7" imgW="647065" imgH="266065" progId="Equation.3">
                  <p:embed/>
                </p:oleObj>
              </mc:Choice>
              <mc:Fallback>
                <p:oleObj name="" r:id="rId7" imgW="647065" imgH="266065" progId="Equation.3">
                  <p:embed/>
                  <p:pic>
                    <p:nvPicPr>
                      <p:cNvPr id="0" name="图片 3220"/>
                      <p:cNvPicPr/>
                      <p:nvPr/>
                    </p:nvPicPr>
                    <p:blipFill>
                      <a:blip r:embed="rId8">
                        <a:clrChange>
                          <a:clrFrom>
                            <a:srgbClr val="000000"/>
                          </a:clrFrom>
                          <a:clrTo>
                            <a:srgbClr val="FFFFFF"/>
                          </a:clrTo>
                        </a:clrChange>
                      </a:blip>
                      <a:stretch>
                        <a:fillRect/>
                      </a:stretch>
                    </p:blipFill>
                    <p:spPr>
                      <a:xfrm>
                        <a:off x="1331913" y="4724400"/>
                        <a:ext cx="1331912" cy="547688"/>
                      </a:xfrm>
                      <a:prstGeom prst="rect">
                        <a:avLst/>
                      </a:prstGeom>
                      <a:noFill/>
                      <a:ln w="38100">
                        <a:noFill/>
                        <a:miter/>
                      </a:ln>
                    </p:spPr>
                  </p:pic>
                </p:oleObj>
              </mc:Fallback>
            </mc:AlternateContent>
          </a:graphicData>
        </a:graphic>
      </p:graphicFrame>
      <p:grpSp>
        <p:nvGrpSpPr>
          <p:cNvPr id="28684" name="Group 46"/>
          <p:cNvGrpSpPr/>
          <p:nvPr/>
        </p:nvGrpSpPr>
        <p:grpSpPr>
          <a:xfrm>
            <a:off x="8316913" y="6446838"/>
            <a:ext cx="792162" cy="366712"/>
            <a:chOff x="5193" y="4020"/>
            <a:chExt cx="499" cy="231"/>
          </a:xfrm>
        </p:grpSpPr>
        <p:pic>
          <p:nvPicPr>
            <p:cNvPr id="28717" name="Picture 47"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8718" name="Text Box 4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8685" name="Group 49"/>
          <p:cNvGrpSpPr/>
          <p:nvPr/>
        </p:nvGrpSpPr>
        <p:grpSpPr>
          <a:xfrm>
            <a:off x="7453313" y="6446838"/>
            <a:ext cx="792162" cy="366712"/>
            <a:chOff x="4649" y="4020"/>
            <a:chExt cx="499" cy="231"/>
          </a:xfrm>
        </p:grpSpPr>
        <p:pic>
          <p:nvPicPr>
            <p:cNvPr id="28715" name="Picture 50"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28716" name="Text Box 51">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37972" name="Text Box 84"/>
          <p:cNvSpPr txBox="1"/>
          <p:nvPr/>
        </p:nvSpPr>
        <p:spPr>
          <a:xfrm>
            <a:off x="1476375" y="549275"/>
            <a:ext cx="5256213"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求图示二端口的</a:t>
            </a:r>
            <a:r>
              <a:rPr lang="en-US" altLang="zh-CN" b="0" i="1" dirty="0">
                <a:latin typeface="Times New Roman" panose="02020603050405020304" pitchFamily="18" charset="0"/>
              </a:rPr>
              <a:t>H</a:t>
            </a:r>
            <a:r>
              <a:rPr lang="en-US" altLang="zh-CN" b="0" i="1"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4" name="Group 94"/>
          <p:cNvGrpSpPr/>
          <p:nvPr/>
        </p:nvGrpSpPr>
        <p:grpSpPr>
          <a:xfrm>
            <a:off x="1835150" y="908050"/>
            <a:ext cx="4795838" cy="2138363"/>
            <a:chOff x="1156" y="572"/>
            <a:chExt cx="3021" cy="1347"/>
          </a:xfrm>
        </p:grpSpPr>
        <p:sp>
          <p:nvSpPr>
            <p:cNvPr id="28691" name="Line 81"/>
            <p:cNvSpPr/>
            <p:nvPr/>
          </p:nvSpPr>
          <p:spPr>
            <a:xfrm flipV="1">
              <a:off x="2744" y="980"/>
              <a:ext cx="1270" cy="0"/>
            </a:xfrm>
            <a:prstGeom prst="line">
              <a:avLst/>
            </a:prstGeom>
            <a:ln w="28575" cap="flat" cmpd="sng">
              <a:solidFill>
                <a:srgbClr val="FFCC00"/>
              </a:solidFill>
              <a:prstDash val="solid"/>
              <a:headEnd type="none" w="med" len="med"/>
              <a:tailEnd type="none" w="med" len="med"/>
            </a:ln>
          </p:spPr>
        </p:sp>
        <p:graphicFrame>
          <p:nvGraphicFramePr>
            <p:cNvPr id="28678" name="Object 70"/>
            <p:cNvGraphicFramePr/>
            <p:nvPr/>
          </p:nvGraphicFramePr>
          <p:xfrm>
            <a:off x="1429" y="572"/>
            <a:ext cx="208" cy="370"/>
          </p:xfrm>
          <a:graphic>
            <a:graphicData uri="http://schemas.openxmlformats.org/presentationml/2006/ole">
              <mc:AlternateContent xmlns:mc="http://schemas.openxmlformats.org/markup-compatibility/2006">
                <mc:Choice xmlns:v="urn:schemas-microsoft-com:vml" Requires="v">
                  <p:oleObj spid="_x0000_s3217" name="" r:id="rId10" imgW="165100" imgH="291465" progId="Equation.3">
                    <p:embed/>
                  </p:oleObj>
                </mc:Choice>
                <mc:Fallback>
                  <p:oleObj name="" r:id="rId10" imgW="165100" imgH="291465" progId="Equation.3">
                    <p:embed/>
                    <p:pic>
                      <p:nvPicPr>
                        <p:cNvPr id="0" name="图片 3216"/>
                        <p:cNvPicPr/>
                        <p:nvPr/>
                      </p:nvPicPr>
                      <p:blipFill>
                        <a:blip r:embed="rId11">
                          <a:clrChange>
                            <a:clrFrom>
                              <a:srgbClr val="000000"/>
                            </a:clrFrom>
                            <a:clrTo>
                              <a:srgbClr val="FFFFFF"/>
                            </a:clrTo>
                          </a:clrChange>
                        </a:blip>
                        <a:stretch>
                          <a:fillRect/>
                        </a:stretch>
                      </p:blipFill>
                      <p:spPr>
                        <a:xfrm>
                          <a:off x="1429" y="572"/>
                          <a:ext cx="208" cy="370"/>
                        </a:xfrm>
                        <a:prstGeom prst="rect">
                          <a:avLst/>
                        </a:prstGeom>
                        <a:noFill/>
                        <a:ln w="38100">
                          <a:noFill/>
                          <a:miter/>
                        </a:ln>
                      </p:spPr>
                    </p:pic>
                  </p:oleObj>
                </mc:Fallback>
              </mc:AlternateContent>
            </a:graphicData>
          </a:graphic>
        </p:graphicFrame>
        <p:graphicFrame>
          <p:nvGraphicFramePr>
            <p:cNvPr id="28679" name="Object 71"/>
            <p:cNvGraphicFramePr/>
            <p:nvPr/>
          </p:nvGraphicFramePr>
          <p:xfrm>
            <a:off x="3606" y="572"/>
            <a:ext cx="240" cy="370"/>
          </p:xfrm>
          <a:graphic>
            <a:graphicData uri="http://schemas.openxmlformats.org/presentationml/2006/ole">
              <mc:AlternateContent xmlns:mc="http://schemas.openxmlformats.org/markup-compatibility/2006">
                <mc:Choice xmlns:v="urn:schemas-microsoft-com:vml" Requires="v">
                  <p:oleObj spid="_x0000_s3218" name="" r:id="rId12" imgW="190500" imgH="292100" progId="Equation.3">
                    <p:embed/>
                  </p:oleObj>
                </mc:Choice>
                <mc:Fallback>
                  <p:oleObj name="" r:id="rId12" imgW="190500" imgH="292100" progId="Equation.3">
                    <p:embed/>
                    <p:pic>
                      <p:nvPicPr>
                        <p:cNvPr id="0" name="图片 3217"/>
                        <p:cNvPicPr/>
                        <p:nvPr/>
                      </p:nvPicPr>
                      <p:blipFill>
                        <a:blip r:embed="rId13">
                          <a:clrChange>
                            <a:clrFrom>
                              <a:srgbClr val="000000"/>
                            </a:clrFrom>
                            <a:clrTo>
                              <a:srgbClr val="FFFFFF"/>
                            </a:clrTo>
                          </a:clrChange>
                        </a:blip>
                        <a:stretch>
                          <a:fillRect/>
                        </a:stretch>
                      </p:blipFill>
                      <p:spPr>
                        <a:xfrm>
                          <a:off x="3606" y="572"/>
                          <a:ext cx="240" cy="370"/>
                        </a:xfrm>
                        <a:prstGeom prst="rect">
                          <a:avLst/>
                        </a:prstGeom>
                        <a:noFill/>
                        <a:ln w="38100">
                          <a:noFill/>
                          <a:miter/>
                        </a:ln>
                      </p:spPr>
                    </p:pic>
                  </p:oleObj>
                </mc:Fallback>
              </mc:AlternateContent>
            </a:graphicData>
          </a:graphic>
        </p:graphicFrame>
        <p:sp>
          <p:nvSpPr>
            <p:cNvPr id="28692" name="Rectangle 56"/>
            <p:cNvSpPr/>
            <p:nvPr/>
          </p:nvSpPr>
          <p:spPr>
            <a:xfrm>
              <a:off x="1909" y="1252"/>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28693" name="Rectangle 57"/>
            <p:cNvSpPr/>
            <p:nvPr/>
          </p:nvSpPr>
          <p:spPr>
            <a:xfrm>
              <a:off x="3379" y="1252"/>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graphicFrame>
          <p:nvGraphicFramePr>
            <p:cNvPr id="28680" name="Object 58"/>
            <p:cNvGraphicFramePr/>
            <p:nvPr/>
          </p:nvGraphicFramePr>
          <p:xfrm>
            <a:off x="2800" y="1344"/>
            <a:ext cx="352" cy="402"/>
          </p:xfrm>
          <a:graphic>
            <a:graphicData uri="http://schemas.openxmlformats.org/presentationml/2006/ole">
              <mc:AlternateContent xmlns:mc="http://schemas.openxmlformats.org/markup-compatibility/2006">
                <mc:Choice xmlns:v="urn:schemas-microsoft-com:vml" Requires="v">
                  <p:oleObj spid="_x0000_s3219" name="" r:id="rId14" imgW="279400" imgH="317500" progId="Equation.3">
                    <p:embed/>
                  </p:oleObj>
                </mc:Choice>
                <mc:Fallback>
                  <p:oleObj name="" r:id="rId14" imgW="279400" imgH="317500" progId="Equation.3">
                    <p:embed/>
                    <p:pic>
                      <p:nvPicPr>
                        <p:cNvPr id="0" name="图片 3218"/>
                        <p:cNvPicPr/>
                        <p:nvPr/>
                      </p:nvPicPr>
                      <p:blipFill>
                        <a:blip r:embed="rId15">
                          <a:clrChange>
                            <a:clrFrom>
                              <a:srgbClr val="000000"/>
                            </a:clrFrom>
                            <a:clrTo>
                              <a:srgbClr val="FFFFFF"/>
                            </a:clrTo>
                          </a:clrChange>
                        </a:blip>
                        <a:stretch>
                          <a:fillRect/>
                        </a:stretch>
                      </p:blipFill>
                      <p:spPr>
                        <a:xfrm>
                          <a:off x="2800" y="1344"/>
                          <a:ext cx="352" cy="402"/>
                        </a:xfrm>
                        <a:prstGeom prst="rect">
                          <a:avLst/>
                        </a:prstGeom>
                        <a:noFill/>
                        <a:ln w="38100">
                          <a:noFill/>
                          <a:miter/>
                        </a:ln>
                      </p:spPr>
                    </p:pic>
                  </p:oleObj>
                </mc:Fallback>
              </mc:AlternateContent>
            </a:graphicData>
          </a:graphic>
        </p:graphicFrame>
        <p:sp>
          <p:nvSpPr>
            <p:cNvPr id="28694" name="Line 60"/>
            <p:cNvSpPr/>
            <p:nvPr/>
          </p:nvSpPr>
          <p:spPr>
            <a:xfrm flipV="1">
              <a:off x="1293" y="980"/>
              <a:ext cx="997" cy="1"/>
            </a:xfrm>
            <a:prstGeom prst="line">
              <a:avLst/>
            </a:prstGeom>
            <a:ln w="28575" cap="flat" cmpd="sng">
              <a:solidFill>
                <a:srgbClr val="FFCC00"/>
              </a:solidFill>
              <a:prstDash val="solid"/>
              <a:headEnd type="none" w="med" len="med"/>
              <a:tailEnd type="none" w="med" len="med"/>
            </a:ln>
          </p:spPr>
        </p:sp>
        <p:sp>
          <p:nvSpPr>
            <p:cNvPr id="28695" name="Line 61"/>
            <p:cNvSpPr/>
            <p:nvPr/>
          </p:nvSpPr>
          <p:spPr>
            <a:xfrm>
              <a:off x="2290" y="981"/>
              <a:ext cx="0" cy="907"/>
            </a:xfrm>
            <a:prstGeom prst="line">
              <a:avLst/>
            </a:prstGeom>
            <a:ln w="28575" cap="flat" cmpd="sng">
              <a:solidFill>
                <a:srgbClr val="FFCC00"/>
              </a:solidFill>
              <a:prstDash val="solid"/>
              <a:headEnd type="none" w="med" len="med"/>
              <a:tailEnd type="none" w="med" len="med"/>
            </a:ln>
          </p:spPr>
        </p:sp>
        <p:sp>
          <p:nvSpPr>
            <p:cNvPr id="28696" name="Line 62"/>
            <p:cNvSpPr/>
            <p:nvPr/>
          </p:nvSpPr>
          <p:spPr>
            <a:xfrm>
              <a:off x="1293" y="1888"/>
              <a:ext cx="2687" cy="1"/>
            </a:xfrm>
            <a:prstGeom prst="line">
              <a:avLst/>
            </a:prstGeom>
            <a:ln w="28575" cap="flat" cmpd="sng">
              <a:solidFill>
                <a:srgbClr val="FFCC00"/>
              </a:solidFill>
              <a:prstDash val="solid"/>
              <a:headEnd type="none" w="med" len="med"/>
              <a:tailEnd type="none" w="med" len="med"/>
            </a:ln>
          </p:spPr>
        </p:sp>
        <p:sp>
          <p:nvSpPr>
            <p:cNvPr id="28697" name="Line 63"/>
            <p:cNvSpPr/>
            <p:nvPr/>
          </p:nvSpPr>
          <p:spPr>
            <a:xfrm>
              <a:off x="1429" y="981"/>
              <a:ext cx="294" cy="0"/>
            </a:xfrm>
            <a:prstGeom prst="line">
              <a:avLst/>
            </a:prstGeom>
            <a:ln w="28575" cap="flat" cmpd="sng">
              <a:solidFill>
                <a:srgbClr val="00FFFF"/>
              </a:solidFill>
              <a:prstDash val="solid"/>
              <a:headEnd type="none" w="med" len="med"/>
              <a:tailEnd type="triangle" w="med" len="med"/>
            </a:ln>
          </p:spPr>
        </p:sp>
        <p:sp>
          <p:nvSpPr>
            <p:cNvPr id="28698" name="Text Box 64"/>
            <p:cNvSpPr txBox="1"/>
            <p:nvPr/>
          </p:nvSpPr>
          <p:spPr>
            <a:xfrm>
              <a:off x="1202" y="981"/>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8699" name="Text Box 65"/>
            <p:cNvSpPr txBox="1"/>
            <p:nvPr/>
          </p:nvSpPr>
          <p:spPr>
            <a:xfrm>
              <a:off x="1156" y="157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8700" name="Line 66"/>
            <p:cNvSpPr/>
            <p:nvPr/>
          </p:nvSpPr>
          <p:spPr>
            <a:xfrm flipH="1">
              <a:off x="3560" y="981"/>
              <a:ext cx="294" cy="0"/>
            </a:xfrm>
            <a:prstGeom prst="line">
              <a:avLst/>
            </a:prstGeom>
            <a:ln w="28575" cap="flat" cmpd="sng">
              <a:solidFill>
                <a:srgbClr val="00FFFF"/>
              </a:solidFill>
              <a:prstDash val="solid"/>
              <a:headEnd type="none" w="med" len="med"/>
              <a:tailEnd type="triangle" w="med" len="med"/>
            </a:ln>
          </p:spPr>
        </p:sp>
        <p:sp>
          <p:nvSpPr>
            <p:cNvPr id="28701" name="Text Box 67"/>
            <p:cNvSpPr txBox="1"/>
            <p:nvPr/>
          </p:nvSpPr>
          <p:spPr>
            <a:xfrm>
              <a:off x="3910" y="101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8702" name="Text Box 68"/>
            <p:cNvSpPr txBox="1"/>
            <p:nvPr/>
          </p:nvSpPr>
          <p:spPr>
            <a:xfrm>
              <a:off x="3878" y="157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8681" name="Object 69"/>
            <p:cNvGraphicFramePr/>
            <p:nvPr/>
          </p:nvGraphicFramePr>
          <p:xfrm>
            <a:off x="1247" y="1207"/>
            <a:ext cx="272" cy="370"/>
          </p:xfrm>
          <a:graphic>
            <a:graphicData uri="http://schemas.openxmlformats.org/presentationml/2006/ole">
              <mc:AlternateContent xmlns:mc="http://schemas.openxmlformats.org/markup-compatibility/2006">
                <mc:Choice xmlns:v="urn:schemas-microsoft-com:vml" Requires="v">
                  <p:oleObj spid="_x0000_s3272" name="" r:id="rId16" imgW="215900" imgH="291465" progId="Equation.3">
                    <p:embed/>
                  </p:oleObj>
                </mc:Choice>
                <mc:Fallback>
                  <p:oleObj name="" r:id="rId16" imgW="215900" imgH="291465" progId="Equation.3">
                    <p:embed/>
                    <p:pic>
                      <p:nvPicPr>
                        <p:cNvPr id="0" name="图片 3271"/>
                        <p:cNvPicPr/>
                        <p:nvPr/>
                      </p:nvPicPr>
                      <p:blipFill>
                        <a:blip r:embed="rId17">
                          <a:clrChange>
                            <a:clrFrom>
                              <a:srgbClr val="000000"/>
                            </a:clrFrom>
                            <a:clrTo>
                              <a:srgbClr val="FFFFFF"/>
                            </a:clrTo>
                          </a:clrChange>
                        </a:blip>
                        <a:stretch>
                          <a:fillRect/>
                        </a:stretch>
                      </p:blipFill>
                      <p:spPr>
                        <a:xfrm>
                          <a:off x="1247" y="1207"/>
                          <a:ext cx="272" cy="370"/>
                        </a:xfrm>
                        <a:prstGeom prst="rect">
                          <a:avLst/>
                        </a:prstGeom>
                        <a:noFill/>
                        <a:ln w="38100">
                          <a:noFill/>
                          <a:miter/>
                        </a:ln>
                      </p:spPr>
                    </p:pic>
                  </p:oleObj>
                </mc:Fallback>
              </mc:AlternateContent>
            </a:graphicData>
          </a:graphic>
        </p:graphicFrame>
        <p:graphicFrame>
          <p:nvGraphicFramePr>
            <p:cNvPr id="28682" name="Object 72"/>
            <p:cNvGraphicFramePr/>
            <p:nvPr/>
          </p:nvGraphicFramePr>
          <p:xfrm>
            <a:off x="3833" y="1253"/>
            <a:ext cx="304" cy="370"/>
          </p:xfrm>
          <a:graphic>
            <a:graphicData uri="http://schemas.openxmlformats.org/presentationml/2006/ole">
              <mc:AlternateContent xmlns:mc="http://schemas.openxmlformats.org/markup-compatibility/2006">
                <mc:Choice xmlns:v="urn:schemas-microsoft-com:vml" Requires="v">
                  <p:oleObj spid="_x0000_s3271" name="" r:id="rId18" imgW="241300" imgH="292100" progId="Equation.3">
                    <p:embed/>
                  </p:oleObj>
                </mc:Choice>
                <mc:Fallback>
                  <p:oleObj name="" r:id="rId18" imgW="241300" imgH="292100" progId="Equation.3">
                    <p:embed/>
                    <p:pic>
                      <p:nvPicPr>
                        <p:cNvPr id="0" name="图片 3270"/>
                        <p:cNvPicPr/>
                        <p:nvPr/>
                      </p:nvPicPr>
                      <p:blipFill>
                        <a:blip r:embed="rId19">
                          <a:clrChange>
                            <a:clrFrom>
                              <a:srgbClr val="000000"/>
                            </a:clrFrom>
                            <a:clrTo>
                              <a:srgbClr val="FFFFFF"/>
                            </a:clrTo>
                          </a:clrChange>
                        </a:blip>
                        <a:stretch>
                          <a:fillRect/>
                        </a:stretch>
                      </p:blipFill>
                      <p:spPr>
                        <a:xfrm>
                          <a:off x="3833" y="1253"/>
                          <a:ext cx="304" cy="370"/>
                        </a:xfrm>
                        <a:prstGeom prst="rect">
                          <a:avLst/>
                        </a:prstGeom>
                        <a:noFill/>
                        <a:ln w="38100">
                          <a:noFill/>
                          <a:miter/>
                        </a:ln>
                      </p:spPr>
                    </p:pic>
                  </p:oleObj>
                </mc:Fallback>
              </mc:AlternateContent>
            </a:graphicData>
          </a:graphic>
        </p:graphicFrame>
        <p:sp>
          <p:nvSpPr>
            <p:cNvPr id="28703" name="Oval 73"/>
            <p:cNvSpPr/>
            <p:nvPr/>
          </p:nvSpPr>
          <p:spPr>
            <a:xfrm>
              <a:off x="1220" y="94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8704" name="Oval 74"/>
            <p:cNvSpPr/>
            <p:nvPr/>
          </p:nvSpPr>
          <p:spPr>
            <a:xfrm>
              <a:off x="1229" y="185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8705" name="Oval 75"/>
            <p:cNvSpPr/>
            <p:nvPr/>
          </p:nvSpPr>
          <p:spPr>
            <a:xfrm>
              <a:off x="4007" y="94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8706" name="Oval 76"/>
            <p:cNvSpPr/>
            <p:nvPr/>
          </p:nvSpPr>
          <p:spPr>
            <a:xfrm>
              <a:off x="3978" y="185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8707" name="Line 77"/>
            <p:cNvSpPr/>
            <p:nvPr/>
          </p:nvSpPr>
          <p:spPr>
            <a:xfrm>
              <a:off x="3334" y="981"/>
              <a:ext cx="0" cy="907"/>
            </a:xfrm>
            <a:prstGeom prst="line">
              <a:avLst/>
            </a:prstGeom>
            <a:ln w="28575" cap="flat" cmpd="sng">
              <a:solidFill>
                <a:srgbClr val="FFCC00"/>
              </a:solidFill>
              <a:prstDash val="solid"/>
              <a:headEnd type="oval" w="med" len="med"/>
              <a:tailEnd type="oval" w="med" len="med"/>
            </a:ln>
          </p:spPr>
        </p:sp>
        <p:sp>
          <p:nvSpPr>
            <p:cNvPr id="28708" name="Rectangle 78"/>
            <p:cNvSpPr/>
            <p:nvPr/>
          </p:nvSpPr>
          <p:spPr>
            <a:xfrm>
              <a:off x="3270"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8709" name="Rectangle 79"/>
            <p:cNvSpPr/>
            <p:nvPr/>
          </p:nvSpPr>
          <p:spPr>
            <a:xfrm>
              <a:off x="2227" y="125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8710" name="Line 80"/>
            <p:cNvSpPr/>
            <p:nvPr/>
          </p:nvSpPr>
          <p:spPr>
            <a:xfrm>
              <a:off x="2744" y="980"/>
              <a:ext cx="0" cy="907"/>
            </a:xfrm>
            <a:prstGeom prst="line">
              <a:avLst/>
            </a:prstGeom>
            <a:ln w="28575" cap="flat" cmpd="sng">
              <a:solidFill>
                <a:srgbClr val="FFCC00"/>
              </a:solidFill>
              <a:prstDash val="solid"/>
              <a:headEnd type="none" w="med" len="med"/>
              <a:tailEnd type="none" w="med" len="med"/>
            </a:ln>
          </p:spPr>
        </p:sp>
        <p:sp>
          <p:nvSpPr>
            <p:cNvPr id="28711" name="Line 59"/>
            <p:cNvSpPr/>
            <p:nvPr/>
          </p:nvSpPr>
          <p:spPr>
            <a:xfrm rot="5400000">
              <a:off x="2597" y="1627"/>
              <a:ext cx="294" cy="0"/>
            </a:xfrm>
            <a:prstGeom prst="line">
              <a:avLst/>
            </a:prstGeom>
            <a:ln w="28575" cap="flat" cmpd="sng">
              <a:solidFill>
                <a:srgbClr val="00FFFF"/>
              </a:solidFill>
              <a:prstDash val="solid"/>
              <a:headEnd type="none" w="med" len="med"/>
              <a:tailEnd type="triangle" w="med" len="med"/>
            </a:ln>
          </p:spPr>
        </p:sp>
        <p:grpSp>
          <p:nvGrpSpPr>
            <p:cNvPr id="28712" name="Group 88"/>
            <p:cNvGrpSpPr/>
            <p:nvPr/>
          </p:nvGrpSpPr>
          <p:grpSpPr>
            <a:xfrm>
              <a:off x="2517" y="1071"/>
              <a:ext cx="454" cy="454"/>
              <a:chOff x="2517" y="1207"/>
              <a:chExt cx="454" cy="454"/>
            </a:xfrm>
          </p:grpSpPr>
          <p:sp>
            <p:nvSpPr>
              <p:cNvPr id="28713" name="AutoShape 82"/>
              <p:cNvSpPr/>
              <p:nvPr/>
            </p:nvSpPr>
            <p:spPr>
              <a:xfrm>
                <a:off x="2517" y="1207"/>
                <a:ext cx="454" cy="454"/>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8714" name="Line 83"/>
              <p:cNvSpPr/>
              <p:nvPr/>
            </p:nvSpPr>
            <p:spPr>
              <a:xfrm>
                <a:off x="2517" y="1434"/>
                <a:ext cx="454" cy="0"/>
              </a:xfrm>
              <a:prstGeom prst="line">
                <a:avLst/>
              </a:prstGeom>
              <a:ln w="38100" cap="flat" cmpd="sng">
                <a:solidFill>
                  <a:srgbClr val="FF9900"/>
                </a:solidFill>
                <a:prstDash val="solid"/>
                <a:headEnd type="none" w="med" len="med"/>
                <a:tailEnd type="none" w="med" len="med"/>
              </a:ln>
            </p:spPr>
          </p:sp>
        </p:grpSp>
      </p:grpSp>
      <p:grpSp>
        <p:nvGrpSpPr>
          <p:cNvPr id="28688" name="Group 91"/>
          <p:cNvGrpSpPr/>
          <p:nvPr/>
        </p:nvGrpSpPr>
        <p:grpSpPr>
          <a:xfrm>
            <a:off x="6588125" y="6446838"/>
            <a:ext cx="792163" cy="366712"/>
            <a:chOff x="4649" y="4020"/>
            <a:chExt cx="499" cy="231"/>
          </a:xfrm>
        </p:grpSpPr>
        <p:pic>
          <p:nvPicPr>
            <p:cNvPr id="28689" name="Picture 92"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28690" name="Text Box 9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1000" fill="hold"/>
                                        <p:tgtEl>
                                          <p:spTgt spid="37890"/>
                                        </p:tgtEl>
                                        <p:attrNameLst>
                                          <p:attrName>ppt_w</p:attrName>
                                        </p:attrNameLst>
                                      </p:cBhvr>
                                      <p:tavLst>
                                        <p:tav tm="0">
                                          <p:val>
                                            <p:fltVal val="0.000000"/>
                                          </p:val>
                                        </p:tav>
                                        <p:tav tm="100000">
                                          <p:val>
                                            <p:strVal val="#ppt_w"/>
                                          </p:val>
                                        </p:tav>
                                      </p:tavLst>
                                    </p:anim>
                                    <p:anim calcmode="lin" valueType="num">
                                      <p:cBhvr>
                                        <p:cTn id="8" dur="1000" fill="hold"/>
                                        <p:tgtEl>
                                          <p:spTgt spid="37890"/>
                                        </p:tgtEl>
                                        <p:attrNameLst>
                                          <p:attrName>ppt_h</p:attrName>
                                        </p:attrNameLst>
                                      </p:cBhvr>
                                      <p:tavLst>
                                        <p:tav tm="0">
                                          <p:val>
                                            <p:fltVal val="0.000000"/>
                                          </p:val>
                                        </p:tav>
                                        <p:tav tm="100000">
                                          <p:val>
                                            <p:strVal val="#ppt_h"/>
                                          </p:val>
                                        </p:tav>
                                      </p:tavLst>
                                    </p:anim>
                                    <p:anim calcmode="lin" valueType="num">
                                      <p:cBhvr>
                                        <p:cTn id="9" dur="1000" fill="hold"/>
                                        <p:tgtEl>
                                          <p:spTgt spid="3789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3789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37972">
                                            <p:txEl>
                                              <p:charRg st="0" end="13"/>
                                            </p:txEl>
                                          </p:spTgt>
                                        </p:tgtEl>
                                        <p:attrNameLst>
                                          <p:attrName>style.visibility</p:attrName>
                                        </p:attrNameLst>
                                      </p:cBhvr>
                                      <p:to>
                                        <p:strVal val="visible"/>
                                      </p:to>
                                    </p:set>
                                    <p:animEffect transition="in" filter="wipe(left)">
                                      <p:cBhvr>
                                        <p:cTn id="18" dur="2000"/>
                                        <p:tgtEl>
                                          <p:spTgt spid="37972">
                                            <p:txEl>
                                              <p:charRg st="0" end="1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7891"/>
                                        </p:tgtEl>
                                        <p:attrNameLst>
                                          <p:attrName>style.visibility</p:attrName>
                                        </p:attrNameLst>
                                      </p:cBhvr>
                                      <p:to>
                                        <p:strVal val="visible"/>
                                      </p:to>
                                    </p:set>
                                    <p:animEffect transition="in" filter="wipe(left)">
                                      <p:cBhvr>
                                        <p:cTn id="23" dur="2000"/>
                                        <p:tgtEl>
                                          <p:spTgt spid="3789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7926"/>
                                        </p:tgtEl>
                                        <p:attrNameLst>
                                          <p:attrName>style.visibility</p:attrName>
                                        </p:attrNameLst>
                                      </p:cBhvr>
                                      <p:to>
                                        <p:strVal val="visible"/>
                                      </p:to>
                                    </p:set>
                                    <p:animEffect transition="in" filter="wipe(left)">
                                      <p:cBhvr>
                                        <p:cTn id="28" dur="2000"/>
                                        <p:tgtEl>
                                          <p:spTgt spid="3792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7892"/>
                                        </p:tgtEl>
                                        <p:attrNameLst>
                                          <p:attrName>style.visibility</p:attrName>
                                        </p:attrNameLst>
                                      </p:cBhvr>
                                      <p:to>
                                        <p:strVal val="visible"/>
                                      </p:to>
                                    </p:set>
                                    <p:animEffect transition="in" filter="wipe(left)">
                                      <p:cBhvr>
                                        <p:cTn id="33" dur="2000"/>
                                        <p:tgtEl>
                                          <p:spTgt spid="3789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7893"/>
                                        </p:tgtEl>
                                        <p:attrNameLst>
                                          <p:attrName>style.visibility</p:attrName>
                                        </p:attrNameLst>
                                      </p:cBhvr>
                                      <p:to>
                                        <p:strVal val="visible"/>
                                      </p:to>
                                    </p:set>
                                    <p:animEffect transition="in" filter="wipe(left)">
                                      <p:cBhvr>
                                        <p:cTn id="38"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97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p:nvPr>
            <p:ph type="ctrTitle"/>
          </p:nvPr>
        </p:nvSpPr>
        <p:spPr>
          <a:xfrm>
            <a:off x="1547813" y="549275"/>
            <a:ext cx="6408737" cy="609600"/>
          </a:xfrm>
          <a:prstGeom prst="rect">
            <a:avLst/>
          </a:prstGeom>
          <a:noFill/>
          <a:ln w="9525">
            <a:noFill/>
          </a:ln>
        </p:spPr>
        <p:txBody>
          <a:bodyPr/>
          <a:lstStyle>
            <a:lvl1pPr lvl="0">
              <a:buClrTx/>
              <a:buSzTx/>
              <a:buFontTx/>
              <a:defRPr/>
            </a:lvl1pPr>
          </a:lstStyle>
          <a:p>
            <a:pPr lvl="0" algn="l" eaLnBrk="1" hangingPunct="1"/>
            <a:r>
              <a:rPr lang="en-US" altLang="zh-CN" dirty="0">
                <a:solidFill>
                  <a:schemeClr val="bg1"/>
                </a:solidFill>
                <a:latin typeface="Times New Roman" panose="02020603050405020304" pitchFamily="18" charset="0"/>
                <a:ea typeface="楷体_GB2312" pitchFamily="49" charset="-122"/>
              </a:rPr>
              <a:t>16-3</a:t>
            </a:r>
            <a:r>
              <a:rPr lang="en-US" altLang="zh-CN" b="1" dirty="0">
                <a:solidFill>
                  <a:schemeClr val="bg1"/>
                </a:solidFill>
                <a:latin typeface="楷体_GB2312" pitchFamily="49" charset="-122"/>
                <a:ea typeface="楷体_GB2312" pitchFamily="49" charset="-122"/>
              </a:rPr>
              <a:t>  </a:t>
            </a:r>
            <a:r>
              <a:rPr lang="zh-CN" altLang="en-US" b="1" dirty="0">
                <a:solidFill>
                  <a:schemeClr val="bg1"/>
                </a:solidFill>
                <a:latin typeface="楷体_GB2312" pitchFamily="49" charset="-122"/>
                <a:ea typeface="楷体_GB2312" pitchFamily="49" charset="-122"/>
              </a:rPr>
              <a:t>二端口的等效电路</a:t>
            </a:r>
            <a:endParaRPr lang="zh-CN" altLang="en-US" b="1" dirty="0">
              <a:solidFill>
                <a:schemeClr val="bg1"/>
              </a:solidFill>
              <a:latin typeface="楷体_GB2312" pitchFamily="49" charset="-122"/>
              <a:ea typeface="楷体_GB2312" pitchFamily="49" charset="-122"/>
            </a:endParaRPr>
          </a:p>
        </p:txBody>
      </p:sp>
      <p:sp>
        <p:nvSpPr>
          <p:cNvPr id="38944" name="Text Box 32"/>
          <p:cNvSpPr txBox="1"/>
          <p:nvPr/>
        </p:nvSpPr>
        <p:spPr>
          <a:xfrm>
            <a:off x="611188" y="1196975"/>
            <a:ext cx="7993062" cy="1117600"/>
          </a:xfrm>
          <a:prstGeom prst="rect">
            <a:avLst/>
          </a:prstGeom>
          <a:noFill/>
          <a:ln w="9525">
            <a:noFill/>
          </a:ln>
        </p:spPr>
        <p:txBody>
          <a:bodyPr>
            <a:spAutoFit/>
          </a:bodyPr>
          <a:p>
            <a:pPr>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一个不含独立源的线性二端口网络可以用一个简单的二端口等效模型来代替，要注意的是：</a:t>
            </a:r>
            <a:endParaRPr lang="zh-CN" altLang="en-US" dirty="0">
              <a:solidFill>
                <a:srgbClr val="FFFF00"/>
              </a:solidFill>
              <a:latin typeface="楷体_GB2312" pitchFamily="49" charset="-122"/>
            </a:endParaRPr>
          </a:p>
        </p:txBody>
      </p:sp>
      <p:sp>
        <p:nvSpPr>
          <p:cNvPr id="38946" name="Text Box 34"/>
          <p:cNvSpPr txBox="1"/>
          <p:nvPr/>
        </p:nvSpPr>
        <p:spPr>
          <a:xfrm>
            <a:off x="684213" y="2276475"/>
            <a:ext cx="7993062" cy="1117600"/>
          </a:xfrm>
          <a:prstGeom prst="rect">
            <a:avLst/>
          </a:prstGeom>
          <a:noFill/>
          <a:ln w="9525">
            <a:noFill/>
          </a:ln>
        </p:spPr>
        <p:txBody>
          <a:bodyPr>
            <a:spAutoFit/>
          </a:bodyPr>
          <a:p>
            <a:pPr marL="342900" indent="-342900">
              <a:lnSpc>
                <a:spcPct val="120000"/>
              </a:lnSpc>
              <a:spcBef>
                <a:spcPct val="20000"/>
              </a:spcBef>
              <a:buAutoNum type="arabicPeriod"/>
            </a:pPr>
            <a:r>
              <a:rPr lang="zh-CN" altLang="en-US" dirty="0">
                <a:solidFill>
                  <a:srgbClr val="FFFF00"/>
                </a:solidFill>
                <a:latin typeface="楷体_GB2312" pitchFamily="49" charset="-122"/>
              </a:rPr>
              <a:t>等效条件：等效模型的方程与原二端口网络的方程相同。</a:t>
            </a:r>
            <a:endParaRPr lang="zh-CN" altLang="en-US" dirty="0">
              <a:solidFill>
                <a:srgbClr val="FFFF00"/>
              </a:solidFill>
              <a:latin typeface="楷体_GB2312" pitchFamily="49" charset="-122"/>
            </a:endParaRPr>
          </a:p>
        </p:txBody>
      </p:sp>
      <p:sp>
        <p:nvSpPr>
          <p:cNvPr id="38947" name="Text Box 35"/>
          <p:cNvSpPr txBox="1"/>
          <p:nvPr/>
        </p:nvSpPr>
        <p:spPr>
          <a:xfrm>
            <a:off x="684213" y="3357563"/>
            <a:ext cx="7993062" cy="1117600"/>
          </a:xfrm>
          <a:prstGeom prst="rect">
            <a:avLst/>
          </a:prstGeom>
          <a:noFill/>
          <a:ln w="9525">
            <a:noFill/>
          </a:ln>
        </p:spPr>
        <p:txBody>
          <a:bodyPr>
            <a:spAutoFit/>
          </a:bodyPr>
          <a:p>
            <a:pPr marL="342900" indent="-342900">
              <a:lnSpc>
                <a:spcPct val="120000"/>
              </a:lnSpc>
              <a:spcBef>
                <a:spcPct val="20000"/>
              </a:spcBef>
              <a:buAutoNum type="arabicPeriod" startAt="2"/>
            </a:pPr>
            <a:r>
              <a:rPr lang="zh-CN" altLang="en-US" dirty="0">
                <a:solidFill>
                  <a:srgbClr val="FFFF00"/>
                </a:solidFill>
                <a:latin typeface="楷体_GB2312" pitchFamily="49" charset="-122"/>
              </a:rPr>
              <a:t>根据不同的网络参数和方程可以得到结构完全不同的等效电路。</a:t>
            </a:r>
            <a:endParaRPr lang="zh-CN" altLang="en-US" dirty="0">
              <a:solidFill>
                <a:srgbClr val="FFFF00"/>
              </a:solidFill>
              <a:latin typeface="楷体_GB2312" pitchFamily="49" charset="-122"/>
            </a:endParaRPr>
          </a:p>
        </p:txBody>
      </p:sp>
      <p:sp>
        <p:nvSpPr>
          <p:cNvPr id="38948" name="Text Box 36"/>
          <p:cNvSpPr txBox="1"/>
          <p:nvPr/>
        </p:nvSpPr>
        <p:spPr>
          <a:xfrm>
            <a:off x="684213" y="4508500"/>
            <a:ext cx="7993062" cy="519113"/>
          </a:xfrm>
          <a:prstGeom prst="rect">
            <a:avLst/>
          </a:prstGeom>
          <a:noFill/>
          <a:ln w="9525">
            <a:noFill/>
          </a:ln>
        </p:spPr>
        <p:txBody>
          <a:bodyPr>
            <a:spAutoFit/>
          </a:bodyPr>
          <a:p>
            <a:pPr marL="342900" indent="-342900">
              <a:spcBef>
                <a:spcPct val="20000"/>
              </a:spcBef>
              <a:buAutoNum type="arabicPeriod" startAt="3"/>
            </a:pPr>
            <a:r>
              <a:rPr lang="zh-CN" altLang="en-US" dirty="0">
                <a:solidFill>
                  <a:srgbClr val="FFFF00"/>
                </a:solidFill>
                <a:latin typeface="楷体_GB2312" pitchFamily="49" charset="-122"/>
              </a:rPr>
              <a:t>等效的目的是为了分析方便。</a:t>
            </a:r>
            <a:endParaRPr lang="zh-CN" altLang="en-US" dirty="0">
              <a:solidFill>
                <a:srgbClr val="FFFF00"/>
              </a:solidFill>
              <a:latin typeface="楷体_GB2312" pitchFamily="49" charset="-122"/>
            </a:endParaRPr>
          </a:p>
        </p:txBody>
      </p:sp>
      <p:grpSp>
        <p:nvGrpSpPr>
          <p:cNvPr id="72711" name="Group 42"/>
          <p:cNvGrpSpPr/>
          <p:nvPr/>
        </p:nvGrpSpPr>
        <p:grpSpPr>
          <a:xfrm>
            <a:off x="8316913" y="6446838"/>
            <a:ext cx="792162" cy="366712"/>
            <a:chOff x="5193" y="4020"/>
            <a:chExt cx="499" cy="231"/>
          </a:xfrm>
        </p:grpSpPr>
        <p:pic>
          <p:nvPicPr>
            <p:cNvPr id="72718" name="Picture 4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2719" name="Text Box 4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2712" name="Group 45"/>
          <p:cNvGrpSpPr/>
          <p:nvPr/>
        </p:nvGrpSpPr>
        <p:grpSpPr>
          <a:xfrm>
            <a:off x="7453313" y="6446838"/>
            <a:ext cx="792162" cy="366712"/>
            <a:chOff x="4649" y="4020"/>
            <a:chExt cx="499" cy="231"/>
          </a:xfrm>
        </p:grpSpPr>
        <p:pic>
          <p:nvPicPr>
            <p:cNvPr id="72716" name="Picture 4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2717" name="Text Box 4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72713" name="Group 54"/>
          <p:cNvGrpSpPr/>
          <p:nvPr/>
        </p:nvGrpSpPr>
        <p:grpSpPr>
          <a:xfrm>
            <a:off x="6588125" y="6446838"/>
            <a:ext cx="792163" cy="366712"/>
            <a:chOff x="4649" y="4020"/>
            <a:chExt cx="499" cy="231"/>
          </a:xfrm>
        </p:grpSpPr>
        <p:pic>
          <p:nvPicPr>
            <p:cNvPr id="72714" name="Picture 55"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2715" name="Text Box 5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additive="base">
                                        <p:cTn id="7" dur="500" fill="hold"/>
                                        <p:tgtEl>
                                          <p:spTgt spid="38914"/>
                                        </p:tgtEl>
                                        <p:attrNameLst>
                                          <p:attrName>ppt_x</p:attrName>
                                        </p:attrNameLst>
                                      </p:cBhvr>
                                      <p:tavLst>
                                        <p:tav tm="0">
                                          <p:val>
                                            <p:strVal val="0-#ppt_w/2"/>
                                          </p:val>
                                        </p:tav>
                                        <p:tav tm="100000">
                                          <p:val>
                                            <p:strVal val="#ppt_x"/>
                                          </p:val>
                                        </p:tav>
                                      </p:tavLst>
                                    </p:anim>
                                    <p:anim calcmode="lin" valueType="num">
                                      <p:cBhvr additive="base">
                                        <p:cTn id="8" dur="500" fill="hold"/>
                                        <p:tgtEl>
                                          <p:spTgt spid="389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8944"/>
                                        </p:tgtEl>
                                        <p:attrNameLst>
                                          <p:attrName>style.visibility</p:attrName>
                                        </p:attrNameLst>
                                      </p:cBhvr>
                                      <p:to>
                                        <p:strVal val="visible"/>
                                      </p:to>
                                    </p:set>
                                    <p:animEffect transition="in" filter="wipe(up)">
                                      <p:cBhvr>
                                        <p:cTn id="13" dur="1000"/>
                                        <p:tgtEl>
                                          <p:spTgt spid="3894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38946"/>
                                        </p:tgtEl>
                                        <p:attrNameLst>
                                          <p:attrName>style.visibility</p:attrName>
                                        </p:attrNameLst>
                                      </p:cBhvr>
                                      <p:to>
                                        <p:strVal val="visible"/>
                                      </p:to>
                                    </p:set>
                                    <p:animEffect transition="in" filter="wipe(up)">
                                      <p:cBhvr>
                                        <p:cTn id="18" dur="1000"/>
                                        <p:tgtEl>
                                          <p:spTgt spid="3894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38947"/>
                                        </p:tgtEl>
                                        <p:attrNameLst>
                                          <p:attrName>style.visibility</p:attrName>
                                        </p:attrNameLst>
                                      </p:cBhvr>
                                      <p:to>
                                        <p:strVal val="visible"/>
                                      </p:to>
                                    </p:set>
                                    <p:animEffect transition="in" filter="wipe(up)">
                                      <p:cBhvr>
                                        <p:cTn id="23" dur="1000"/>
                                        <p:tgtEl>
                                          <p:spTgt spid="3894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8948"/>
                                        </p:tgtEl>
                                        <p:attrNameLst>
                                          <p:attrName>style.visibility</p:attrName>
                                        </p:attrNameLst>
                                      </p:cBhvr>
                                      <p:to>
                                        <p:strVal val="visible"/>
                                      </p:to>
                                    </p:set>
                                    <p:animEffect transition="in" filter="wipe(left)">
                                      <p:cBhvr>
                                        <p:cTn id="28" dur="1000"/>
                                        <p:tgtEl>
                                          <p:spTgt spid="38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44" grpId="0"/>
      <p:bldP spid="38946" grpId="0"/>
      <p:bldP spid="38947" grpId="0"/>
      <p:bldP spid="3894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25" name="Rectangle 57"/>
          <p:cNvSpPr/>
          <p:nvPr/>
        </p:nvSpPr>
        <p:spPr>
          <a:xfrm>
            <a:off x="539750" y="620713"/>
            <a:ext cx="4968875" cy="560387"/>
          </a:xfrm>
          <a:prstGeom prst="rect">
            <a:avLst/>
          </a:prstGeom>
          <a:noFill/>
          <a:ln w="9525">
            <a:noFill/>
          </a:ln>
        </p:spPr>
        <p:txBody>
          <a:bodyPr/>
          <a:p>
            <a:pPr>
              <a:spcBef>
                <a:spcPct val="20000"/>
              </a:spcBef>
            </a:pPr>
            <a:r>
              <a:rPr lang="en-US" altLang="zh-CN" sz="3200" b="0" dirty="0">
                <a:latin typeface="Times New Roman" panose="02020603050405020304" pitchFamily="18" charset="0"/>
              </a:rPr>
              <a:t>1.</a:t>
            </a:r>
            <a:r>
              <a:rPr lang="en-US" altLang="zh-CN" sz="3200" dirty="0">
                <a:latin typeface="楷体_GB2312" pitchFamily="49" charset="-122"/>
              </a:rPr>
              <a:t> </a:t>
            </a:r>
            <a:r>
              <a:rPr lang="en-US" altLang="zh-CN" sz="3200" b="0" i="1" dirty="0">
                <a:latin typeface="Times New Roman" panose="02020603050405020304" pitchFamily="18" charset="0"/>
              </a:rPr>
              <a:t>Z</a:t>
            </a:r>
            <a:r>
              <a:rPr lang="en-US" altLang="zh-CN" sz="3200" i="1" dirty="0">
                <a:latin typeface="楷体_GB2312" pitchFamily="49" charset="-122"/>
              </a:rPr>
              <a:t> </a:t>
            </a:r>
            <a:r>
              <a:rPr lang="zh-CN" altLang="en-US" sz="3200" dirty="0">
                <a:latin typeface="楷体_GB2312" pitchFamily="49" charset="-122"/>
              </a:rPr>
              <a:t>参数表示的等效电路</a:t>
            </a:r>
            <a:endParaRPr lang="zh-CN" altLang="en-US" sz="3200" dirty="0">
              <a:latin typeface="楷体_GB2312" pitchFamily="49" charset="-122"/>
            </a:endParaRPr>
          </a:p>
        </p:txBody>
      </p:sp>
      <p:graphicFrame>
        <p:nvGraphicFramePr>
          <p:cNvPr id="7226" name="Object 58"/>
          <p:cNvGraphicFramePr/>
          <p:nvPr/>
        </p:nvGraphicFramePr>
        <p:xfrm>
          <a:off x="611188" y="1484313"/>
          <a:ext cx="3744912" cy="1403350"/>
        </p:xfrm>
        <a:graphic>
          <a:graphicData uri="http://schemas.openxmlformats.org/presentationml/2006/ole">
            <mc:AlternateContent xmlns:mc="http://schemas.openxmlformats.org/markup-compatibility/2006">
              <mc:Choice xmlns:v="urn:schemas-microsoft-com:vml" Requires="v">
                <p:oleObj spid="_x0000_s3274" name="" r:id="rId1" imgW="1332865" imgH="571500" progId="Equation.3">
                  <p:embed/>
                </p:oleObj>
              </mc:Choice>
              <mc:Fallback>
                <p:oleObj name="" r:id="rId1" imgW="1332865" imgH="571500" progId="Equation.3">
                  <p:embed/>
                  <p:pic>
                    <p:nvPicPr>
                      <p:cNvPr id="0" name="图片 3273"/>
                      <p:cNvPicPr/>
                      <p:nvPr/>
                    </p:nvPicPr>
                    <p:blipFill>
                      <a:blip r:embed="rId2">
                        <a:clrChange>
                          <a:clrFrom>
                            <a:srgbClr val="000000"/>
                          </a:clrFrom>
                          <a:clrTo>
                            <a:srgbClr val="FFFFFF"/>
                          </a:clrTo>
                        </a:clrChange>
                      </a:blip>
                      <a:stretch>
                        <a:fillRect/>
                      </a:stretch>
                    </p:blipFill>
                    <p:spPr>
                      <a:xfrm>
                        <a:off x="611188" y="1484313"/>
                        <a:ext cx="3744912" cy="1403350"/>
                      </a:xfrm>
                      <a:prstGeom prst="rect">
                        <a:avLst/>
                      </a:prstGeom>
                      <a:noFill/>
                      <a:ln w="38100">
                        <a:noFill/>
                        <a:miter/>
                      </a:ln>
                    </p:spPr>
                  </p:pic>
                </p:oleObj>
              </mc:Fallback>
            </mc:AlternateContent>
          </a:graphicData>
        </a:graphic>
      </p:graphicFrame>
      <p:sp>
        <p:nvSpPr>
          <p:cNvPr id="7230" name="Text Box 62"/>
          <p:cNvSpPr txBox="1"/>
          <p:nvPr/>
        </p:nvSpPr>
        <p:spPr>
          <a:xfrm>
            <a:off x="611188" y="3141663"/>
            <a:ext cx="7489825"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方法</a:t>
            </a:r>
            <a:r>
              <a:rPr lang="en-US" altLang="zh-CN" b="0" dirty="0">
                <a:solidFill>
                  <a:srgbClr val="FFFF00"/>
                </a:solidFill>
                <a:latin typeface="Times New Roman" panose="02020603050405020304" pitchFamily="18" charset="0"/>
              </a:rPr>
              <a:t>1</a:t>
            </a:r>
            <a:r>
              <a:rPr lang="zh-CN" altLang="en-US" dirty="0">
                <a:solidFill>
                  <a:srgbClr val="FFFF00"/>
                </a:solidFill>
                <a:latin typeface="Times New Roman" panose="02020603050405020304" pitchFamily="18" charset="0"/>
              </a:rPr>
              <a:t>：直接由参数方程得到等效电路。</a:t>
            </a:r>
            <a:endParaRPr lang="zh-CN" altLang="en-US" dirty="0">
              <a:solidFill>
                <a:srgbClr val="FFFF00"/>
              </a:solidFill>
              <a:latin typeface="Times New Roman" panose="02020603050405020304" pitchFamily="18" charset="0"/>
            </a:endParaRPr>
          </a:p>
        </p:txBody>
      </p:sp>
      <p:grpSp>
        <p:nvGrpSpPr>
          <p:cNvPr id="29711" name="Group 101"/>
          <p:cNvGrpSpPr/>
          <p:nvPr/>
        </p:nvGrpSpPr>
        <p:grpSpPr>
          <a:xfrm>
            <a:off x="8316913" y="6446838"/>
            <a:ext cx="792162" cy="366712"/>
            <a:chOff x="5193" y="4020"/>
            <a:chExt cx="499" cy="231"/>
          </a:xfrm>
        </p:grpSpPr>
        <p:pic>
          <p:nvPicPr>
            <p:cNvPr id="29761" name="Picture 102"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29762" name="Text Box 10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29712" name="Group 104"/>
          <p:cNvGrpSpPr/>
          <p:nvPr/>
        </p:nvGrpSpPr>
        <p:grpSpPr>
          <a:xfrm>
            <a:off x="7453313" y="6446838"/>
            <a:ext cx="792162" cy="366712"/>
            <a:chOff x="4649" y="4020"/>
            <a:chExt cx="499" cy="231"/>
          </a:xfrm>
        </p:grpSpPr>
        <p:pic>
          <p:nvPicPr>
            <p:cNvPr id="29759" name="Picture 105"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29760" name="Text Box 10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190"/>
          <p:cNvGrpSpPr/>
          <p:nvPr/>
        </p:nvGrpSpPr>
        <p:grpSpPr>
          <a:xfrm>
            <a:off x="1692275" y="3729038"/>
            <a:ext cx="4714875" cy="2219325"/>
            <a:chOff x="1066" y="2349"/>
            <a:chExt cx="2970" cy="1398"/>
          </a:xfrm>
        </p:grpSpPr>
        <p:sp>
          <p:nvSpPr>
            <p:cNvPr id="29734" name="Line 160"/>
            <p:cNvSpPr/>
            <p:nvPr/>
          </p:nvSpPr>
          <p:spPr>
            <a:xfrm rot="-5400000">
              <a:off x="3333" y="2214"/>
              <a:ext cx="0" cy="1089"/>
            </a:xfrm>
            <a:prstGeom prst="line">
              <a:avLst/>
            </a:prstGeom>
            <a:ln w="28575" cap="flat" cmpd="sng">
              <a:solidFill>
                <a:srgbClr val="FFCC00"/>
              </a:solidFill>
              <a:prstDash val="solid"/>
              <a:headEnd type="none" w="med" len="med"/>
              <a:tailEnd type="none" w="med" len="med"/>
            </a:ln>
          </p:spPr>
        </p:sp>
        <p:sp>
          <p:nvSpPr>
            <p:cNvPr id="29735" name="Line 145"/>
            <p:cNvSpPr/>
            <p:nvPr/>
          </p:nvSpPr>
          <p:spPr>
            <a:xfrm rot="-5400000">
              <a:off x="1747" y="2268"/>
              <a:ext cx="0" cy="998"/>
            </a:xfrm>
            <a:prstGeom prst="line">
              <a:avLst/>
            </a:prstGeom>
            <a:ln w="28575" cap="flat" cmpd="sng">
              <a:solidFill>
                <a:srgbClr val="FFCC00"/>
              </a:solidFill>
              <a:prstDash val="solid"/>
              <a:headEnd type="none" w="med" len="med"/>
              <a:tailEnd type="none" w="med" len="med"/>
            </a:ln>
          </p:spPr>
        </p:sp>
        <p:sp>
          <p:nvSpPr>
            <p:cNvPr id="29736" name="AutoShape 132"/>
            <p:cNvSpPr/>
            <p:nvPr/>
          </p:nvSpPr>
          <p:spPr>
            <a:xfrm>
              <a:off x="2557" y="3084"/>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37" name="AutoShape 133"/>
            <p:cNvSpPr/>
            <p:nvPr/>
          </p:nvSpPr>
          <p:spPr>
            <a:xfrm>
              <a:off x="2019" y="3084"/>
              <a:ext cx="454"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29703" name="Object 134"/>
            <p:cNvGraphicFramePr/>
            <p:nvPr/>
          </p:nvGraphicFramePr>
          <p:xfrm>
            <a:off x="1338" y="2396"/>
            <a:ext cx="208" cy="370"/>
          </p:xfrm>
          <a:graphic>
            <a:graphicData uri="http://schemas.openxmlformats.org/presentationml/2006/ole">
              <mc:AlternateContent xmlns:mc="http://schemas.openxmlformats.org/markup-compatibility/2006">
                <mc:Choice xmlns:v="urn:schemas-microsoft-com:vml" Requires="v">
                  <p:oleObj spid="_x0000_s3273" name="" r:id="rId4" imgW="165100" imgH="291465" progId="Equation.3">
                    <p:embed/>
                  </p:oleObj>
                </mc:Choice>
                <mc:Fallback>
                  <p:oleObj name="" r:id="rId4" imgW="165100" imgH="291465" progId="Equation.3">
                    <p:embed/>
                    <p:pic>
                      <p:nvPicPr>
                        <p:cNvPr id="0" name="图片 3272"/>
                        <p:cNvPicPr/>
                        <p:nvPr/>
                      </p:nvPicPr>
                      <p:blipFill>
                        <a:blip r:embed="rId5">
                          <a:clrChange>
                            <a:clrFrom>
                              <a:srgbClr val="000000"/>
                            </a:clrFrom>
                            <a:clrTo>
                              <a:srgbClr val="FFFFFF"/>
                            </a:clrTo>
                          </a:clrChange>
                        </a:blip>
                        <a:stretch>
                          <a:fillRect/>
                        </a:stretch>
                      </p:blipFill>
                      <p:spPr>
                        <a:xfrm>
                          <a:off x="1338" y="2396"/>
                          <a:ext cx="208" cy="370"/>
                        </a:xfrm>
                        <a:prstGeom prst="rect">
                          <a:avLst/>
                        </a:prstGeom>
                        <a:noFill/>
                        <a:ln w="38100">
                          <a:noFill/>
                          <a:miter/>
                        </a:ln>
                      </p:spPr>
                    </p:pic>
                  </p:oleObj>
                </mc:Fallback>
              </mc:AlternateContent>
            </a:graphicData>
          </a:graphic>
        </p:graphicFrame>
        <p:graphicFrame>
          <p:nvGraphicFramePr>
            <p:cNvPr id="29704" name="Object 135"/>
            <p:cNvGraphicFramePr/>
            <p:nvPr/>
          </p:nvGraphicFramePr>
          <p:xfrm>
            <a:off x="3516" y="2349"/>
            <a:ext cx="240" cy="370"/>
          </p:xfrm>
          <a:graphic>
            <a:graphicData uri="http://schemas.openxmlformats.org/presentationml/2006/ole">
              <mc:AlternateContent xmlns:mc="http://schemas.openxmlformats.org/markup-compatibility/2006">
                <mc:Choice xmlns:v="urn:schemas-microsoft-com:vml" Requires="v">
                  <p:oleObj spid="_x0000_s3276" name="" r:id="rId6" imgW="190500" imgH="292100" progId="Equation.3">
                    <p:embed/>
                  </p:oleObj>
                </mc:Choice>
                <mc:Fallback>
                  <p:oleObj name="" r:id="rId6" imgW="190500" imgH="292100" progId="Equation.3">
                    <p:embed/>
                    <p:pic>
                      <p:nvPicPr>
                        <p:cNvPr id="0" name="图片 3275"/>
                        <p:cNvPicPr/>
                        <p:nvPr/>
                      </p:nvPicPr>
                      <p:blipFill>
                        <a:blip r:embed="rId7">
                          <a:clrChange>
                            <a:clrFrom>
                              <a:srgbClr val="000000"/>
                            </a:clrFrom>
                            <a:clrTo>
                              <a:srgbClr val="FFFFFF"/>
                            </a:clrTo>
                          </a:clrChange>
                        </a:blip>
                        <a:stretch>
                          <a:fillRect/>
                        </a:stretch>
                      </p:blipFill>
                      <p:spPr>
                        <a:xfrm>
                          <a:off x="3516" y="2349"/>
                          <a:ext cx="240" cy="370"/>
                        </a:xfrm>
                        <a:prstGeom prst="rect">
                          <a:avLst/>
                        </a:prstGeom>
                        <a:noFill/>
                        <a:ln w="38100">
                          <a:noFill/>
                          <a:miter/>
                        </a:ln>
                      </p:spPr>
                    </p:pic>
                  </p:oleObj>
                </mc:Fallback>
              </mc:AlternateContent>
            </a:graphicData>
          </a:graphic>
        </p:graphicFrame>
        <p:sp>
          <p:nvSpPr>
            <p:cNvPr id="29738" name="Line 136"/>
            <p:cNvSpPr/>
            <p:nvPr/>
          </p:nvSpPr>
          <p:spPr>
            <a:xfrm>
              <a:off x="1217" y="3717"/>
              <a:ext cx="2625" cy="1"/>
            </a:xfrm>
            <a:prstGeom prst="line">
              <a:avLst/>
            </a:prstGeom>
            <a:ln w="28575" cap="flat" cmpd="sng">
              <a:solidFill>
                <a:srgbClr val="FFCC00"/>
              </a:solidFill>
              <a:prstDash val="solid"/>
              <a:headEnd type="none" w="med" len="med"/>
              <a:tailEnd type="none" w="med" len="med"/>
            </a:ln>
          </p:spPr>
        </p:sp>
        <p:sp>
          <p:nvSpPr>
            <p:cNvPr id="29739" name="Line 137"/>
            <p:cNvSpPr/>
            <p:nvPr/>
          </p:nvSpPr>
          <p:spPr>
            <a:xfrm>
              <a:off x="1292" y="2768"/>
              <a:ext cx="294" cy="0"/>
            </a:xfrm>
            <a:prstGeom prst="line">
              <a:avLst/>
            </a:prstGeom>
            <a:ln w="28575" cap="flat" cmpd="sng">
              <a:solidFill>
                <a:srgbClr val="00FFFF"/>
              </a:solidFill>
              <a:prstDash val="solid"/>
              <a:headEnd type="none" w="med" len="med"/>
              <a:tailEnd type="triangle" w="med" len="med"/>
            </a:ln>
          </p:spPr>
        </p:sp>
        <p:sp>
          <p:nvSpPr>
            <p:cNvPr id="29740" name="Text Box 138"/>
            <p:cNvSpPr txBox="1"/>
            <p:nvPr/>
          </p:nvSpPr>
          <p:spPr>
            <a:xfrm>
              <a:off x="1067" y="280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9741" name="Text Box 139"/>
            <p:cNvSpPr txBox="1"/>
            <p:nvPr/>
          </p:nvSpPr>
          <p:spPr>
            <a:xfrm>
              <a:off x="1084" y="341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9742" name="Line 140"/>
            <p:cNvSpPr/>
            <p:nvPr/>
          </p:nvSpPr>
          <p:spPr>
            <a:xfrm flipH="1">
              <a:off x="3470" y="2759"/>
              <a:ext cx="294" cy="0"/>
            </a:xfrm>
            <a:prstGeom prst="line">
              <a:avLst/>
            </a:prstGeom>
            <a:ln w="28575" cap="flat" cmpd="sng">
              <a:solidFill>
                <a:srgbClr val="00FFFF"/>
              </a:solidFill>
              <a:prstDash val="solid"/>
              <a:headEnd type="none" w="med" len="med"/>
              <a:tailEnd type="triangle" w="med" len="med"/>
            </a:ln>
          </p:spPr>
        </p:sp>
        <p:sp>
          <p:nvSpPr>
            <p:cNvPr id="29743" name="Text Box 141"/>
            <p:cNvSpPr txBox="1"/>
            <p:nvPr/>
          </p:nvSpPr>
          <p:spPr>
            <a:xfrm>
              <a:off x="3749" y="280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9744" name="Text Box 142"/>
            <p:cNvSpPr txBox="1"/>
            <p:nvPr/>
          </p:nvSpPr>
          <p:spPr>
            <a:xfrm>
              <a:off x="3754" y="341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9705" name="Object 143"/>
            <p:cNvGraphicFramePr/>
            <p:nvPr/>
          </p:nvGraphicFramePr>
          <p:xfrm>
            <a:off x="1066" y="3043"/>
            <a:ext cx="272" cy="370"/>
          </p:xfrm>
          <a:graphic>
            <a:graphicData uri="http://schemas.openxmlformats.org/presentationml/2006/ole">
              <mc:AlternateContent xmlns:mc="http://schemas.openxmlformats.org/markup-compatibility/2006">
                <mc:Choice xmlns:v="urn:schemas-microsoft-com:vml" Requires="v">
                  <p:oleObj spid="_x0000_s3275" name="" r:id="rId8" imgW="215900" imgH="291465" progId="Equation.3">
                    <p:embed/>
                  </p:oleObj>
                </mc:Choice>
                <mc:Fallback>
                  <p:oleObj name="" r:id="rId8" imgW="215900" imgH="291465" progId="Equation.3">
                    <p:embed/>
                    <p:pic>
                      <p:nvPicPr>
                        <p:cNvPr id="0" name="图片 3274"/>
                        <p:cNvPicPr/>
                        <p:nvPr/>
                      </p:nvPicPr>
                      <p:blipFill>
                        <a:blip r:embed="rId9">
                          <a:clrChange>
                            <a:clrFrom>
                              <a:srgbClr val="000000"/>
                            </a:clrFrom>
                            <a:clrTo>
                              <a:srgbClr val="FFFFFF"/>
                            </a:clrTo>
                          </a:clrChange>
                        </a:blip>
                        <a:stretch>
                          <a:fillRect/>
                        </a:stretch>
                      </p:blipFill>
                      <p:spPr>
                        <a:xfrm>
                          <a:off x="1066" y="3043"/>
                          <a:ext cx="272" cy="370"/>
                        </a:xfrm>
                        <a:prstGeom prst="rect">
                          <a:avLst/>
                        </a:prstGeom>
                        <a:noFill/>
                        <a:ln w="38100">
                          <a:noFill/>
                          <a:miter/>
                        </a:ln>
                      </p:spPr>
                    </p:pic>
                  </p:oleObj>
                </mc:Fallback>
              </mc:AlternateContent>
            </a:graphicData>
          </a:graphic>
        </p:graphicFrame>
        <p:graphicFrame>
          <p:nvGraphicFramePr>
            <p:cNvPr id="29706" name="Object 144"/>
            <p:cNvGraphicFramePr/>
            <p:nvPr/>
          </p:nvGraphicFramePr>
          <p:xfrm>
            <a:off x="3732" y="3055"/>
            <a:ext cx="304" cy="370"/>
          </p:xfrm>
          <a:graphic>
            <a:graphicData uri="http://schemas.openxmlformats.org/presentationml/2006/ole">
              <mc:AlternateContent xmlns:mc="http://schemas.openxmlformats.org/markup-compatibility/2006">
                <mc:Choice xmlns:v="urn:schemas-microsoft-com:vml" Requires="v">
                  <p:oleObj spid="_x0000_s3282" name="" r:id="rId10" imgW="241300" imgH="292100" progId="Equation.3">
                    <p:embed/>
                  </p:oleObj>
                </mc:Choice>
                <mc:Fallback>
                  <p:oleObj name="" r:id="rId10" imgW="241300" imgH="292100" progId="Equation.3">
                    <p:embed/>
                    <p:pic>
                      <p:nvPicPr>
                        <p:cNvPr id="0" name="图片 3281"/>
                        <p:cNvPicPr/>
                        <p:nvPr/>
                      </p:nvPicPr>
                      <p:blipFill>
                        <a:blip r:embed="rId11">
                          <a:clrChange>
                            <a:clrFrom>
                              <a:srgbClr val="000000"/>
                            </a:clrFrom>
                            <a:clrTo>
                              <a:srgbClr val="FFFFFF"/>
                            </a:clrTo>
                          </a:clrChange>
                        </a:blip>
                        <a:stretch>
                          <a:fillRect/>
                        </a:stretch>
                      </p:blipFill>
                      <p:spPr>
                        <a:xfrm>
                          <a:off x="3732" y="3055"/>
                          <a:ext cx="304" cy="370"/>
                        </a:xfrm>
                        <a:prstGeom prst="rect">
                          <a:avLst/>
                        </a:prstGeom>
                        <a:noFill/>
                        <a:ln w="38100">
                          <a:noFill/>
                          <a:miter/>
                        </a:ln>
                      </p:spPr>
                    </p:pic>
                  </p:oleObj>
                </mc:Fallback>
              </mc:AlternateContent>
            </a:graphicData>
          </a:graphic>
        </p:graphicFrame>
        <p:sp>
          <p:nvSpPr>
            <p:cNvPr id="29745" name="Line 146"/>
            <p:cNvSpPr/>
            <p:nvPr/>
          </p:nvSpPr>
          <p:spPr>
            <a:xfrm>
              <a:off x="2246" y="2758"/>
              <a:ext cx="1" cy="953"/>
            </a:xfrm>
            <a:prstGeom prst="line">
              <a:avLst/>
            </a:prstGeom>
            <a:ln w="28575" cap="flat" cmpd="sng">
              <a:solidFill>
                <a:srgbClr val="FFCC00"/>
              </a:solidFill>
              <a:prstDash val="solid"/>
              <a:headEnd type="none" w="med" len="med"/>
              <a:tailEnd type="oval" w="med" len="med"/>
            </a:ln>
          </p:spPr>
        </p:sp>
        <p:sp>
          <p:nvSpPr>
            <p:cNvPr id="29746" name="Oval 147"/>
            <p:cNvSpPr/>
            <p:nvPr/>
          </p:nvSpPr>
          <p:spPr>
            <a:xfrm>
              <a:off x="1179" y="274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47" name="Oval 148"/>
            <p:cNvSpPr/>
            <p:nvPr/>
          </p:nvSpPr>
          <p:spPr>
            <a:xfrm>
              <a:off x="1158" y="367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48" name="Oval 149"/>
            <p:cNvSpPr/>
            <p:nvPr/>
          </p:nvSpPr>
          <p:spPr>
            <a:xfrm>
              <a:off x="3874" y="272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49" name="Oval 150"/>
            <p:cNvSpPr/>
            <p:nvPr/>
          </p:nvSpPr>
          <p:spPr>
            <a:xfrm>
              <a:off x="3840" y="367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50" name="Rectangle 151"/>
            <p:cNvSpPr/>
            <p:nvPr/>
          </p:nvSpPr>
          <p:spPr>
            <a:xfrm>
              <a:off x="2881" y="2404"/>
              <a:ext cx="60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22</a:t>
              </a:r>
              <a:endParaRPr lang="en-US" altLang="zh-CN" b="0" dirty="0">
                <a:latin typeface="Times New Roman" panose="02020603050405020304" pitchFamily="18" charset="0"/>
                <a:ea typeface="宋体" panose="02010600030101010101" pitchFamily="2" charset="-122"/>
              </a:endParaRPr>
            </a:p>
          </p:txBody>
        </p:sp>
        <p:sp>
          <p:nvSpPr>
            <p:cNvPr id="29751" name="Line 152"/>
            <p:cNvSpPr/>
            <p:nvPr/>
          </p:nvSpPr>
          <p:spPr>
            <a:xfrm flipH="1">
              <a:off x="2783" y="2758"/>
              <a:ext cx="0" cy="952"/>
            </a:xfrm>
            <a:prstGeom prst="line">
              <a:avLst/>
            </a:prstGeom>
            <a:ln w="28575" cap="flat" cmpd="sng">
              <a:solidFill>
                <a:srgbClr val="FFCC00"/>
              </a:solidFill>
              <a:prstDash val="solid"/>
              <a:headEnd type="none" w="med" len="med"/>
              <a:tailEnd type="oval" w="med" len="med"/>
            </a:ln>
          </p:spPr>
        </p:sp>
        <p:graphicFrame>
          <p:nvGraphicFramePr>
            <p:cNvPr id="29707" name="Object 153"/>
            <p:cNvGraphicFramePr/>
            <p:nvPr/>
          </p:nvGraphicFramePr>
          <p:xfrm>
            <a:off x="3017" y="2993"/>
            <a:ext cx="467" cy="416"/>
          </p:xfrm>
          <a:graphic>
            <a:graphicData uri="http://schemas.openxmlformats.org/presentationml/2006/ole">
              <mc:AlternateContent xmlns:mc="http://schemas.openxmlformats.org/markup-compatibility/2006">
                <mc:Choice xmlns:v="urn:schemas-microsoft-com:vml" Requires="v">
                  <p:oleObj spid="_x0000_s3277" name="" r:id="rId12" imgW="368300" imgH="330200" progId="Equation.3">
                    <p:embed/>
                  </p:oleObj>
                </mc:Choice>
                <mc:Fallback>
                  <p:oleObj name="" r:id="rId12" imgW="368300" imgH="330200" progId="Equation.3">
                    <p:embed/>
                    <p:pic>
                      <p:nvPicPr>
                        <p:cNvPr id="0" name="图片 3276"/>
                        <p:cNvPicPr/>
                        <p:nvPr/>
                      </p:nvPicPr>
                      <p:blipFill>
                        <a:blip r:embed="rId13">
                          <a:clrChange>
                            <a:clrFrom>
                              <a:srgbClr val="000000"/>
                            </a:clrFrom>
                            <a:clrTo>
                              <a:srgbClr val="FFFFFF"/>
                            </a:clrTo>
                          </a:clrChange>
                        </a:blip>
                        <a:stretch>
                          <a:fillRect/>
                        </a:stretch>
                      </p:blipFill>
                      <p:spPr>
                        <a:xfrm>
                          <a:off x="3017" y="2993"/>
                          <a:ext cx="467" cy="416"/>
                        </a:xfrm>
                        <a:prstGeom prst="rect">
                          <a:avLst/>
                        </a:prstGeom>
                        <a:noFill/>
                        <a:ln w="38100">
                          <a:noFill/>
                          <a:miter/>
                        </a:ln>
                      </p:spPr>
                    </p:pic>
                  </p:oleObj>
                </mc:Fallback>
              </mc:AlternateContent>
            </a:graphicData>
          </a:graphic>
        </p:graphicFrame>
        <p:sp>
          <p:nvSpPr>
            <p:cNvPr id="29752" name="Text Box 154"/>
            <p:cNvSpPr txBox="1"/>
            <p:nvPr/>
          </p:nvSpPr>
          <p:spPr>
            <a:xfrm>
              <a:off x="2045" y="280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9753" name="Text Box 155"/>
            <p:cNvSpPr txBox="1"/>
            <p:nvPr/>
          </p:nvSpPr>
          <p:spPr>
            <a:xfrm>
              <a:off x="1974" y="335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9708" name="Object 156"/>
            <p:cNvGraphicFramePr/>
            <p:nvPr/>
          </p:nvGraphicFramePr>
          <p:xfrm>
            <a:off x="1520" y="2993"/>
            <a:ext cx="498" cy="417"/>
          </p:xfrm>
          <a:graphic>
            <a:graphicData uri="http://schemas.openxmlformats.org/presentationml/2006/ole">
              <mc:AlternateContent xmlns:mc="http://schemas.openxmlformats.org/markup-compatibility/2006">
                <mc:Choice xmlns:v="urn:schemas-microsoft-com:vml" Requires="v">
                  <p:oleObj spid="_x0000_s3281" name="" r:id="rId14" imgW="393700" imgH="330200" progId="Equation.3">
                    <p:embed/>
                  </p:oleObj>
                </mc:Choice>
                <mc:Fallback>
                  <p:oleObj name="" r:id="rId14" imgW="393700" imgH="330200" progId="Equation.3">
                    <p:embed/>
                    <p:pic>
                      <p:nvPicPr>
                        <p:cNvPr id="0" name="图片 3280"/>
                        <p:cNvPicPr/>
                        <p:nvPr/>
                      </p:nvPicPr>
                      <p:blipFill>
                        <a:blip r:embed="rId15">
                          <a:clrChange>
                            <a:clrFrom>
                              <a:srgbClr val="000000"/>
                            </a:clrFrom>
                            <a:clrTo>
                              <a:srgbClr val="FFFFFF"/>
                            </a:clrTo>
                          </a:clrChange>
                        </a:blip>
                        <a:stretch>
                          <a:fillRect/>
                        </a:stretch>
                      </p:blipFill>
                      <p:spPr>
                        <a:xfrm>
                          <a:off x="1520" y="2993"/>
                          <a:ext cx="498" cy="417"/>
                        </a:xfrm>
                        <a:prstGeom prst="rect">
                          <a:avLst/>
                        </a:prstGeom>
                        <a:noFill/>
                        <a:ln w="38100">
                          <a:noFill/>
                          <a:miter/>
                        </a:ln>
                      </p:spPr>
                    </p:pic>
                  </p:oleObj>
                </mc:Fallback>
              </mc:AlternateContent>
            </a:graphicData>
          </a:graphic>
        </p:graphicFrame>
        <p:sp>
          <p:nvSpPr>
            <p:cNvPr id="29754" name="Text Box 157"/>
            <p:cNvSpPr txBox="1"/>
            <p:nvPr/>
          </p:nvSpPr>
          <p:spPr>
            <a:xfrm>
              <a:off x="2795" y="284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9755" name="Text Box 158"/>
            <p:cNvSpPr txBox="1"/>
            <p:nvPr/>
          </p:nvSpPr>
          <p:spPr>
            <a:xfrm>
              <a:off x="2794" y="338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29756" name="Rectangle 159"/>
            <p:cNvSpPr/>
            <p:nvPr/>
          </p:nvSpPr>
          <p:spPr>
            <a:xfrm>
              <a:off x="1519" y="2396"/>
              <a:ext cx="621"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11</a:t>
              </a:r>
              <a:endParaRPr lang="en-US" altLang="zh-CN" b="0" dirty="0">
                <a:latin typeface="Times New Roman" panose="02020603050405020304" pitchFamily="18" charset="0"/>
                <a:ea typeface="宋体" panose="02010600030101010101" pitchFamily="2" charset="-122"/>
              </a:endParaRPr>
            </a:p>
          </p:txBody>
        </p:sp>
        <p:sp>
          <p:nvSpPr>
            <p:cNvPr id="29757" name="Rectangle 161"/>
            <p:cNvSpPr/>
            <p:nvPr/>
          </p:nvSpPr>
          <p:spPr>
            <a:xfrm>
              <a:off x="3062" y="270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58" name="Rectangle 162"/>
            <p:cNvSpPr/>
            <p:nvPr/>
          </p:nvSpPr>
          <p:spPr>
            <a:xfrm>
              <a:off x="1611" y="269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29714" name="Group 166"/>
          <p:cNvGrpSpPr/>
          <p:nvPr/>
        </p:nvGrpSpPr>
        <p:grpSpPr>
          <a:xfrm>
            <a:off x="6588125" y="6446838"/>
            <a:ext cx="792163" cy="366712"/>
            <a:chOff x="4649" y="4020"/>
            <a:chExt cx="499" cy="231"/>
          </a:xfrm>
        </p:grpSpPr>
        <p:pic>
          <p:nvPicPr>
            <p:cNvPr id="29732" name="Picture 167"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29733" name="Text Box 16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6" name="Group 169"/>
          <p:cNvGrpSpPr/>
          <p:nvPr/>
        </p:nvGrpSpPr>
        <p:grpSpPr>
          <a:xfrm>
            <a:off x="4859338" y="1052513"/>
            <a:ext cx="3695700" cy="1885950"/>
            <a:chOff x="3007" y="382"/>
            <a:chExt cx="2328" cy="1188"/>
          </a:xfrm>
        </p:grpSpPr>
        <p:sp>
          <p:nvSpPr>
            <p:cNvPr id="29716" name="Line 170"/>
            <p:cNvSpPr/>
            <p:nvPr/>
          </p:nvSpPr>
          <p:spPr>
            <a:xfrm>
              <a:off x="4409" y="755"/>
              <a:ext cx="742" cy="1"/>
            </a:xfrm>
            <a:prstGeom prst="line">
              <a:avLst/>
            </a:prstGeom>
            <a:ln w="28575" cap="flat" cmpd="sng">
              <a:solidFill>
                <a:srgbClr val="FFCC00"/>
              </a:solidFill>
              <a:prstDash val="solid"/>
              <a:headEnd type="none" w="med" len="med"/>
              <a:tailEnd type="none" w="med" len="med"/>
            </a:ln>
          </p:spPr>
        </p:sp>
        <p:sp>
          <p:nvSpPr>
            <p:cNvPr id="29717" name="Line 171"/>
            <p:cNvSpPr/>
            <p:nvPr/>
          </p:nvSpPr>
          <p:spPr>
            <a:xfrm>
              <a:off x="4409" y="1451"/>
              <a:ext cx="742" cy="1"/>
            </a:xfrm>
            <a:prstGeom prst="line">
              <a:avLst/>
            </a:prstGeom>
            <a:ln w="28575" cap="flat" cmpd="sng">
              <a:solidFill>
                <a:srgbClr val="FFCC00"/>
              </a:solidFill>
              <a:prstDash val="solid"/>
              <a:headEnd type="none" w="med" len="med"/>
              <a:tailEnd type="none" w="med" len="med"/>
            </a:ln>
          </p:spPr>
        </p:sp>
        <p:sp>
          <p:nvSpPr>
            <p:cNvPr id="29718" name="Line 172"/>
            <p:cNvSpPr/>
            <p:nvPr/>
          </p:nvSpPr>
          <p:spPr>
            <a:xfrm flipH="1">
              <a:off x="4649" y="754"/>
              <a:ext cx="294" cy="0"/>
            </a:xfrm>
            <a:prstGeom prst="line">
              <a:avLst/>
            </a:prstGeom>
            <a:ln w="28575" cap="flat" cmpd="sng">
              <a:solidFill>
                <a:srgbClr val="00FFFF"/>
              </a:solidFill>
              <a:prstDash val="solid"/>
              <a:headEnd type="none" w="med" len="med"/>
              <a:tailEnd type="triangle" w="med" len="med"/>
            </a:ln>
          </p:spPr>
        </p:sp>
        <p:sp>
          <p:nvSpPr>
            <p:cNvPr id="29719" name="Text Box 173"/>
            <p:cNvSpPr txBox="1"/>
            <p:nvPr/>
          </p:nvSpPr>
          <p:spPr>
            <a:xfrm>
              <a:off x="5024" y="70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9720" name="Text Box 174"/>
            <p:cNvSpPr txBox="1"/>
            <p:nvPr/>
          </p:nvSpPr>
          <p:spPr>
            <a:xfrm>
              <a:off x="5017" y="118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9699" name="Object 175"/>
            <p:cNvGraphicFramePr/>
            <p:nvPr/>
          </p:nvGraphicFramePr>
          <p:xfrm>
            <a:off x="4703" y="382"/>
            <a:ext cx="240" cy="370"/>
          </p:xfrm>
          <a:graphic>
            <a:graphicData uri="http://schemas.openxmlformats.org/presentationml/2006/ole">
              <mc:AlternateContent xmlns:mc="http://schemas.openxmlformats.org/markup-compatibility/2006">
                <mc:Choice xmlns:v="urn:schemas-microsoft-com:vml" Requires="v">
                  <p:oleObj spid="_x0000_s3278" name="" r:id="rId16" imgW="190500" imgH="292100" progId="Equation.3">
                    <p:embed/>
                  </p:oleObj>
                </mc:Choice>
                <mc:Fallback>
                  <p:oleObj name="" r:id="rId16" imgW="190500" imgH="292100" progId="Equation.3">
                    <p:embed/>
                    <p:pic>
                      <p:nvPicPr>
                        <p:cNvPr id="0" name="图片 3277"/>
                        <p:cNvPicPr/>
                        <p:nvPr/>
                      </p:nvPicPr>
                      <p:blipFill>
                        <a:blip r:embed="rId17">
                          <a:clrChange>
                            <a:clrFrom>
                              <a:srgbClr val="000000"/>
                            </a:clrFrom>
                            <a:clrTo>
                              <a:srgbClr val="FFFFFF"/>
                            </a:clrTo>
                          </a:clrChange>
                        </a:blip>
                        <a:stretch>
                          <a:fillRect/>
                        </a:stretch>
                      </p:blipFill>
                      <p:spPr>
                        <a:xfrm>
                          <a:off x="4703" y="382"/>
                          <a:ext cx="240" cy="370"/>
                        </a:xfrm>
                        <a:prstGeom prst="rect">
                          <a:avLst/>
                        </a:prstGeom>
                        <a:noFill/>
                        <a:ln w="38100">
                          <a:noFill/>
                          <a:miter/>
                        </a:ln>
                      </p:spPr>
                    </p:pic>
                  </p:oleObj>
                </mc:Fallback>
              </mc:AlternateContent>
            </a:graphicData>
          </a:graphic>
        </p:graphicFrame>
        <p:graphicFrame>
          <p:nvGraphicFramePr>
            <p:cNvPr id="29700" name="Object 176"/>
            <p:cNvGraphicFramePr/>
            <p:nvPr/>
          </p:nvGraphicFramePr>
          <p:xfrm>
            <a:off x="5031" y="890"/>
            <a:ext cx="304" cy="370"/>
          </p:xfrm>
          <a:graphic>
            <a:graphicData uri="http://schemas.openxmlformats.org/presentationml/2006/ole">
              <mc:AlternateContent xmlns:mc="http://schemas.openxmlformats.org/markup-compatibility/2006">
                <mc:Choice xmlns:v="urn:schemas-microsoft-com:vml" Requires="v">
                  <p:oleObj spid="_x0000_s3280" name="" r:id="rId18" imgW="241300" imgH="292100" progId="Equation.3">
                    <p:embed/>
                  </p:oleObj>
                </mc:Choice>
                <mc:Fallback>
                  <p:oleObj name="" r:id="rId18" imgW="241300" imgH="292100" progId="Equation.3">
                    <p:embed/>
                    <p:pic>
                      <p:nvPicPr>
                        <p:cNvPr id="0" name="图片 3279"/>
                        <p:cNvPicPr/>
                        <p:nvPr/>
                      </p:nvPicPr>
                      <p:blipFill>
                        <a:blip r:embed="rId19">
                          <a:clrChange>
                            <a:clrFrom>
                              <a:srgbClr val="000000"/>
                            </a:clrFrom>
                            <a:clrTo>
                              <a:srgbClr val="FFFFFF"/>
                            </a:clrTo>
                          </a:clrChange>
                        </a:blip>
                        <a:stretch>
                          <a:fillRect/>
                        </a:stretch>
                      </p:blipFill>
                      <p:spPr>
                        <a:xfrm>
                          <a:off x="5031" y="890"/>
                          <a:ext cx="304" cy="370"/>
                        </a:xfrm>
                        <a:prstGeom prst="rect">
                          <a:avLst/>
                        </a:prstGeom>
                        <a:noFill/>
                        <a:ln w="38100">
                          <a:noFill/>
                          <a:miter/>
                        </a:ln>
                      </p:spPr>
                    </p:pic>
                  </p:oleObj>
                </mc:Fallback>
              </mc:AlternateContent>
            </a:graphicData>
          </a:graphic>
        </p:graphicFrame>
        <p:sp>
          <p:nvSpPr>
            <p:cNvPr id="29721" name="Line 177"/>
            <p:cNvSpPr/>
            <p:nvPr/>
          </p:nvSpPr>
          <p:spPr>
            <a:xfrm>
              <a:off x="3077" y="760"/>
              <a:ext cx="742" cy="1"/>
            </a:xfrm>
            <a:prstGeom prst="line">
              <a:avLst/>
            </a:prstGeom>
            <a:ln w="28575" cap="flat" cmpd="sng">
              <a:solidFill>
                <a:srgbClr val="FFCC00"/>
              </a:solidFill>
              <a:prstDash val="solid"/>
              <a:headEnd type="none" w="med" len="med"/>
              <a:tailEnd type="none" w="med" len="med"/>
            </a:ln>
          </p:spPr>
        </p:sp>
        <p:sp>
          <p:nvSpPr>
            <p:cNvPr id="29722" name="Line 178"/>
            <p:cNvSpPr/>
            <p:nvPr/>
          </p:nvSpPr>
          <p:spPr>
            <a:xfrm>
              <a:off x="3093" y="1435"/>
              <a:ext cx="726" cy="5"/>
            </a:xfrm>
            <a:prstGeom prst="line">
              <a:avLst/>
            </a:prstGeom>
            <a:ln w="28575" cap="flat" cmpd="sng">
              <a:solidFill>
                <a:srgbClr val="FFCC00"/>
              </a:solidFill>
              <a:prstDash val="solid"/>
              <a:headEnd type="none" w="med" len="med"/>
              <a:tailEnd type="none" w="med" len="med"/>
            </a:ln>
          </p:spPr>
        </p:sp>
        <p:sp>
          <p:nvSpPr>
            <p:cNvPr id="29723" name="Line 179"/>
            <p:cNvSpPr/>
            <p:nvPr/>
          </p:nvSpPr>
          <p:spPr>
            <a:xfrm>
              <a:off x="3198" y="754"/>
              <a:ext cx="294" cy="0"/>
            </a:xfrm>
            <a:prstGeom prst="line">
              <a:avLst/>
            </a:prstGeom>
            <a:ln w="28575" cap="flat" cmpd="sng">
              <a:solidFill>
                <a:srgbClr val="00FFFF"/>
              </a:solidFill>
              <a:prstDash val="solid"/>
              <a:headEnd type="none" w="med" len="med"/>
              <a:tailEnd type="triangle" w="med" len="med"/>
            </a:ln>
          </p:spPr>
        </p:sp>
        <p:sp>
          <p:nvSpPr>
            <p:cNvPr id="29724" name="Text Box 180"/>
            <p:cNvSpPr txBox="1"/>
            <p:nvPr/>
          </p:nvSpPr>
          <p:spPr>
            <a:xfrm>
              <a:off x="3016" y="70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29725" name="Text Box 181"/>
            <p:cNvSpPr txBox="1"/>
            <p:nvPr/>
          </p:nvSpPr>
          <p:spPr>
            <a:xfrm>
              <a:off x="3016" y="116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29701" name="Object 182"/>
            <p:cNvGraphicFramePr/>
            <p:nvPr/>
          </p:nvGraphicFramePr>
          <p:xfrm>
            <a:off x="3016" y="936"/>
            <a:ext cx="272" cy="370"/>
          </p:xfrm>
          <a:graphic>
            <a:graphicData uri="http://schemas.openxmlformats.org/presentationml/2006/ole">
              <mc:AlternateContent xmlns:mc="http://schemas.openxmlformats.org/markup-compatibility/2006">
                <mc:Choice xmlns:v="urn:schemas-microsoft-com:vml" Requires="v">
                  <p:oleObj spid="_x0000_s3279" name="" r:id="rId20" imgW="215900" imgH="291465" progId="Equation.3">
                    <p:embed/>
                  </p:oleObj>
                </mc:Choice>
                <mc:Fallback>
                  <p:oleObj name="" r:id="rId20" imgW="215900" imgH="291465" progId="Equation.3">
                    <p:embed/>
                    <p:pic>
                      <p:nvPicPr>
                        <p:cNvPr id="0" name="图片 3278"/>
                        <p:cNvPicPr/>
                        <p:nvPr/>
                      </p:nvPicPr>
                      <p:blipFill>
                        <a:blip r:embed="rId21">
                          <a:clrChange>
                            <a:clrFrom>
                              <a:srgbClr val="000000"/>
                            </a:clrFrom>
                            <a:clrTo>
                              <a:srgbClr val="FFFFFF"/>
                            </a:clrTo>
                          </a:clrChange>
                        </a:blip>
                        <a:stretch>
                          <a:fillRect/>
                        </a:stretch>
                      </p:blipFill>
                      <p:spPr>
                        <a:xfrm>
                          <a:off x="3016" y="936"/>
                          <a:ext cx="272" cy="370"/>
                        </a:xfrm>
                        <a:prstGeom prst="rect">
                          <a:avLst/>
                        </a:prstGeom>
                        <a:noFill/>
                        <a:ln w="38100">
                          <a:noFill/>
                          <a:miter/>
                        </a:ln>
                      </p:spPr>
                    </p:pic>
                  </p:oleObj>
                </mc:Fallback>
              </mc:AlternateContent>
            </a:graphicData>
          </a:graphic>
        </p:graphicFrame>
        <p:graphicFrame>
          <p:nvGraphicFramePr>
            <p:cNvPr id="29702" name="Object 183"/>
            <p:cNvGraphicFramePr/>
            <p:nvPr/>
          </p:nvGraphicFramePr>
          <p:xfrm>
            <a:off x="3243" y="391"/>
            <a:ext cx="208" cy="370"/>
          </p:xfrm>
          <a:graphic>
            <a:graphicData uri="http://schemas.openxmlformats.org/presentationml/2006/ole">
              <mc:AlternateContent xmlns:mc="http://schemas.openxmlformats.org/markup-compatibility/2006">
                <mc:Choice xmlns:v="urn:schemas-microsoft-com:vml" Requires="v">
                  <p:oleObj spid="_x0000_s3287" name="" r:id="rId22" imgW="165100" imgH="291465" progId="Equation.3">
                    <p:embed/>
                  </p:oleObj>
                </mc:Choice>
                <mc:Fallback>
                  <p:oleObj name="" r:id="rId22" imgW="165100" imgH="291465" progId="Equation.3">
                    <p:embed/>
                    <p:pic>
                      <p:nvPicPr>
                        <p:cNvPr id="0" name="图片 3286"/>
                        <p:cNvPicPr/>
                        <p:nvPr/>
                      </p:nvPicPr>
                      <p:blipFill>
                        <a:blip r:embed="rId23">
                          <a:clrChange>
                            <a:clrFrom>
                              <a:srgbClr val="000000"/>
                            </a:clrFrom>
                            <a:clrTo>
                              <a:srgbClr val="FFFFFF"/>
                            </a:clrTo>
                          </a:clrChange>
                        </a:blip>
                        <a:stretch>
                          <a:fillRect/>
                        </a:stretch>
                      </p:blipFill>
                      <p:spPr>
                        <a:xfrm>
                          <a:off x="3243" y="391"/>
                          <a:ext cx="208" cy="370"/>
                        </a:xfrm>
                        <a:prstGeom prst="rect">
                          <a:avLst/>
                        </a:prstGeom>
                        <a:noFill/>
                        <a:ln w="38100">
                          <a:noFill/>
                          <a:miter/>
                        </a:ln>
                      </p:spPr>
                    </p:pic>
                  </p:oleObj>
                </mc:Fallback>
              </mc:AlternateContent>
            </a:graphicData>
          </a:graphic>
        </p:graphicFrame>
        <p:sp>
          <p:nvSpPr>
            <p:cNvPr id="29726" name="Rectangle 184"/>
            <p:cNvSpPr/>
            <p:nvPr/>
          </p:nvSpPr>
          <p:spPr>
            <a:xfrm>
              <a:off x="3624" y="606"/>
              <a:ext cx="965" cy="964"/>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29727" name="Rectangle 185"/>
            <p:cNvSpPr/>
            <p:nvPr/>
          </p:nvSpPr>
          <p:spPr>
            <a:xfrm>
              <a:off x="3990" y="887"/>
              <a:ext cx="231" cy="384"/>
            </a:xfrm>
            <a:prstGeom prst="rect">
              <a:avLst/>
            </a:prstGeom>
            <a:noFill/>
            <a:ln w="38100">
              <a:noFill/>
            </a:ln>
          </p:spPr>
          <p:txBody>
            <a:bodyPr wrap="none" lIns="0" tIns="0" rIns="0" bIns="0">
              <a:spAutoFit/>
            </a:bodyPr>
            <a:p>
              <a:pPr algn="ctr"/>
              <a:r>
                <a:rPr lang="en-US" altLang="zh-CN" sz="4000" b="0" dirty="0">
                  <a:latin typeface="Times New Roman" panose="02020603050405020304" pitchFamily="18" charset="0"/>
                  <a:ea typeface="宋体" panose="02010600030101010101" pitchFamily="2" charset="-122"/>
                </a:rPr>
                <a:t>N</a:t>
              </a:r>
              <a:endParaRPr lang="en-US" altLang="zh-CN" sz="4000" b="0" dirty="0">
                <a:latin typeface="Times New Roman" panose="02020603050405020304" pitchFamily="18" charset="0"/>
                <a:ea typeface="宋体" panose="02010600030101010101" pitchFamily="2" charset="-122"/>
              </a:endParaRPr>
            </a:p>
          </p:txBody>
        </p:sp>
        <p:sp>
          <p:nvSpPr>
            <p:cNvPr id="29728" name="Oval 186"/>
            <p:cNvSpPr/>
            <p:nvPr/>
          </p:nvSpPr>
          <p:spPr>
            <a:xfrm>
              <a:off x="5139" y="7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29" name="Oval 187"/>
            <p:cNvSpPr/>
            <p:nvPr/>
          </p:nvSpPr>
          <p:spPr>
            <a:xfrm>
              <a:off x="5157" y="141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30" name="Oval 188"/>
            <p:cNvSpPr/>
            <p:nvPr/>
          </p:nvSpPr>
          <p:spPr>
            <a:xfrm>
              <a:off x="3007" y="71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31" name="Oval 189"/>
            <p:cNvSpPr/>
            <p:nvPr/>
          </p:nvSpPr>
          <p:spPr>
            <a:xfrm>
              <a:off x="3034" y="139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225"/>
                                        </p:tgtEl>
                                        <p:attrNameLst>
                                          <p:attrName>style.visibility</p:attrName>
                                        </p:attrNameLst>
                                      </p:cBhvr>
                                      <p:to>
                                        <p:strVal val="visible"/>
                                      </p:to>
                                    </p:set>
                                    <p:anim calcmode="lin" valueType="num">
                                      <p:cBhvr additive="base">
                                        <p:cTn id="7" dur="500" fill="hold"/>
                                        <p:tgtEl>
                                          <p:spTgt spid="7225"/>
                                        </p:tgtEl>
                                        <p:attrNameLst>
                                          <p:attrName>ppt_x</p:attrName>
                                        </p:attrNameLst>
                                      </p:cBhvr>
                                      <p:tavLst>
                                        <p:tav tm="0">
                                          <p:val>
                                            <p:strVal val="0-#ppt_w/2"/>
                                          </p:val>
                                        </p:tav>
                                        <p:tav tm="100000">
                                          <p:val>
                                            <p:strVal val="#ppt_x"/>
                                          </p:val>
                                        </p:tav>
                                      </p:tavLst>
                                    </p:anim>
                                    <p:anim calcmode="lin" valueType="num">
                                      <p:cBhvr additive="base">
                                        <p:cTn id="8" dur="500" fill="hold"/>
                                        <p:tgtEl>
                                          <p:spTgt spid="722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7226"/>
                                        </p:tgtEl>
                                        <p:attrNameLst>
                                          <p:attrName>style.visibility</p:attrName>
                                        </p:attrNameLst>
                                      </p:cBhvr>
                                      <p:to>
                                        <p:strVal val="visible"/>
                                      </p:to>
                                    </p:set>
                                    <p:animEffect transition="in" filter="wipe(left)">
                                      <p:cBhvr>
                                        <p:cTn id="16" dur="2000"/>
                                        <p:tgtEl>
                                          <p:spTgt spid="72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230">
                                            <p:txEl>
                                              <p:charRg st="0" end="19"/>
                                            </p:txEl>
                                          </p:spTgt>
                                        </p:tgtEl>
                                        <p:attrNameLst>
                                          <p:attrName>style.visibility</p:attrName>
                                        </p:attrNameLst>
                                      </p:cBhvr>
                                      <p:to>
                                        <p:strVal val="visible"/>
                                      </p:to>
                                    </p:set>
                                    <p:animEffect transition="in" filter="wipe(left)">
                                      <p:cBhvr>
                                        <p:cTn id="21" dur="500"/>
                                        <p:tgtEl>
                                          <p:spTgt spid="7230">
                                            <p:txEl>
                                              <p:charRg st="0" end="1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linds(horizontal)">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5" grpId="0"/>
      <p:bldP spid="723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03"/>
          <p:cNvGrpSpPr/>
          <p:nvPr/>
        </p:nvGrpSpPr>
        <p:grpSpPr>
          <a:xfrm>
            <a:off x="4787900" y="3284538"/>
            <a:ext cx="1738313" cy="1147762"/>
            <a:chOff x="3272" y="2069"/>
            <a:chExt cx="1095" cy="723"/>
          </a:xfrm>
        </p:grpSpPr>
        <p:sp>
          <p:nvSpPr>
            <p:cNvPr id="30761" name="AutoShape 104"/>
            <p:cNvSpPr/>
            <p:nvPr/>
          </p:nvSpPr>
          <p:spPr>
            <a:xfrm>
              <a:off x="3565" y="2205"/>
              <a:ext cx="408" cy="273"/>
            </a:xfrm>
            <a:prstGeom prst="diamond">
              <a:avLst/>
            </a:prstGeom>
            <a:gradFill rotWithShape="1">
              <a:gsLst>
                <a:gs pos="0">
                  <a:srgbClr val="3399FF"/>
                </a:gs>
                <a:gs pos="100000">
                  <a:srgbClr val="184776"/>
                </a:gs>
              </a:gsLst>
              <a:path path="shape">
                <a:fillToRect l="50000" t="50000" r="50000" b="50000"/>
              </a:path>
              <a:tileRect/>
            </a:gradFill>
            <a:ln w="38100" cap="flat" cmpd="sng">
              <a:solidFill>
                <a:srgbClr val="FF9900"/>
              </a:solidFill>
              <a:prstDash val="solid"/>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30762" name="Text Box 105"/>
            <p:cNvSpPr txBox="1"/>
            <p:nvPr/>
          </p:nvSpPr>
          <p:spPr>
            <a:xfrm>
              <a:off x="3969" y="2069"/>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30763" name="Text Box 106"/>
            <p:cNvSpPr txBox="1"/>
            <p:nvPr/>
          </p:nvSpPr>
          <p:spPr>
            <a:xfrm>
              <a:off x="3379" y="2069"/>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30730" name="Object 107"/>
            <p:cNvGraphicFramePr/>
            <p:nvPr/>
          </p:nvGraphicFramePr>
          <p:xfrm>
            <a:off x="3272" y="2454"/>
            <a:ext cx="1095" cy="338"/>
          </p:xfrm>
          <a:graphic>
            <a:graphicData uri="http://schemas.openxmlformats.org/presentationml/2006/ole">
              <mc:AlternateContent xmlns:mc="http://schemas.openxmlformats.org/markup-compatibility/2006">
                <mc:Choice xmlns:v="urn:schemas-microsoft-com:vml" Requires="v">
                  <p:oleObj spid="_x0000_s3284" name="" r:id="rId1" imgW="862330" imgH="266065" progId="Equation.3">
                    <p:embed/>
                  </p:oleObj>
                </mc:Choice>
                <mc:Fallback>
                  <p:oleObj name="" r:id="rId1" imgW="862330" imgH="266065" progId="Equation.3">
                    <p:embed/>
                    <p:pic>
                      <p:nvPicPr>
                        <p:cNvPr id="0" name="图片 3283"/>
                        <p:cNvPicPr/>
                        <p:nvPr/>
                      </p:nvPicPr>
                      <p:blipFill>
                        <a:blip r:embed="rId2">
                          <a:clrChange>
                            <a:clrFrom>
                              <a:srgbClr val="000000"/>
                            </a:clrFrom>
                            <a:clrTo>
                              <a:srgbClr val="FFFFFF"/>
                            </a:clrTo>
                          </a:clrChange>
                        </a:blip>
                        <a:stretch>
                          <a:fillRect/>
                        </a:stretch>
                      </p:blipFill>
                      <p:spPr>
                        <a:xfrm>
                          <a:off x="3272" y="2454"/>
                          <a:ext cx="1095" cy="338"/>
                        </a:xfrm>
                        <a:prstGeom prst="rect">
                          <a:avLst/>
                        </a:prstGeom>
                        <a:noFill/>
                        <a:ln w="38100">
                          <a:noFill/>
                          <a:miter/>
                        </a:ln>
                      </p:spPr>
                    </p:pic>
                  </p:oleObj>
                </mc:Fallback>
              </mc:AlternateContent>
            </a:graphicData>
          </a:graphic>
        </p:graphicFrame>
      </p:grpSp>
      <p:sp>
        <p:nvSpPr>
          <p:cNvPr id="10262" name="Text Box 22"/>
          <p:cNvSpPr txBox="1"/>
          <p:nvPr/>
        </p:nvSpPr>
        <p:spPr>
          <a:xfrm>
            <a:off x="611188" y="404813"/>
            <a:ext cx="5761037"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方法</a:t>
            </a:r>
            <a:r>
              <a:rPr lang="en-US" altLang="zh-CN" b="0" dirty="0">
                <a:solidFill>
                  <a:srgbClr val="FFFF00"/>
                </a:solidFill>
                <a:latin typeface="Times New Roman" panose="02020603050405020304" pitchFamily="18" charset="0"/>
              </a:rPr>
              <a:t>2</a:t>
            </a:r>
            <a:r>
              <a:rPr lang="zh-CN" altLang="en-US" dirty="0">
                <a:solidFill>
                  <a:srgbClr val="FFFF00"/>
                </a:solidFill>
                <a:latin typeface="楷体_GB2312" pitchFamily="49" charset="-122"/>
              </a:rPr>
              <a:t>：采用等效变换的方法。</a:t>
            </a:r>
            <a:endParaRPr lang="zh-CN" altLang="en-US" dirty="0">
              <a:solidFill>
                <a:srgbClr val="FFFF00"/>
              </a:solidFill>
              <a:latin typeface="楷体_GB2312" pitchFamily="49" charset="-122"/>
            </a:endParaRPr>
          </a:p>
        </p:txBody>
      </p:sp>
      <p:graphicFrame>
        <p:nvGraphicFramePr>
          <p:cNvPr id="10263" name="Object 23"/>
          <p:cNvGraphicFramePr/>
          <p:nvPr/>
        </p:nvGraphicFramePr>
        <p:xfrm>
          <a:off x="539750" y="908050"/>
          <a:ext cx="8096250" cy="642938"/>
        </p:xfrm>
        <a:graphic>
          <a:graphicData uri="http://schemas.openxmlformats.org/presentationml/2006/ole">
            <mc:AlternateContent xmlns:mc="http://schemas.openxmlformats.org/markup-compatibility/2006">
              <mc:Choice xmlns:v="urn:schemas-microsoft-com:vml" Requires="v">
                <p:oleObj spid="_x0000_s3285" name="" r:id="rId3" imgW="3120390" imgH="266065" progId="Equation.3">
                  <p:embed/>
                </p:oleObj>
              </mc:Choice>
              <mc:Fallback>
                <p:oleObj name="" r:id="rId3" imgW="3120390" imgH="266065" progId="Equation.3">
                  <p:embed/>
                  <p:pic>
                    <p:nvPicPr>
                      <p:cNvPr id="0" name="图片 3284"/>
                      <p:cNvPicPr/>
                      <p:nvPr/>
                    </p:nvPicPr>
                    <p:blipFill>
                      <a:blip r:embed="rId4">
                        <a:clrChange>
                          <a:clrFrom>
                            <a:srgbClr val="000000"/>
                          </a:clrFrom>
                          <a:clrTo>
                            <a:srgbClr val="FFFFFF"/>
                          </a:clrTo>
                        </a:clrChange>
                      </a:blip>
                      <a:stretch>
                        <a:fillRect/>
                      </a:stretch>
                    </p:blipFill>
                    <p:spPr>
                      <a:xfrm>
                        <a:off x="539750" y="908050"/>
                        <a:ext cx="8096250" cy="642938"/>
                      </a:xfrm>
                      <a:prstGeom prst="rect">
                        <a:avLst/>
                      </a:prstGeom>
                      <a:noFill/>
                      <a:ln w="38100">
                        <a:noFill/>
                        <a:miter/>
                      </a:ln>
                    </p:spPr>
                  </p:pic>
                </p:oleObj>
              </mc:Fallback>
            </mc:AlternateContent>
          </a:graphicData>
        </a:graphic>
      </p:graphicFrame>
      <p:graphicFrame>
        <p:nvGraphicFramePr>
          <p:cNvPr id="10264" name="Object 24"/>
          <p:cNvGraphicFramePr/>
          <p:nvPr/>
        </p:nvGraphicFramePr>
        <p:xfrm>
          <a:off x="539750" y="1557338"/>
          <a:ext cx="8135938" cy="1282700"/>
        </p:xfrm>
        <a:graphic>
          <a:graphicData uri="http://schemas.openxmlformats.org/presentationml/2006/ole">
            <mc:AlternateContent xmlns:mc="http://schemas.openxmlformats.org/markup-compatibility/2006">
              <mc:Choice xmlns:v="urn:schemas-microsoft-com:vml" Requires="v">
                <p:oleObj spid="_x0000_s3283" name="" r:id="rId5" imgW="3173730" imgH="546100" progId="Equation.3">
                  <p:embed/>
                </p:oleObj>
              </mc:Choice>
              <mc:Fallback>
                <p:oleObj name="" r:id="rId5" imgW="3173730" imgH="546100" progId="Equation.3">
                  <p:embed/>
                  <p:pic>
                    <p:nvPicPr>
                      <p:cNvPr id="0" name="图片 3282"/>
                      <p:cNvPicPr/>
                      <p:nvPr/>
                    </p:nvPicPr>
                    <p:blipFill>
                      <a:blip r:embed="rId6">
                        <a:clrChange>
                          <a:clrFrom>
                            <a:srgbClr val="000000"/>
                          </a:clrFrom>
                          <a:clrTo>
                            <a:srgbClr val="FFFFFF"/>
                          </a:clrTo>
                        </a:clrChange>
                      </a:blip>
                      <a:stretch>
                        <a:fillRect/>
                      </a:stretch>
                    </p:blipFill>
                    <p:spPr>
                      <a:xfrm>
                        <a:off x="539750" y="1557338"/>
                        <a:ext cx="8135938" cy="1282700"/>
                      </a:xfrm>
                      <a:prstGeom prst="rect">
                        <a:avLst/>
                      </a:prstGeom>
                      <a:noFill/>
                      <a:ln w="38100">
                        <a:noFill/>
                        <a:miter/>
                      </a:ln>
                    </p:spPr>
                  </p:pic>
                </p:oleObj>
              </mc:Fallback>
            </mc:AlternateContent>
          </a:graphicData>
        </a:graphic>
      </p:graphicFrame>
      <p:sp>
        <p:nvSpPr>
          <p:cNvPr id="10305" name="Text Box 65"/>
          <p:cNvSpPr txBox="1"/>
          <p:nvPr/>
        </p:nvSpPr>
        <p:spPr>
          <a:xfrm>
            <a:off x="755650" y="5589588"/>
            <a:ext cx="741680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如果网络是互易的，上图变为</a:t>
            </a:r>
            <a:r>
              <a:rPr lang="en-US" altLang="zh-CN" b="0" dirty="0">
                <a:latin typeface="Times New Roman" panose="02020603050405020304" pitchFamily="18" charset="0"/>
              </a:rPr>
              <a:t>T</a:t>
            </a:r>
            <a:r>
              <a:rPr lang="zh-CN" altLang="en-US" dirty="0">
                <a:solidFill>
                  <a:srgbClr val="FFFF00"/>
                </a:solidFill>
                <a:latin typeface="楷体_GB2312" pitchFamily="49" charset="-122"/>
              </a:rPr>
              <a:t>形等效电路。</a:t>
            </a:r>
            <a:endParaRPr lang="zh-CN" altLang="en-US" dirty="0">
              <a:solidFill>
                <a:srgbClr val="FFFF00"/>
              </a:solidFill>
              <a:latin typeface="楷体_GB2312" pitchFamily="49" charset="-122"/>
            </a:endParaRPr>
          </a:p>
        </p:txBody>
      </p:sp>
      <p:grpSp>
        <p:nvGrpSpPr>
          <p:cNvPr id="30734" name="Group 70"/>
          <p:cNvGrpSpPr/>
          <p:nvPr/>
        </p:nvGrpSpPr>
        <p:grpSpPr>
          <a:xfrm>
            <a:off x="8316913" y="6446838"/>
            <a:ext cx="792162" cy="366712"/>
            <a:chOff x="5193" y="4020"/>
            <a:chExt cx="499" cy="231"/>
          </a:xfrm>
        </p:grpSpPr>
        <p:pic>
          <p:nvPicPr>
            <p:cNvPr id="30759" name="Picture 71"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30760" name="Text Box 7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0735" name="Group 73"/>
          <p:cNvGrpSpPr/>
          <p:nvPr/>
        </p:nvGrpSpPr>
        <p:grpSpPr>
          <a:xfrm>
            <a:off x="7453313" y="6446838"/>
            <a:ext cx="792162" cy="366712"/>
            <a:chOff x="4649" y="4020"/>
            <a:chExt cx="499" cy="231"/>
          </a:xfrm>
        </p:grpSpPr>
        <p:pic>
          <p:nvPicPr>
            <p:cNvPr id="30757" name="Picture 7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30758" name="Text Box 7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 name="Group 114"/>
          <p:cNvGrpSpPr/>
          <p:nvPr/>
        </p:nvGrpSpPr>
        <p:grpSpPr>
          <a:xfrm>
            <a:off x="1476375" y="3141663"/>
            <a:ext cx="5857875" cy="2149475"/>
            <a:chOff x="930" y="1979"/>
            <a:chExt cx="3690" cy="1354"/>
          </a:xfrm>
        </p:grpSpPr>
        <p:sp>
          <p:nvSpPr>
            <p:cNvPr id="30740" name="Line 80"/>
            <p:cNvSpPr/>
            <p:nvPr/>
          </p:nvSpPr>
          <p:spPr>
            <a:xfrm>
              <a:off x="1066" y="2350"/>
              <a:ext cx="3266" cy="0"/>
            </a:xfrm>
            <a:prstGeom prst="line">
              <a:avLst/>
            </a:prstGeom>
            <a:ln w="28575" cap="flat" cmpd="sng">
              <a:solidFill>
                <a:srgbClr val="FFCC00"/>
              </a:solidFill>
              <a:prstDash val="solid"/>
              <a:headEnd type="none" w="med" len="med"/>
              <a:tailEnd type="none" w="med" len="med"/>
            </a:ln>
          </p:spPr>
        </p:sp>
        <p:graphicFrame>
          <p:nvGraphicFramePr>
            <p:cNvPr id="30724" name="Object 81"/>
            <p:cNvGraphicFramePr/>
            <p:nvPr/>
          </p:nvGraphicFramePr>
          <p:xfrm>
            <a:off x="1111" y="1979"/>
            <a:ext cx="208" cy="370"/>
          </p:xfrm>
          <a:graphic>
            <a:graphicData uri="http://schemas.openxmlformats.org/presentationml/2006/ole">
              <mc:AlternateContent xmlns:mc="http://schemas.openxmlformats.org/markup-compatibility/2006">
                <mc:Choice xmlns:v="urn:schemas-microsoft-com:vml" Requires="v">
                  <p:oleObj spid="_x0000_s3286" name="" r:id="rId8" imgW="165100" imgH="291465" progId="Equation.3">
                    <p:embed/>
                  </p:oleObj>
                </mc:Choice>
                <mc:Fallback>
                  <p:oleObj name="" r:id="rId8" imgW="165100" imgH="291465" progId="Equation.3">
                    <p:embed/>
                    <p:pic>
                      <p:nvPicPr>
                        <p:cNvPr id="0" name="图片 3285"/>
                        <p:cNvPicPr/>
                        <p:nvPr/>
                      </p:nvPicPr>
                      <p:blipFill>
                        <a:blip r:embed="rId9">
                          <a:clrChange>
                            <a:clrFrom>
                              <a:srgbClr val="000000"/>
                            </a:clrFrom>
                            <a:clrTo>
                              <a:srgbClr val="FFFFFF"/>
                            </a:clrTo>
                          </a:clrChange>
                        </a:blip>
                        <a:stretch>
                          <a:fillRect/>
                        </a:stretch>
                      </p:blipFill>
                      <p:spPr>
                        <a:xfrm>
                          <a:off x="1111" y="1979"/>
                          <a:ext cx="208" cy="370"/>
                        </a:xfrm>
                        <a:prstGeom prst="rect">
                          <a:avLst/>
                        </a:prstGeom>
                        <a:noFill/>
                        <a:ln w="38100">
                          <a:noFill/>
                          <a:miter/>
                        </a:ln>
                      </p:spPr>
                    </p:pic>
                  </p:oleObj>
                </mc:Fallback>
              </mc:AlternateContent>
            </a:graphicData>
          </a:graphic>
        </p:graphicFrame>
        <p:graphicFrame>
          <p:nvGraphicFramePr>
            <p:cNvPr id="30725" name="Object 82"/>
            <p:cNvGraphicFramePr/>
            <p:nvPr/>
          </p:nvGraphicFramePr>
          <p:xfrm>
            <a:off x="4059" y="1979"/>
            <a:ext cx="240" cy="370"/>
          </p:xfrm>
          <a:graphic>
            <a:graphicData uri="http://schemas.openxmlformats.org/presentationml/2006/ole">
              <mc:AlternateContent xmlns:mc="http://schemas.openxmlformats.org/markup-compatibility/2006">
                <mc:Choice xmlns:v="urn:schemas-microsoft-com:vml" Requires="v">
                  <p:oleObj spid="_x0000_s3288" name="" r:id="rId10" imgW="190500" imgH="292100" progId="Equation.3">
                    <p:embed/>
                  </p:oleObj>
                </mc:Choice>
                <mc:Fallback>
                  <p:oleObj name="" r:id="rId10" imgW="190500" imgH="292100" progId="Equation.3">
                    <p:embed/>
                    <p:pic>
                      <p:nvPicPr>
                        <p:cNvPr id="0" name="图片 3287"/>
                        <p:cNvPicPr/>
                        <p:nvPr/>
                      </p:nvPicPr>
                      <p:blipFill>
                        <a:blip r:embed="rId11">
                          <a:clrChange>
                            <a:clrFrom>
                              <a:srgbClr val="000000"/>
                            </a:clrFrom>
                            <a:clrTo>
                              <a:srgbClr val="FFFFFF"/>
                            </a:clrTo>
                          </a:clrChange>
                        </a:blip>
                        <a:stretch>
                          <a:fillRect/>
                        </a:stretch>
                      </p:blipFill>
                      <p:spPr>
                        <a:xfrm>
                          <a:off x="4059" y="1979"/>
                          <a:ext cx="240" cy="370"/>
                        </a:xfrm>
                        <a:prstGeom prst="rect">
                          <a:avLst/>
                        </a:prstGeom>
                        <a:noFill/>
                        <a:ln w="38100">
                          <a:noFill/>
                          <a:miter/>
                        </a:ln>
                      </p:spPr>
                    </p:pic>
                  </p:oleObj>
                </mc:Fallback>
              </mc:AlternateContent>
            </a:graphicData>
          </a:graphic>
        </p:graphicFrame>
        <p:sp>
          <p:nvSpPr>
            <p:cNvPr id="30741" name="Line 83"/>
            <p:cNvSpPr/>
            <p:nvPr/>
          </p:nvSpPr>
          <p:spPr>
            <a:xfrm>
              <a:off x="1066" y="3302"/>
              <a:ext cx="3357" cy="0"/>
            </a:xfrm>
            <a:prstGeom prst="line">
              <a:avLst/>
            </a:prstGeom>
            <a:ln w="28575" cap="flat" cmpd="sng">
              <a:solidFill>
                <a:srgbClr val="FFCC00"/>
              </a:solidFill>
              <a:prstDash val="solid"/>
              <a:headEnd type="none" w="med" len="med"/>
              <a:tailEnd type="none" w="med" len="med"/>
            </a:ln>
          </p:spPr>
        </p:sp>
        <p:sp>
          <p:nvSpPr>
            <p:cNvPr id="30742" name="Line 84"/>
            <p:cNvSpPr/>
            <p:nvPr/>
          </p:nvSpPr>
          <p:spPr>
            <a:xfrm>
              <a:off x="1093" y="2350"/>
              <a:ext cx="294" cy="0"/>
            </a:xfrm>
            <a:prstGeom prst="line">
              <a:avLst/>
            </a:prstGeom>
            <a:ln w="28575" cap="flat" cmpd="sng">
              <a:solidFill>
                <a:srgbClr val="00FFFF"/>
              </a:solidFill>
              <a:prstDash val="solid"/>
              <a:headEnd type="none" w="med" len="med"/>
              <a:tailEnd type="triangle" w="med" len="med"/>
            </a:ln>
          </p:spPr>
        </p:sp>
        <p:sp>
          <p:nvSpPr>
            <p:cNvPr id="30743" name="Text Box 85"/>
            <p:cNvSpPr txBox="1"/>
            <p:nvPr/>
          </p:nvSpPr>
          <p:spPr>
            <a:xfrm>
              <a:off x="931" y="238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0744" name="Text Box 86"/>
            <p:cNvSpPr txBox="1"/>
            <p:nvPr/>
          </p:nvSpPr>
          <p:spPr>
            <a:xfrm>
              <a:off x="948" y="300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0745" name="Line 87"/>
            <p:cNvSpPr/>
            <p:nvPr/>
          </p:nvSpPr>
          <p:spPr>
            <a:xfrm flipH="1">
              <a:off x="4005" y="2350"/>
              <a:ext cx="294" cy="0"/>
            </a:xfrm>
            <a:prstGeom prst="line">
              <a:avLst/>
            </a:prstGeom>
            <a:ln w="28575" cap="flat" cmpd="sng">
              <a:solidFill>
                <a:srgbClr val="00FFFF"/>
              </a:solidFill>
              <a:prstDash val="solid"/>
              <a:headEnd type="none" w="med" len="med"/>
              <a:tailEnd type="triangle" w="med" len="med"/>
            </a:ln>
          </p:spPr>
        </p:sp>
        <p:sp>
          <p:nvSpPr>
            <p:cNvPr id="30746" name="Text Box 88"/>
            <p:cNvSpPr txBox="1"/>
            <p:nvPr/>
          </p:nvSpPr>
          <p:spPr>
            <a:xfrm>
              <a:off x="4287" y="239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0747" name="Text Box 89"/>
            <p:cNvSpPr txBox="1"/>
            <p:nvPr/>
          </p:nvSpPr>
          <p:spPr>
            <a:xfrm>
              <a:off x="4332" y="2985"/>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30726" name="Object 90"/>
            <p:cNvGraphicFramePr/>
            <p:nvPr/>
          </p:nvGraphicFramePr>
          <p:xfrm>
            <a:off x="930" y="2626"/>
            <a:ext cx="272" cy="370"/>
          </p:xfrm>
          <a:graphic>
            <a:graphicData uri="http://schemas.openxmlformats.org/presentationml/2006/ole">
              <mc:AlternateContent xmlns:mc="http://schemas.openxmlformats.org/markup-compatibility/2006">
                <mc:Choice xmlns:v="urn:schemas-microsoft-com:vml" Requires="v">
                  <p:oleObj spid="_x0000_s3293" name="" r:id="rId12" imgW="215900" imgH="291465" progId="Equation.3">
                    <p:embed/>
                  </p:oleObj>
                </mc:Choice>
                <mc:Fallback>
                  <p:oleObj name="" r:id="rId12" imgW="215900" imgH="291465" progId="Equation.3">
                    <p:embed/>
                    <p:pic>
                      <p:nvPicPr>
                        <p:cNvPr id="0" name="图片 3292"/>
                        <p:cNvPicPr/>
                        <p:nvPr/>
                      </p:nvPicPr>
                      <p:blipFill>
                        <a:blip r:embed="rId13">
                          <a:clrChange>
                            <a:clrFrom>
                              <a:srgbClr val="000000"/>
                            </a:clrFrom>
                            <a:clrTo>
                              <a:srgbClr val="FFFFFF"/>
                            </a:clrTo>
                          </a:clrChange>
                        </a:blip>
                        <a:stretch>
                          <a:fillRect/>
                        </a:stretch>
                      </p:blipFill>
                      <p:spPr>
                        <a:xfrm>
                          <a:off x="930" y="2626"/>
                          <a:ext cx="272" cy="370"/>
                        </a:xfrm>
                        <a:prstGeom prst="rect">
                          <a:avLst/>
                        </a:prstGeom>
                        <a:noFill/>
                        <a:ln w="38100">
                          <a:noFill/>
                          <a:miter/>
                        </a:ln>
                      </p:spPr>
                    </p:pic>
                  </p:oleObj>
                </mc:Fallback>
              </mc:AlternateContent>
            </a:graphicData>
          </a:graphic>
        </p:graphicFrame>
        <p:graphicFrame>
          <p:nvGraphicFramePr>
            <p:cNvPr id="30727" name="Object 91"/>
            <p:cNvGraphicFramePr/>
            <p:nvPr/>
          </p:nvGraphicFramePr>
          <p:xfrm>
            <a:off x="4316" y="2614"/>
            <a:ext cx="304" cy="370"/>
          </p:xfrm>
          <a:graphic>
            <a:graphicData uri="http://schemas.openxmlformats.org/presentationml/2006/ole">
              <mc:AlternateContent xmlns:mc="http://schemas.openxmlformats.org/markup-compatibility/2006">
                <mc:Choice xmlns:v="urn:schemas-microsoft-com:vml" Requires="v">
                  <p:oleObj spid="_x0000_s3295" name="" r:id="rId14" imgW="241300" imgH="292100" progId="Equation.3">
                    <p:embed/>
                  </p:oleObj>
                </mc:Choice>
                <mc:Fallback>
                  <p:oleObj name="" r:id="rId14" imgW="241300" imgH="292100" progId="Equation.3">
                    <p:embed/>
                    <p:pic>
                      <p:nvPicPr>
                        <p:cNvPr id="0" name="图片 3294"/>
                        <p:cNvPicPr/>
                        <p:nvPr/>
                      </p:nvPicPr>
                      <p:blipFill>
                        <a:blip r:embed="rId15">
                          <a:clrChange>
                            <a:clrFrom>
                              <a:srgbClr val="000000"/>
                            </a:clrFrom>
                            <a:clrTo>
                              <a:srgbClr val="FFFFFF"/>
                            </a:clrTo>
                          </a:clrChange>
                        </a:blip>
                        <a:stretch>
                          <a:fillRect/>
                        </a:stretch>
                      </p:blipFill>
                      <p:spPr>
                        <a:xfrm>
                          <a:off x="4316" y="2614"/>
                          <a:ext cx="304" cy="370"/>
                        </a:xfrm>
                        <a:prstGeom prst="rect">
                          <a:avLst/>
                        </a:prstGeom>
                        <a:noFill/>
                        <a:ln w="38100">
                          <a:noFill/>
                          <a:miter/>
                        </a:ln>
                      </p:spPr>
                    </p:pic>
                  </p:oleObj>
                </mc:Fallback>
              </mc:AlternateContent>
            </a:graphicData>
          </a:graphic>
        </p:graphicFrame>
        <p:sp>
          <p:nvSpPr>
            <p:cNvPr id="30748" name="Line 92"/>
            <p:cNvSpPr/>
            <p:nvPr/>
          </p:nvSpPr>
          <p:spPr>
            <a:xfrm flipH="1">
              <a:off x="2109" y="2350"/>
              <a:ext cx="1" cy="952"/>
            </a:xfrm>
            <a:prstGeom prst="line">
              <a:avLst/>
            </a:prstGeom>
            <a:ln w="28575" cap="flat" cmpd="sng">
              <a:solidFill>
                <a:srgbClr val="FFCC00"/>
              </a:solidFill>
              <a:prstDash val="solid"/>
              <a:headEnd type="oval" w="med" len="med"/>
              <a:tailEnd type="oval" w="med" len="med"/>
            </a:ln>
          </p:spPr>
        </p:sp>
        <p:sp>
          <p:nvSpPr>
            <p:cNvPr id="30749" name="Oval 93"/>
            <p:cNvSpPr/>
            <p:nvPr/>
          </p:nvSpPr>
          <p:spPr>
            <a:xfrm>
              <a:off x="998" y="231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0750" name="Oval 94"/>
            <p:cNvSpPr/>
            <p:nvPr/>
          </p:nvSpPr>
          <p:spPr>
            <a:xfrm>
              <a:off x="995" y="326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0751" name="Oval 95"/>
            <p:cNvSpPr/>
            <p:nvPr/>
          </p:nvSpPr>
          <p:spPr>
            <a:xfrm>
              <a:off x="4328" y="231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0752" name="Oval 96"/>
            <p:cNvSpPr/>
            <p:nvPr/>
          </p:nvSpPr>
          <p:spPr>
            <a:xfrm>
              <a:off x="4423" y="325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30728" name="Object 97"/>
            <p:cNvGraphicFramePr/>
            <p:nvPr/>
          </p:nvGraphicFramePr>
          <p:xfrm>
            <a:off x="2336" y="1986"/>
            <a:ext cx="816" cy="320"/>
          </p:xfrm>
          <a:graphic>
            <a:graphicData uri="http://schemas.openxmlformats.org/presentationml/2006/ole">
              <mc:AlternateContent xmlns:mc="http://schemas.openxmlformats.org/markup-compatibility/2006">
                <mc:Choice xmlns:v="urn:schemas-microsoft-com:vml" Requires="v">
                  <p:oleObj spid="_x0000_s3289" name="" r:id="rId16" imgW="583565" imgH="254000" progId="Equation.3">
                    <p:embed/>
                  </p:oleObj>
                </mc:Choice>
                <mc:Fallback>
                  <p:oleObj name="" r:id="rId16" imgW="583565" imgH="254000" progId="Equation.3">
                    <p:embed/>
                    <p:pic>
                      <p:nvPicPr>
                        <p:cNvPr id="0" name="图片 3288"/>
                        <p:cNvPicPr/>
                        <p:nvPr/>
                      </p:nvPicPr>
                      <p:blipFill>
                        <a:blip r:embed="rId17">
                          <a:clrChange>
                            <a:clrFrom>
                              <a:srgbClr val="000000"/>
                            </a:clrFrom>
                            <a:clrTo>
                              <a:srgbClr val="FFFFFF"/>
                            </a:clrTo>
                          </a:clrChange>
                        </a:blip>
                        <a:stretch>
                          <a:fillRect/>
                        </a:stretch>
                      </p:blipFill>
                      <p:spPr>
                        <a:xfrm>
                          <a:off x="2336" y="1986"/>
                          <a:ext cx="816" cy="320"/>
                        </a:xfrm>
                        <a:prstGeom prst="rect">
                          <a:avLst/>
                        </a:prstGeom>
                        <a:noFill/>
                        <a:ln w="38100">
                          <a:noFill/>
                          <a:miter/>
                        </a:ln>
                      </p:spPr>
                    </p:pic>
                  </p:oleObj>
                </mc:Fallback>
              </mc:AlternateContent>
            </a:graphicData>
          </a:graphic>
        </p:graphicFrame>
        <p:graphicFrame>
          <p:nvGraphicFramePr>
            <p:cNvPr id="30729" name="Object 98"/>
            <p:cNvGraphicFramePr/>
            <p:nvPr/>
          </p:nvGraphicFramePr>
          <p:xfrm>
            <a:off x="1746" y="2621"/>
            <a:ext cx="306" cy="321"/>
          </p:xfrm>
          <a:graphic>
            <a:graphicData uri="http://schemas.openxmlformats.org/presentationml/2006/ole">
              <mc:AlternateContent xmlns:mc="http://schemas.openxmlformats.org/markup-compatibility/2006">
                <mc:Choice xmlns:v="urn:schemas-microsoft-com:vml" Requires="v">
                  <p:oleObj spid="_x0000_s3292" name="" r:id="rId18" imgW="241300" imgH="254000" progId="Equation.3">
                    <p:embed/>
                  </p:oleObj>
                </mc:Choice>
                <mc:Fallback>
                  <p:oleObj name="" r:id="rId18" imgW="241300" imgH="254000" progId="Equation.3">
                    <p:embed/>
                    <p:pic>
                      <p:nvPicPr>
                        <p:cNvPr id="0" name="图片 3291"/>
                        <p:cNvPicPr/>
                        <p:nvPr/>
                      </p:nvPicPr>
                      <p:blipFill>
                        <a:blip r:embed="rId19">
                          <a:clrChange>
                            <a:clrFrom>
                              <a:srgbClr val="000000"/>
                            </a:clrFrom>
                            <a:clrTo>
                              <a:srgbClr val="FFFFFF"/>
                            </a:clrTo>
                          </a:clrChange>
                        </a:blip>
                        <a:stretch>
                          <a:fillRect/>
                        </a:stretch>
                      </p:blipFill>
                      <p:spPr>
                        <a:xfrm>
                          <a:off x="1746" y="2621"/>
                          <a:ext cx="306" cy="321"/>
                        </a:xfrm>
                        <a:prstGeom prst="rect">
                          <a:avLst/>
                        </a:prstGeom>
                        <a:noFill/>
                        <a:ln w="38100">
                          <a:noFill/>
                          <a:miter/>
                        </a:ln>
                      </p:spPr>
                    </p:pic>
                  </p:oleObj>
                </mc:Fallback>
              </mc:AlternateContent>
            </a:graphicData>
          </a:graphic>
        </p:graphicFrame>
        <p:sp>
          <p:nvSpPr>
            <p:cNvPr id="30753" name="Rectangle 99"/>
            <p:cNvSpPr/>
            <p:nvPr/>
          </p:nvSpPr>
          <p:spPr>
            <a:xfrm>
              <a:off x="1338" y="1986"/>
              <a:ext cx="847"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11</a:t>
              </a:r>
              <a:r>
                <a:rPr lang="en-US" altLang="zh-CN" b="0" dirty="0">
                  <a:latin typeface="宋体" panose="02010600030101010101" pitchFamily="2" charset="-122"/>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12</a:t>
              </a:r>
              <a:endParaRPr lang="en-US" altLang="zh-CN" b="0" baseline="-25000" dirty="0">
                <a:latin typeface="Times New Roman" panose="02020603050405020304" pitchFamily="18" charset="0"/>
                <a:ea typeface="宋体" panose="02010600030101010101" pitchFamily="2" charset="-122"/>
              </a:endParaRPr>
            </a:p>
          </p:txBody>
        </p:sp>
        <p:sp>
          <p:nvSpPr>
            <p:cNvPr id="30754" name="Rectangle 100"/>
            <p:cNvSpPr/>
            <p:nvPr/>
          </p:nvSpPr>
          <p:spPr>
            <a:xfrm>
              <a:off x="2517" y="22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0755" name="Rectangle 101"/>
            <p:cNvSpPr/>
            <p:nvPr/>
          </p:nvSpPr>
          <p:spPr>
            <a:xfrm>
              <a:off x="1519" y="22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0756" name="Rectangle 102"/>
            <p:cNvSpPr/>
            <p:nvPr/>
          </p:nvSpPr>
          <p:spPr>
            <a:xfrm>
              <a:off x="2046" y="266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0737" name="Group 111"/>
          <p:cNvGrpSpPr/>
          <p:nvPr/>
        </p:nvGrpSpPr>
        <p:grpSpPr>
          <a:xfrm>
            <a:off x="6588125" y="6446838"/>
            <a:ext cx="792163" cy="366712"/>
            <a:chOff x="4649" y="4020"/>
            <a:chExt cx="499" cy="231"/>
          </a:xfrm>
        </p:grpSpPr>
        <p:pic>
          <p:nvPicPr>
            <p:cNvPr id="30738" name="Picture 112"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30739" name="Text Box 11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wd">
                                    <p:tmPct val="100000"/>
                                  </p:iterate>
                                  <p:childTnLst>
                                    <p:set>
                                      <p:cBhvr>
                                        <p:cTn id="6" dur="1" fill="hold">
                                          <p:stCondLst>
                                            <p:cond delay="0"/>
                                          </p:stCondLst>
                                        </p:cTn>
                                        <p:tgtEl>
                                          <p:spTgt spid="10262"/>
                                        </p:tgtEl>
                                        <p:attrNameLst>
                                          <p:attrName>style.visibility</p:attrName>
                                        </p:attrNameLst>
                                      </p:cBhvr>
                                      <p:to>
                                        <p:strVal val="visible"/>
                                      </p:to>
                                    </p:set>
                                    <p:animEffect transition="in" filter="wipe(left)">
                                      <p:cBhvr>
                                        <p:cTn id="7" dur="300"/>
                                        <p:tgtEl>
                                          <p:spTgt spid="102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63"/>
                                        </p:tgtEl>
                                        <p:attrNameLst>
                                          <p:attrName>style.visibility</p:attrName>
                                        </p:attrNameLst>
                                      </p:cBhvr>
                                      <p:to>
                                        <p:strVal val="visible"/>
                                      </p:to>
                                    </p:set>
                                    <p:animEffect transition="in" filter="wipe(left)">
                                      <p:cBhvr>
                                        <p:cTn id="12" dur="2000"/>
                                        <p:tgtEl>
                                          <p:spTgt spid="102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64"/>
                                        </p:tgtEl>
                                        <p:attrNameLst>
                                          <p:attrName>style.visibility</p:attrName>
                                        </p:attrNameLst>
                                      </p:cBhvr>
                                      <p:to>
                                        <p:strVal val="visible"/>
                                      </p:to>
                                    </p:set>
                                    <p:animEffect transition="in" filter="wipe(left)">
                                      <p:cBhvr>
                                        <p:cTn id="17" dur="2000"/>
                                        <p:tgtEl>
                                          <p:spTgt spid="1026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10305"/>
                                        </p:tgtEl>
                                        <p:attrNameLst>
                                          <p:attrName>style.visibility</p:attrName>
                                        </p:attrNameLst>
                                      </p:cBhvr>
                                      <p:to>
                                        <p:strVal val="visible"/>
                                      </p:to>
                                    </p:set>
                                    <p:anim calcmode="lin" valueType="num">
                                      <p:cBhvr>
                                        <p:cTn id="30" dur="1000" fill="hold"/>
                                        <p:tgtEl>
                                          <p:spTgt spid="10305"/>
                                        </p:tgtEl>
                                        <p:attrNameLst>
                                          <p:attrName>ppt_w</p:attrName>
                                        </p:attrNameLst>
                                      </p:cBhvr>
                                      <p:tavLst>
                                        <p:tav tm="0">
                                          <p:val>
                                            <p:strVal val="#ppt_w*0.70"/>
                                          </p:val>
                                        </p:tav>
                                        <p:tav tm="100000">
                                          <p:val>
                                            <p:strVal val="#ppt_w"/>
                                          </p:val>
                                        </p:tav>
                                      </p:tavLst>
                                    </p:anim>
                                    <p:anim calcmode="lin" valueType="num">
                                      <p:cBhvr>
                                        <p:cTn id="31" dur="1000" fill="hold"/>
                                        <p:tgtEl>
                                          <p:spTgt spid="10305"/>
                                        </p:tgtEl>
                                        <p:attrNameLst>
                                          <p:attrName>ppt_h</p:attrName>
                                        </p:attrNameLst>
                                      </p:cBhvr>
                                      <p:tavLst>
                                        <p:tav tm="0">
                                          <p:val>
                                            <p:strVal val="#ppt_h"/>
                                          </p:val>
                                        </p:tav>
                                        <p:tav tm="100000">
                                          <p:val>
                                            <p:strVal val="#ppt_h"/>
                                          </p:val>
                                        </p:tav>
                                      </p:tavLst>
                                    </p:anim>
                                    <p:animEffect transition="in" filter="fade">
                                      <p:cBhvr>
                                        <p:cTn id="32" dur="1000"/>
                                        <p:tgtEl>
                                          <p:spTgt spid="1030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2" grpId="0"/>
      <p:bldP spid="1030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8" name="Rectangle 6"/>
          <p:cNvSpPr/>
          <p:nvPr/>
        </p:nvSpPr>
        <p:spPr>
          <a:xfrm>
            <a:off x="611188" y="476250"/>
            <a:ext cx="5688012" cy="560388"/>
          </a:xfrm>
          <a:prstGeom prst="rect">
            <a:avLst/>
          </a:prstGeom>
          <a:noFill/>
          <a:ln w="9525">
            <a:noFill/>
          </a:ln>
        </p:spPr>
        <p:txBody>
          <a:bodyPr/>
          <a:p>
            <a:pPr>
              <a:spcBef>
                <a:spcPct val="20000"/>
              </a:spcBef>
            </a:pPr>
            <a:r>
              <a:rPr lang="en-US" altLang="zh-CN" sz="3200" b="0" dirty="0">
                <a:latin typeface="Times New Roman" panose="02020603050405020304" pitchFamily="18" charset="0"/>
              </a:rPr>
              <a:t>2.</a:t>
            </a:r>
            <a:r>
              <a:rPr lang="en-US" altLang="zh-CN" sz="3200" dirty="0">
                <a:latin typeface="楷体_GB2312" pitchFamily="49" charset="-122"/>
              </a:rPr>
              <a:t> </a:t>
            </a:r>
            <a:r>
              <a:rPr lang="en-US" altLang="zh-CN" sz="3200" b="0" i="1" dirty="0">
                <a:latin typeface="Times New Roman" panose="02020603050405020304" pitchFamily="18" charset="0"/>
              </a:rPr>
              <a:t>Y </a:t>
            </a:r>
            <a:r>
              <a:rPr lang="zh-CN" altLang="en-US" sz="3200" dirty="0">
                <a:latin typeface="楷体_GB2312" pitchFamily="49" charset="-122"/>
              </a:rPr>
              <a:t>参数表示的等效电路</a:t>
            </a:r>
            <a:endParaRPr lang="zh-CN" altLang="en-US" sz="3200" dirty="0">
              <a:latin typeface="楷体_GB2312" pitchFamily="49" charset="-122"/>
            </a:endParaRPr>
          </a:p>
        </p:txBody>
      </p:sp>
      <p:graphicFrame>
        <p:nvGraphicFramePr>
          <p:cNvPr id="3079" name="Object 7"/>
          <p:cNvGraphicFramePr/>
          <p:nvPr/>
        </p:nvGraphicFramePr>
        <p:xfrm>
          <a:off x="1403350" y="1268413"/>
          <a:ext cx="3313113" cy="1433512"/>
        </p:xfrm>
        <a:graphic>
          <a:graphicData uri="http://schemas.openxmlformats.org/presentationml/2006/ole">
            <mc:AlternateContent xmlns:mc="http://schemas.openxmlformats.org/markup-compatibility/2006">
              <mc:Choice xmlns:v="urn:schemas-microsoft-com:vml" Requires="v">
                <p:oleObj spid="_x0000_s3291" name="" r:id="rId1" imgW="1320165" imgH="571500" progId="Equation.3">
                  <p:embed/>
                </p:oleObj>
              </mc:Choice>
              <mc:Fallback>
                <p:oleObj name="" r:id="rId1" imgW="1320165" imgH="571500" progId="Equation.3">
                  <p:embed/>
                  <p:pic>
                    <p:nvPicPr>
                      <p:cNvPr id="0" name="图片 3290"/>
                      <p:cNvPicPr/>
                      <p:nvPr/>
                    </p:nvPicPr>
                    <p:blipFill>
                      <a:blip r:embed="rId2">
                        <a:clrChange>
                          <a:clrFrom>
                            <a:srgbClr val="000000"/>
                          </a:clrFrom>
                          <a:clrTo>
                            <a:srgbClr val="FFFFFF"/>
                          </a:clrTo>
                        </a:clrChange>
                      </a:blip>
                      <a:stretch>
                        <a:fillRect/>
                      </a:stretch>
                    </p:blipFill>
                    <p:spPr>
                      <a:xfrm>
                        <a:off x="1403350" y="1268413"/>
                        <a:ext cx="3313113" cy="1433512"/>
                      </a:xfrm>
                      <a:prstGeom prst="rect">
                        <a:avLst/>
                      </a:prstGeom>
                      <a:noFill/>
                      <a:ln w="38100">
                        <a:noFill/>
                        <a:miter/>
                      </a:ln>
                    </p:spPr>
                  </p:pic>
                </p:oleObj>
              </mc:Fallback>
            </mc:AlternateContent>
          </a:graphicData>
        </a:graphic>
      </p:graphicFrame>
      <p:sp>
        <p:nvSpPr>
          <p:cNvPr id="3080" name="Text Box 8"/>
          <p:cNvSpPr txBox="1"/>
          <p:nvPr/>
        </p:nvSpPr>
        <p:spPr>
          <a:xfrm>
            <a:off x="755650" y="2852738"/>
            <a:ext cx="7056438"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方法</a:t>
            </a:r>
            <a:r>
              <a:rPr lang="en-US" altLang="zh-CN" b="0" dirty="0">
                <a:solidFill>
                  <a:srgbClr val="FFFF00"/>
                </a:solidFill>
                <a:latin typeface="Times New Roman" panose="02020603050405020304" pitchFamily="18" charset="0"/>
              </a:rPr>
              <a:t>1</a:t>
            </a:r>
            <a:r>
              <a:rPr lang="zh-CN" altLang="en-US" dirty="0">
                <a:solidFill>
                  <a:srgbClr val="FFFF00"/>
                </a:solidFill>
                <a:latin typeface="楷体_GB2312" pitchFamily="49" charset="-122"/>
              </a:rPr>
              <a:t>：直接由参数方程得到等效电路。</a:t>
            </a:r>
            <a:endParaRPr lang="zh-CN" altLang="en-US" dirty="0">
              <a:solidFill>
                <a:srgbClr val="FFFF00"/>
              </a:solidFill>
              <a:latin typeface="楷体_GB2312" pitchFamily="49" charset="-122"/>
            </a:endParaRPr>
          </a:p>
        </p:txBody>
      </p:sp>
      <p:grpSp>
        <p:nvGrpSpPr>
          <p:cNvPr id="31755" name="Group 51"/>
          <p:cNvGrpSpPr/>
          <p:nvPr/>
        </p:nvGrpSpPr>
        <p:grpSpPr>
          <a:xfrm>
            <a:off x="8316913" y="6446838"/>
            <a:ext cx="792162" cy="366712"/>
            <a:chOff x="5193" y="4020"/>
            <a:chExt cx="499" cy="231"/>
          </a:xfrm>
        </p:grpSpPr>
        <p:pic>
          <p:nvPicPr>
            <p:cNvPr id="31792" name="Picture 52"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1793" name="Text Box 5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1756" name="Group 54"/>
          <p:cNvGrpSpPr/>
          <p:nvPr/>
        </p:nvGrpSpPr>
        <p:grpSpPr>
          <a:xfrm>
            <a:off x="7453313" y="6446838"/>
            <a:ext cx="792162" cy="366712"/>
            <a:chOff x="4649" y="4020"/>
            <a:chExt cx="499" cy="231"/>
          </a:xfrm>
        </p:grpSpPr>
        <p:pic>
          <p:nvPicPr>
            <p:cNvPr id="31790" name="Picture 55"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1791" name="Text Box 5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31747" name="Object 63"/>
          <p:cNvGraphicFramePr/>
          <p:nvPr/>
        </p:nvGraphicFramePr>
        <p:xfrm>
          <a:off x="1908175" y="3500438"/>
          <a:ext cx="330200" cy="587375"/>
        </p:xfrm>
        <a:graphic>
          <a:graphicData uri="http://schemas.openxmlformats.org/presentationml/2006/ole">
            <mc:AlternateContent xmlns:mc="http://schemas.openxmlformats.org/markup-compatibility/2006">
              <mc:Choice xmlns:v="urn:schemas-microsoft-com:vml" Requires="v">
                <p:oleObj spid="_x0000_s3294" name="" r:id="rId4" imgW="165100" imgH="291465" progId="Equation.3">
                  <p:embed/>
                </p:oleObj>
              </mc:Choice>
              <mc:Fallback>
                <p:oleObj name="" r:id="rId4" imgW="165100" imgH="291465" progId="Equation.3">
                  <p:embed/>
                  <p:pic>
                    <p:nvPicPr>
                      <p:cNvPr id="0" name="图片 3293"/>
                      <p:cNvPicPr/>
                      <p:nvPr/>
                    </p:nvPicPr>
                    <p:blipFill>
                      <a:blip r:embed="rId5">
                        <a:clrChange>
                          <a:clrFrom>
                            <a:srgbClr val="000000"/>
                          </a:clrFrom>
                          <a:clrTo>
                            <a:srgbClr val="FFFFFF"/>
                          </a:clrTo>
                        </a:clrChange>
                      </a:blip>
                      <a:stretch>
                        <a:fillRect/>
                      </a:stretch>
                    </p:blipFill>
                    <p:spPr>
                      <a:xfrm>
                        <a:off x="1908175" y="3500438"/>
                        <a:ext cx="330200" cy="587375"/>
                      </a:xfrm>
                      <a:prstGeom prst="rect">
                        <a:avLst/>
                      </a:prstGeom>
                      <a:noFill/>
                      <a:ln w="38100">
                        <a:noFill/>
                        <a:miter/>
                      </a:ln>
                    </p:spPr>
                  </p:pic>
                </p:oleObj>
              </mc:Fallback>
            </mc:AlternateContent>
          </a:graphicData>
        </a:graphic>
      </p:graphicFrame>
      <p:graphicFrame>
        <p:nvGraphicFramePr>
          <p:cNvPr id="31748" name="Object 64"/>
          <p:cNvGraphicFramePr/>
          <p:nvPr/>
        </p:nvGraphicFramePr>
        <p:xfrm>
          <a:off x="6084888" y="3500438"/>
          <a:ext cx="381000" cy="587375"/>
        </p:xfrm>
        <a:graphic>
          <a:graphicData uri="http://schemas.openxmlformats.org/presentationml/2006/ole">
            <mc:AlternateContent xmlns:mc="http://schemas.openxmlformats.org/markup-compatibility/2006">
              <mc:Choice xmlns:v="urn:schemas-microsoft-com:vml" Requires="v">
                <p:oleObj spid="_x0000_s3290" name="" r:id="rId6" imgW="190500" imgH="292100" progId="Equation.3">
                  <p:embed/>
                </p:oleObj>
              </mc:Choice>
              <mc:Fallback>
                <p:oleObj name="" r:id="rId6" imgW="190500" imgH="292100" progId="Equation.3">
                  <p:embed/>
                  <p:pic>
                    <p:nvPicPr>
                      <p:cNvPr id="0" name="图片 3289"/>
                      <p:cNvPicPr/>
                      <p:nvPr/>
                    </p:nvPicPr>
                    <p:blipFill>
                      <a:blip r:embed="rId7">
                        <a:clrChange>
                          <a:clrFrom>
                            <a:srgbClr val="000000"/>
                          </a:clrFrom>
                          <a:clrTo>
                            <a:srgbClr val="FFFFFF"/>
                          </a:clrTo>
                        </a:clrChange>
                      </a:blip>
                      <a:stretch>
                        <a:fillRect/>
                      </a:stretch>
                    </p:blipFill>
                    <p:spPr>
                      <a:xfrm>
                        <a:off x="6084888" y="3500438"/>
                        <a:ext cx="381000" cy="587375"/>
                      </a:xfrm>
                      <a:prstGeom prst="rect">
                        <a:avLst/>
                      </a:prstGeom>
                      <a:noFill/>
                      <a:ln w="38100">
                        <a:noFill/>
                        <a:miter/>
                      </a:ln>
                    </p:spPr>
                  </p:pic>
                </p:oleObj>
              </mc:Fallback>
            </mc:AlternateContent>
          </a:graphicData>
        </a:graphic>
      </p:graphicFrame>
      <p:grpSp>
        <p:nvGrpSpPr>
          <p:cNvPr id="4" name="Group 103"/>
          <p:cNvGrpSpPr/>
          <p:nvPr/>
        </p:nvGrpSpPr>
        <p:grpSpPr>
          <a:xfrm>
            <a:off x="1187450" y="3932238"/>
            <a:ext cx="5959475" cy="1816100"/>
            <a:chOff x="748" y="2477"/>
            <a:chExt cx="3754" cy="1144"/>
          </a:xfrm>
        </p:grpSpPr>
        <p:sp>
          <p:nvSpPr>
            <p:cNvPr id="31761" name="Line 79"/>
            <p:cNvSpPr/>
            <p:nvPr/>
          </p:nvSpPr>
          <p:spPr>
            <a:xfrm rot="-5400000">
              <a:off x="3515" y="1887"/>
              <a:ext cx="0" cy="1361"/>
            </a:xfrm>
            <a:prstGeom prst="line">
              <a:avLst/>
            </a:prstGeom>
            <a:ln w="28575" cap="flat" cmpd="sng">
              <a:solidFill>
                <a:srgbClr val="FFCC00"/>
              </a:solidFill>
              <a:prstDash val="solid"/>
              <a:headEnd type="none" w="med" len="med"/>
              <a:tailEnd type="none" w="med" len="med"/>
            </a:ln>
          </p:spPr>
        </p:sp>
        <p:sp>
          <p:nvSpPr>
            <p:cNvPr id="31762" name="Line 74"/>
            <p:cNvSpPr/>
            <p:nvPr/>
          </p:nvSpPr>
          <p:spPr>
            <a:xfrm rot="5400000" flipV="1">
              <a:off x="1694" y="1978"/>
              <a:ext cx="0" cy="1179"/>
            </a:xfrm>
            <a:prstGeom prst="line">
              <a:avLst/>
            </a:prstGeom>
            <a:ln w="28575" cap="flat" cmpd="sng">
              <a:solidFill>
                <a:srgbClr val="FFCC00"/>
              </a:solidFill>
              <a:prstDash val="solid"/>
              <a:headEnd type="none" w="med" len="med"/>
              <a:tailEnd type="none" w="med" len="med"/>
            </a:ln>
          </p:spPr>
        </p:sp>
        <p:sp>
          <p:nvSpPr>
            <p:cNvPr id="31763" name="Line 61"/>
            <p:cNvSpPr/>
            <p:nvPr/>
          </p:nvSpPr>
          <p:spPr>
            <a:xfrm>
              <a:off x="2285" y="2568"/>
              <a:ext cx="1" cy="953"/>
            </a:xfrm>
            <a:prstGeom prst="line">
              <a:avLst/>
            </a:prstGeom>
            <a:ln w="28575" cap="flat" cmpd="sng">
              <a:solidFill>
                <a:srgbClr val="FFCC00"/>
              </a:solidFill>
              <a:prstDash val="solid"/>
              <a:headEnd type="none" w="med" len="med"/>
              <a:tailEnd type="oval" w="med" len="med"/>
            </a:ln>
          </p:spPr>
        </p:sp>
        <p:sp>
          <p:nvSpPr>
            <p:cNvPr id="31764" name="Line 65"/>
            <p:cNvSpPr/>
            <p:nvPr/>
          </p:nvSpPr>
          <p:spPr>
            <a:xfrm>
              <a:off x="1060" y="3521"/>
              <a:ext cx="3130" cy="0"/>
            </a:xfrm>
            <a:prstGeom prst="line">
              <a:avLst/>
            </a:prstGeom>
            <a:ln w="28575" cap="flat" cmpd="sng">
              <a:solidFill>
                <a:srgbClr val="FFCC00"/>
              </a:solidFill>
              <a:prstDash val="solid"/>
              <a:headEnd type="none" w="med" len="med"/>
              <a:tailEnd type="none" w="med" len="med"/>
            </a:ln>
          </p:spPr>
        </p:sp>
        <p:sp>
          <p:nvSpPr>
            <p:cNvPr id="31765" name="Line 66"/>
            <p:cNvSpPr/>
            <p:nvPr/>
          </p:nvSpPr>
          <p:spPr>
            <a:xfrm>
              <a:off x="1156" y="2568"/>
              <a:ext cx="294" cy="0"/>
            </a:xfrm>
            <a:prstGeom prst="line">
              <a:avLst/>
            </a:prstGeom>
            <a:ln w="28575" cap="flat" cmpd="sng">
              <a:solidFill>
                <a:srgbClr val="00FFFF"/>
              </a:solidFill>
              <a:prstDash val="solid"/>
              <a:headEnd type="none" w="med" len="med"/>
              <a:tailEnd type="triangle" w="med" len="med"/>
            </a:ln>
          </p:spPr>
        </p:sp>
        <p:sp>
          <p:nvSpPr>
            <p:cNvPr id="31766" name="Text Box 67"/>
            <p:cNvSpPr txBox="1"/>
            <p:nvPr/>
          </p:nvSpPr>
          <p:spPr>
            <a:xfrm>
              <a:off x="793" y="247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1767" name="Text Box 68"/>
            <p:cNvSpPr txBox="1"/>
            <p:nvPr/>
          </p:nvSpPr>
          <p:spPr>
            <a:xfrm>
              <a:off x="793" y="329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1768" name="Line 69"/>
            <p:cNvSpPr/>
            <p:nvPr/>
          </p:nvSpPr>
          <p:spPr>
            <a:xfrm flipH="1">
              <a:off x="3806" y="2567"/>
              <a:ext cx="294" cy="0"/>
            </a:xfrm>
            <a:prstGeom prst="line">
              <a:avLst/>
            </a:prstGeom>
            <a:ln w="28575" cap="flat" cmpd="sng">
              <a:solidFill>
                <a:srgbClr val="00FFFF"/>
              </a:solidFill>
              <a:prstDash val="solid"/>
              <a:headEnd type="none" w="med" len="med"/>
              <a:tailEnd type="triangle" w="med" len="med"/>
            </a:ln>
          </p:spPr>
        </p:sp>
        <p:sp>
          <p:nvSpPr>
            <p:cNvPr id="31769" name="Text Box 70"/>
            <p:cNvSpPr txBox="1"/>
            <p:nvPr/>
          </p:nvSpPr>
          <p:spPr>
            <a:xfrm>
              <a:off x="4235" y="2523"/>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1770" name="Text Box 71"/>
            <p:cNvSpPr txBox="1"/>
            <p:nvPr/>
          </p:nvSpPr>
          <p:spPr>
            <a:xfrm>
              <a:off x="4235" y="324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31749" name="Object 72"/>
            <p:cNvGraphicFramePr/>
            <p:nvPr/>
          </p:nvGraphicFramePr>
          <p:xfrm>
            <a:off x="748" y="2795"/>
            <a:ext cx="272" cy="370"/>
          </p:xfrm>
          <a:graphic>
            <a:graphicData uri="http://schemas.openxmlformats.org/presentationml/2006/ole">
              <mc:AlternateContent xmlns:mc="http://schemas.openxmlformats.org/markup-compatibility/2006">
                <mc:Choice xmlns:v="urn:schemas-microsoft-com:vml" Requires="v">
                  <p:oleObj spid="_x0000_s3296" name="" r:id="rId8" imgW="215900" imgH="291465" progId="Equation.3">
                    <p:embed/>
                  </p:oleObj>
                </mc:Choice>
                <mc:Fallback>
                  <p:oleObj name="" r:id="rId8" imgW="215900" imgH="291465" progId="Equation.3">
                    <p:embed/>
                    <p:pic>
                      <p:nvPicPr>
                        <p:cNvPr id="0" name="图片 3295"/>
                        <p:cNvPicPr/>
                        <p:nvPr/>
                      </p:nvPicPr>
                      <p:blipFill>
                        <a:blip r:embed="rId9">
                          <a:clrChange>
                            <a:clrFrom>
                              <a:srgbClr val="000000"/>
                            </a:clrFrom>
                            <a:clrTo>
                              <a:srgbClr val="FFFFFF"/>
                            </a:clrTo>
                          </a:clrChange>
                        </a:blip>
                        <a:stretch>
                          <a:fillRect/>
                        </a:stretch>
                      </p:blipFill>
                      <p:spPr>
                        <a:xfrm>
                          <a:off x="748" y="2795"/>
                          <a:ext cx="272" cy="370"/>
                        </a:xfrm>
                        <a:prstGeom prst="rect">
                          <a:avLst/>
                        </a:prstGeom>
                        <a:noFill/>
                        <a:ln w="38100">
                          <a:noFill/>
                          <a:miter/>
                        </a:ln>
                      </p:spPr>
                    </p:pic>
                  </p:oleObj>
                </mc:Fallback>
              </mc:AlternateContent>
            </a:graphicData>
          </a:graphic>
        </p:graphicFrame>
        <p:graphicFrame>
          <p:nvGraphicFramePr>
            <p:cNvPr id="31750" name="Object 73"/>
            <p:cNvGraphicFramePr/>
            <p:nvPr/>
          </p:nvGraphicFramePr>
          <p:xfrm>
            <a:off x="4190" y="2795"/>
            <a:ext cx="304" cy="370"/>
          </p:xfrm>
          <a:graphic>
            <a:graphicData uri="http://schemas.openxmlformats.org/presentationml/2006/ole">
              <mc:AlternateContent xmlns:mc="http://schemas.openxmlformats.org/markup-compatibility/2006">
                <mc:Choice xmlns:v="urn:schemas-microsoft-com:vml" Requires="v">
                  <p:oleObj spid="_x0000_s3299" name="" r:id="rId10" imgW="241300" imgH="292100" progId="Equation.3">
                    <p:embed/>
                  </p:oleObj>
                </mc:Choice>
                <mc:Fallback>
                  <p:oleObj name="" r:id="rId10" imgW="241300" imgH="292100" progId="Equation.3">
                    <p:embed/>
                    <p:pic>
                      <p:nvPicPr>
                        <p:cNvPr id="0" name="图片 3298"/>
                        <p:cNvPicPr/>
                        <p:nvPr/>
                      </p:nvPicPr>
                      <p:blipFill>
                        <a:blip r:embed="rId11">
                          <a:clrChange>
                            <a:clrFrom>
                              <a:srgbClr val="000000"/>
                            </a:clrFrom>
                            <a:clrTo>
                              <a:srgbClr val="FFFFFF"/>
                            </a:clrTo>
                          </a:clrChange>
                        </a:blip>
                        <a:stretch>
                          <a:fillRect/>
                        </a:stretch>
                      </p:blipFill>
                      <p:spPr>
                        <a:xfrm>
                          <a:off x="4190" y="2795"/>
                          <a:ext cx="304" cy="370"/>
                        </a:xfrm>
                        <a:prstGeom prst="rect">
                          <a:avLst/>
                        </a:prstGeom>
                        <a:noFill/>
                        <a:ln w="38100">
                          <a:noFill/>
                          <a:miter/>
                        </a:ln>
                      </p:spPr>
                    </p:pic>
                  </p:oleObj>
                </mc:Fallback>
              </mc:AlternateContent>
            </a:graphicData>
          </a:graphic>
        </p:graphicFrame>
        <p:sp>
          <p:nvSpPr>
            <p:cNvPr id="31771" name="Oval 75"/>
            <p:cNvSpPr/>
            <p:nvPr/>
          </p:nvSpPr>
          <p:spPr>
            <a:xfrm>
              <a:off x="1037" y="254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2" name="Oval 76"/>
            <p:cNvSpPr/>
            <p:nvPr/>
          </p:nvSpPr>
          <p:spPr>
            <a:xfrm>
              <a:off x="998" y="348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3" name="Oval 77"/>
            <p:cNvSpPr/>
            <p:nvPr/>
          </p:nvSpPr>
          <p:spPr>
            <a:xfrm>
              <a:off x="4191" y="253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4" name="Oval 78"/>
            <p:cNvSpPr/>
            <p:nvPr/>
          </p:nvSpPr>
          <p:spPr>
            <a:xfrm>
              <a:off x="4175" y="348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5" name="Line 80"/>
            <p:cNvSpPr/>
            <p:nvPr/>
          </p:nvSpPr>
          <p:spPr>
            <a:xfrm>
              <a:off x="3564" y="2568"/>
              <a:ext cx="0" cy="953"/>
            </a:xfrm>
            <a:prstGeom prst="line">
              <a:avLst/>
            </a:prstGeom>
            <a:ln w="28575" cap="flat" cmpd="sng">
              <a:solidFill>
                <a:srgbClr val="FFCC00"/>
              </a:solidFill>
              <a:prstDash val="solid"/>
              <a:headEnd type="oval" w="med" len="med"/>
              <a:tailEnd type="oval" w="med" len="med"/>
            </a:ln>
          </p:spPr>
        </p:sp>
        <p:sp>
          <p:nvSpPr>
            <p:cNvPr id="31776" name="Rectangle 81"/>
            <p:cNvSpPr/>
            <p:nvPr/>
          </p:nvSpPr>
          <p:spPr>
            <a:xfrm>
              <a:off x="1105" y="2659"/>
              <a:ext cx="294" cy="538"/>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11</a:t>
              </a:r>
              <a:endParaRPr lang="en-US" altLang="zh-CN" b="0" dirty="0">
                <a:latin typeface="Times New Roman" panose="02020603050405020304" pitchFamily="18" charset="0"/>
                <a:ea typeface="宋体" panose="02010600030101010101" pitchFamily="2" charset="-122"/>
              </a:endParaRPr>
            </a:p>
          </p:txBody>
        </p:sp>
        <p:sp>
          <p:nvSpPr>
            <p:cNvPr id="31777" name="Rectangle 82"/>
            <p:cNvSpPr/>
            <p:nvPr/>
          </p:nvSpPr>
          <p:spPr>
            <a:xfrm>
              <a:off x="3645" y="2659"/>
              <a:ext cx="294" cy="538"/>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22</a:t>
              </a:r>
              <a:endParaRPr lang="en-US" altLang="zh-CN" b="0" dirty="0">
                <a:latin typeface="Times New Roman" panose="02020603050405020304" pitchFamily="18" charset="0"/>
                <a:ea typeface="宋体" panose="02010600030101010101" pitchFamily="2" charset="-122"/>
              </a:endParaRPr>
            </a:p>
          </p:txBody>
        </p:sp>
        <p:graphicFrame>
          <p:nvGraphicFramePr>
            <p:cNvPr id="31751" name="Object 83"/>
            <p:cNvGraphicFramePr/>
            <p:nvPr/>
          </p:nvGraphicFramePr>
          <p:xfrm>
            <a:off x="2925" y="3022"/>
            <a:ext cx="497" cy="384"/>
          </p:xfrm>
          <a:graphic>
            <a:graphicData uri="http://schemas.openxmlformats.org/presentationml/2006/ole">
              <mc:AlternateContent xmlns:mc="http://schemas.openxmlformats.org/markup-compatibility/2006">
                <mc:Choice xmlns:v="urn:schemas-microsoft-com:vml" Requires="v">
                  <p:oleObj spid="_x0000_s3298" name="" r:id="rId12" imgW="393065" imgH="304800" progId="Equation.3">
                    <p:embed/>
                  </p:oleObj>
                </mc:Choice>
                <mc:Fallback>
                  <p:oleObj name="" r:id="rId12" imgW="393065" imgH="304800" progId="Equation.3">
                    <p:embed/>
                    <p:pic>
                      <p:nvPicPr>
                        <p:cNvPr id="0" name="图片 3297"/>
                        <p:cNvPicPr/>
                        <p:nvPr/>
                      </p:nvPicPr>
                      <p:blipFill>
                        <a:blip r:embed="rId13">
                          <a:clrChange>
                            <a:clrFrom>
                              <a:srgbClr val="000000"/>
                            </a:clrFrom>
                            <a:clrTo>
                              <a:srgbClr val="FFFFFF"/>
                            </a:clrTo>
                          </a:clrChange>
                        </a:blip>
                        <a:stretch>
                          <a:fillRect/>
                        </a:stretch>
                      </p:blipFill>
                      <p:spPr>
                        <a:xfrm>
                          <a:off x="2925" y="3022"/>
                          <a:ext cx="497" cy="384"/>
                        </a:xfrm>
                        <a:prstGeom prst="rect">
                          <a:avLst/>
                        </a:prstGeom>
                        <a:noFill/>
                        <a:ln w="38100">
                          <a:noFill/>
                          <a:miter/>
                        </a:ln>
                      </p:spPr>
                    </p:pic>
                  </p:oleObj>
                </mc:Fallback>
              </mc:AlternateContent>
            </a:graphicData>
          </a:graphic>
        </p:graphicFrame>
        <p:graphicFrame>
          <p:nvGraphicFramePr>
            <p:cNvPr id="31752" name="Object 86"/>
            <p:cNvGraphicFramePr/>
            <p:nvPr/>
          </p:nvGraphicFramePr>
          <p:xfrm>
            <a:off x="1703" y="2976"/>
            <a:ext cx="497" cy="384"/>
          </p:xfrm>
          <a:graphic>
            <a:graphicData uri="http://schemas.openxmlformats.org/presentationml/2006/ole">
              <mc:AlternateContent xmlns:mc="http://schemas.openxmlformats.org/markup-compatibility/2006">
                <mc:Choice xmlns:v="urn:schemas-microsoft-com:vml" Requires="v">
                  <p:oleObj spid="_x0000_s3297" name="" r:id="rId14" imgW="393065" imgH="304800" progId="Equation.3">
                    <p:embed/>
                  </p:oleObj>
                </mc:Choice>
                <mc:Fallback>
                  <p:oleObj name="" r:id="rId14" imgW="393065" imgH="304800" progId="Equation.3">
                    <p:embed/>
                    <p:pic>
                      <p:nvPicPr>
                        <p:cNvPr id="0" name="图片 3296"/>
                        <p:cNvPicPr/>
                        <p:nvPr/>
                      </p:nvPicPr>
                      <p:blipFill>
                        <a:blip r:embed="rId15">
                          <a:clrChange>
                            <a:clrFrom>
                              <a:srgbClr val="000000"/>
                            </a:clrFrom>
                            <a:clrTo>
                              <a:srgbClr val="FFFFFF"/>
                            </a:clrTo>
                          </a:clrChange>
                        </a:blip>
                        <a:stretch>
                          <a:fillRect/>
                        </a:stretch>
                      </p:blipFill>
                      <p:spPr>
                        <a:xfrm>
                          <a:off x="1703" y="2976"/>
                          <a:ext cx="497" cy="384"/>
                        </a:xfrm>
                        <a:prstGeom prst="rect">
                          <a:avLst/>
                        </a:prstGeom>
                        <a:noFill/>
                        <a:ln w="38100">
                          <a:noFill/>
                          <a:miter/>
                        </a:ln>
                      </p:spPr>
                    </p:pic>
                  </p:oleObj>
                </mc:Fallback>
              </mc:AlternateContent>
            </a:graphicData>
          </a:graphic>
        </p:graphicFrame>
        <p:sp>
          <p:nvSpPr>
            <p:cNvPr id="31778" name="Line 87"/>
            <p:cNvSpPr/>
            <p:nvPr/>
          </p:nvSpPr>
          <p:spPr>
            <a:xfrm rot="5400000">
              <a:off x="2097" y="3214"/>
              <a:ext cx="385" cy="0"/>
            </a:xfrm>
            <a:prstGeom prst="line">
              <a:avLst/>
            </a:prstGeom>
            <a:ln w="28575" cap="flat" cmpd="sng">
              <a:solidFill>
                <a:srgbClr val="00FFFF"/>
              </a:solidFill>
              <a:prstDash val="solid"/>
              <a:headEnd type="none" w="med" len="med"/>
              <a:tailEnd type="triangle" w="med" len="med"/>
            </a:ln>
          </p:spPr>
        </p:sp>
        <p:sp>
          <p:nvSpPr>
            <p:cNvPr id="31779" name="Line 88"/>
            <p:cNvSpPr/>
            <p:nvPr/>
          </p:nvSpPr>
          <p:spPr>
            <a:xfrm>
              <a:off x="1468" y="2568"/>
              <a:ext cx="0" cy="953"/>
            </a:xfrm>
            <a:prstGeom prst="line">
              <a:avLst/>
            </a:prstGeom>
            <a:ln w="28575" cap="flat" cmpd="sng">
              <a:solidFill>
                <a:srgbClr val="FFCC00"/>
              </a:solidFill>
              <a:prstDash val="solid"/>
              <a:headEnd type="oval" w="med" len="med"/>
              <a:tailEnd type="oval" w="med" len="med"/>
            </a:ln>
          </p:spPr>
        </p:sp>
        <p:sp>
          <p:nvSpPr>
            <p:cNvPr id="31780" name="Rectangle 89"/>
            <p:cNvSpPr/>
            <p:nvPr/>
          </p:nvSpPr>
          <p:spPr>
            <a:xfrm>
              <a:off x="3491" y="288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1781" name="Rectangle 90"/>
            <p:cNvSpPr/>
            <p:nvPr/>
          </p:nvSpPr>
          <p:spPr>
            <a:xfrm>
              <a:off x="1396" y="288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1782" name="Line 91"/>
            <p:cNvSpPr/>
            <p:nvPr/>
          </p:nvSpPr>
          <p:spPr>
            <a:xfrm flipH="1">
              <a:off x="2835" y="2568"/>
              <a:ext cx="0" cy="952"/>
            </a:xfrm>
            <a:prstGeom prst="line">
              <a:avLst/>
            </a:prstGeom>
            <a:ln w="28575" cap="flat" cmpd="sng">
              <a:solidFill>
                <a:srgbClr val="FFCC00"/>
              </a:solidFill>
              <a:prstDash val="solid"/>
              <a:headEnd type="none" w="med" len="med"/>
              <a:tailEnd type="oval" w="med" len="med"/>
            </a:ln>
          </p:spPr>
        </p:sp>
        <p:sp>
          <p:nvSpPr>
            <p:cNvPr id="31783" name="Line 84"/>
            <p:cNvSpPr/>
            <p:nvPr/>
          </p:nvSpPr>
          <p:spPr>
            <a:xfrm rot="5400000">
              <a:off x="2642" y="3214"/>
              <a:ext cx="385" cy="0"/>
            </a:xfrm>
            <a:prstGeom prst="line">
              <a:avLst/>
            </a:prstGeom>
            <a:ln w="28575" cap="flat" cmpd="sng">
              <a:solidFill>
                <a:srgbClr val="00FFFF"/>
              </a:solidFill>
              <a:prstDash val="solid"/>
              <a:headEnd type="none" w="med" len="med"/>
              <a:tailEnd type="triangle" w="med" len="med"/>
            </a:ln>
          </p:spPr>
        </p:sp>
        <p:grpSp>
          <p:nvGrpSpPr>
            <p:cNvPr id="31784" name="Group 98"/>
            <p:cNvGrpSpPr/>
            <p:nvPr/>
          </p:nvGrpSpPr>
          <p:grpSpPr>
            <a:xfrm>
              <a:off x="2602" y="2750"/>
              <a:ext cx="459" cy="363"/>
              <a:chOff x="2596" y="2894"/>
              <a:chExt cx="459" cy="363"/>
            </a:xfrm>
          </p:grpSpPr>
          <p:sp>
            <p:nvSpPr>
              <p:cNvPr id="31788" name="AutoShape 92"/>
              <p:cNvSpPr/>
              <p:nvPr/>
            </p:nvSpPr>
            <p:spPr>
              <a:xfrm>
                <a:off x="2596" y="2894"/>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89" name="Line 93"/>
              <p:cNvSpPr/>
              <p:nvPr/>
            </p:nvSpPr>
            <p:spPr>
              <a:xfrm>
                <a:off x="2602" y="3067"/>
                <a:ext cx="453" cy="0"/>
              </a:xfrm>
              <a:prstGeom prst="line">
                <a:avLst/>
              </a:prstGeom>
              <a:ln w="38100" cap="flat" cmpd="sng">
                <a:solidFill>
                  <a:srgbClr val="FF9900"/>
                </a:solidFill>
                <a:prstDash val="solid"/>
                <a:headEnd type="none" w="med" len="med"/>
                <a:tailEnd type="none" w="med" len="med"/>
              </a:ln>
            </p:spPr>
          </p:sp>
        </p:grpSp>
        <p:grpSp>
          <p:nvGrpSpPr>
            <p:cNvPr id="31785" name="Group 97"/>
            <p:cNvGrpSpPr/>
            <p:nvPr/>
          </p:nvGrpSpPr>
          <p:grpSpPr>
            <a:xfrm>
              <a:off x="2058" y="2750"/>
              <a:ext cx="454" cy="363"/>
              <a:chOff x="2058" y="2894"/>
              <a:chExt cx="454" cy="363"/>
            </a:xfrm>
          </p:grpSpPr>
          <p:sp>
            <p:nvSpPr>
              <p:cNvPr id="31786" name="AutoShape 62"/>
              <p:cNvSpPr/>
              <p:nvPr/>
            </p:nvSpPr>
            <p:spPr>
              <a:xfrm>
                <a:off x="2058" y="2894"/>
                <a:ext cx="454"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87" name="Line 85"/>
              <p:cNvSpPr/>
              <p:nvPr/>
            </p:nvSpPr>
            <p:spPr>
              <a:xfrm>
                <a:off x="2058" y="3067"/>
                <a:ext cx="453" cy="0"/>
              </a:xfrm>
              <a:prstGeom prst="line">
                <a:avLst/>
              </a:prstGeom>
              <a:ln w="38100" cap="flat" cmpd="sng">
                <a:solidFill>
                  <a:srgbClr val="FF9900"/>
                </a:solidFill>
                <a:prstDash val="solid"/>
                <a:headEnd type="none" w="med" len="med"/>
                <a:tailEnd type="none" w="med" len="med"/>
              </a:ln>
            </p:spPr>
          </p:sp>
        </p:grpSp>
      </p:grpSp>
      <p:grpSp>
        <p:nvGrpSpPr>
          <p:cNvPr id="31758" name="Group 100"/>
          <p:cNvGrpSpPr/>
          <p:nvPr/>
        </p:nvGrpSpPr>
        <p:grpSpPr>
          <a:xfrm>
            <a:off x="6588125" y="6446838"/>
            <a:ext cx="792163" cy="366712"/>
            <a:chOff x="4649" y="4020"/>
            <a:chExt cx="499" cy="231"/>
          </a:xfrm>
        </p:grpSpPr>
        <p:pic>
          <p:nvPicPr>
            <p:cNvPr id="31759" name="Picture 101"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31760" name="Text Box 10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78"/>
                                        </p:tgtEl>
                                        <p:attrNameLst>
                                          <p:attrName>style.visibility</p:attrName>
                                        </p:attrNameLst>
                                      </p:cBhvr>
                                      <p:to>
                                        <p:strVal val="visible"/>
                                      </p:to>
                                    </p:set>
                                    <p:anim calcmode="lin" valueType="num">
                                      <p:cBhvr additive="base">
                                        <p:cTn id="7" dur="500" fill="hold"/>
                                        <p:tgtEl>
                                          <p:spTgt spid="3078"/>
                                        </p:tgtEl>
                                        <p:attrNameLst>
                                          <p:attrName>ppt_x</p:attrName>
                                        </p:attrNameLst>
                                      </p:cBhvr>
                                      <p:tavLst>
                                        <p:tav tm="0">
                                          <p:val>
                                            <p:strVal val="0-#ppt_w/2"/>
                                          </p:val>
                                        </p:tav>
                                        <p:tav tm="100000">
                                          <p:val>
                                            <p:strVal val="#ppt_x"/>
                                          </p:val>
                                        </p:tav>
                                      </p:tavLst>
                                    </p:anim>
                                    <p:anim calcmode="lin" valueType="num">
                                      <p:cBhvr additive="base">
                                        <p:cTn id="8" dur="500" fill="hold"/>
                                        <p:tgtEl>
                                          <p:spTgt spid="30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079"/>
                                        </p:tgtEl>
                                        <p:attrNameLst>
                                          <p:attrName>style.visibility</p:attrName>
                                        </p:attrNameLst>
                                      </p:cBhvr>
                                      <p:to>
                                        <p:strVal val="visible"/>
                                      </p:to>
                                    </p:set>
                                    <p:animEffect transition="in" filter="dissolve">
                                      <p:cBhvr>
                                        <p:cTn id="13" dur="500"/>
                                        <p:tgtEl>
                                          <p:spTgt spid="307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080">
                                            <p:txEl>
                                              <p:charRg st="0" end="19"/>
                                            </p:txEl>
                                          </p:spTgt>
                                        </p:tgtEl>
                                        <p:attrNameLst>
                                          <p:attrName>style.visibility</p:attrName>
                                        </p:attrNameLst>
                                      </p:cBhvr>
                                      <p:to>
                                        <p:strVal val="visible"/>
                                      </p:to>
                                    </p:set>
                                    <p:animEffect transition="in" filter="wipe(left)">
                                      <p:cBhvr>
                                        <p:cTn id="18" dur="500"/>
                                        <p:tgtEl>
                                          <p:spTgt spid="3080">
                                            <p:txEl>
                                              <p:charRg st="0" end="1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p:bldP spid="308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78" name="Text Box 42"/>
          <p:cNvSpPr txBox="1"/>
          <p:nvPr/>
        </p:nvSpPr>
        <p:spPr>
          <a:xfrm>
            <a:off x="539750" y="404813"/>
            <a:ext cx="5903913"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方法</a:t>
            </a:r>
            <a:r>
              <a:rPr lang="en-US" altLang="zh-CN" b="0" dirty="0">
                <a:solidFill>
                  <a:srgbClr val="FFFF00"/>
                </a:solidFill>
                <a:latin typeface="Times New Roman" panose="02020603050405020304" pitchFamily="18" charset="0"/>
              </a:rPr>
              <a:t>2</a:t>
            </a:r>
            <a:r>
              <a:rPr lang="zh-CN" altLang="en-US" dirty="0">
                <a:solidFill>
                  <a:srgbClr val="FFFF00"/>
                </a:solidFill>
                <a:latin typeface="楷体_GB2312" pitchFamily="49" charset="-122"/>
              </a:rPr>
              <a:t>：采用等效变换的方法。</a:t>
            </a:r>
            <a:endParaRPr lang="zh-CN" altLang="en-US" dirty="0">
              <a:solidFill>
                <a:srgbClr val="FFFF00"/>
              </a:solidFill>
              <a:latin typeface="楷体_GB2312" pitchFamily="49" charset="-122"/>
            </a:endParaRPr>
          </a:p>
        </p:txBody>
      </p:sp>
      <p:graphicFrame>
        <p:nvGraphicFramePr>
          <p:cNvPr id="39982" name="Object 46"/>
          <p:cNvGraphicFramePr/>
          <p:nvPr/>
        </p:nvGraphicFramePr>
        <p:xfrm>
          <a:off x="611188" y="981075"/>
          <a:ext cx="7594600" cy="638175"/>
        </p:xfrm>
        <a:graphic>
          <a:graphicData uri="http://schemas.openxmlformats.org/presentationml/2006/ole">
            <mc:AlternateContent xmlns:mc="http://schemas.openxmlformats.org/markup-compatibility/2006">
              <mc:Choice xmlns:v="urn:schemas-microsoft-com:vml" Requires="v">
                <p:oleObj spid="_x0000_s3301" name="" r:id="rId1" imgW="3158490" imgH="266065" progId="Equation.3">
                  <p:embed/>
                </p:oleObj>
              </mc:Choice>
              <mc:Fallback>
                <p:oleObj name="" r:id="rId1" imgW="3158490" imgH="266065" progId="Equation.3">
                  <p:embed/>
                  <p:pic>
                    <p:nvPicPr>
                      <p:cNvPr id="0" name="图片 3300"/>
                      <p:cNvPicPr/>
                      <p:nvPr/>
                    </p:nvPicPr>
                    <p:blipFill>
                      <a:blip r:embed="rId2">
                        <a:clrChange>
                          <a:clrFrom>
                            <a:srgbClr val="000000"/>
                          </a:clrFrom>
                          <a:clrTo>
                            <a:srgbClr val="FFFFFF"/>
                          </a:clrTo>
                        </a:clrChange>
                      </a:blip>
                      <a:stretch>
                        <a:fillRect/>
                      </a:stretch>
                    </p:blipFill>
                    <p:spPr>
                      <a:xfrm>
                        <a:off x="611188" y="981075"/>
                        <a:ext cx="7594600" cy="638175"/>
                      </a:xfrm>
                      <a:prstGeom prst="rect">
                        <a:avLst/>
                      </a:prstGeom>
                      <a:noFill/>
                      <a:ln w="38100">
                        <a:noFill/>
                        <a:miter/>
                      </a:ln>
                    </p:spPr>
                  </p:pic>
                </p:oleObj>
              </mc:Fallback>
            </mc:AlternateContent>
          </a:graphicData>
        </a:graphic>
      </p:graphicFrame>
      <p:graphicFrame>
        <p:nvGraphicFramePr>
          <p:cNvPr id="40022" name="Object 86"/>
          <p:cNvGraphicFramePr/>
          <p:nvPr/>
        </p:nvGraphicFramePr>
        <p:xfrm>
          <a:off x="539750" y="1628775"/>
          <a:ext cx="7632700" cy="1308100"/>
        </p:xfrm>
        <a:graphic>
          <a:graphicData uri="http://schemas.openxmlformats.org/presentationml/2006/ole">
            <mc:AlternateContent xmlns:mc="http://schemas.openxmlformats.org/markup-compatibility/2006">
              <mc:Choice xmlns:v="urn:schemas-microsoft-com:vml" Requires="v">
                <p:oleObj spid="_x0000_s3300" name="" r:id="rId3" imgW="3300730" imgH="546100" progId="Equation.3">
                  <p:embed/>
                </p:oleObj>
              </mc:Choice>
              <mc:Fallback>
                <p:oleObj name="" r:id="rId3" imgW="3300730" imgH="546100" progId="Equation.3">
                  <p:embed/>
                  <p:pic>
                    <p:nvPicPr>
                      <p:cNvPr id="0" name="图片 3299"/>
                      <p:cNvPicPr/>
                      <p:nvPr/>
                    </p:nvPicPr>
                    <p:blipFill>
                      <a:blip r:embed="rId4">
                        <a:clrChange>
                          <a:clrFrom>
                            <a:srgbClr val="000000"/>
                          </a:clrFrom>
                          <a:clrTo>
                            <a:srgbClr val="FFFFFF"/>
                          </a:clrTo>
                        </a:clrChange>
                      </a:blip>
                      <a:stretch>
                        <a:fillRect/>
                      </a:stretch>
                    </p:blipFill>
                    <p:spPr>
                      <a:xfrm>
                        <a:off x="539750" y="1628775"/>
                        <a:ext cx="7632700" cy="1308100"/>
                      </a:xfrm>
                      <a:prstGeom prst="rect">
                        <a:avLst/>
                      </a:prstGeom>
                      <a:noFill/>
                      <a:ln w="38100">
                        <a:noFill/>
                        <a:miter/>
                      </a:ln>
                    </p:spPr>
                  </p:pic>
                </p:oleObj>
              </mc:Fallback>
            </mc:AlternateContent>
          </a:graphicData>
        </a:graphic>
      </p:graphicFrame>
      <p:sp>
        <p:nvSpPr>
          <p:cNvPr id="40024" name="Text Box 88"/>
          <p:cNvSpPr txBox="1"/>
          <p:nvPr/>
        </p:nvSpPr>
        <p:spPr>
          <a:xfrm>
            <a:off x="827088" y="5805488"/>
            <a:ext cx="741680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如果网络是互易的，上图变为</a:t>
            </a:r>
            <a:r>
              <a:rPr lang="zh-CN" altLang="en-US" b="0" dirty="0">
                <a:latin typeface="楷体_GB2312" pitchFamily="49" charset="-122"/>
                <a:sym typeface="Symbol" panose="05050102010706020507" pitchFamily="18" charset="2"/>
              </a:rPr>
              <a:t></a:t>
            </a:r>
            <a:r>
              <a:rPr lang="zh-CN" altLang="en-US" dirty="0">
                <a:solidFill>
                  <a:srgbClr val="FFFF00"/>
                </a:solidFill>
                <a:latin typeface="楷体_GB2312" pitchFamily="49" charset="-122"/>
              </a:rPr>
              <a:t>形等效电路。</a:t>
            </a:r>
            <a:endParaRPr lang="zh-CN" altLang="en-US" dirty="0">
              <a:solidFill>
                <a:srgbClr val="FFFF00"/>
              </a:solidFill>
              <a:latin typeface="楷体_GB2312" pitchFamily="49" charset="-122"/>
            </a:endParaRPr>
          </a:p>
        </p:txBody>
      </p:sp>
      <p:grpSp>
        <p:nvGrpSpPr>
          <p:cNvPr id="32784" name="Group 97"/>
          <p:cNvGrpSpPr/>
          <p:nvPr/>
        </p:nvGrpSpPr>
        <p:grpSpPr>
          <a:xfrm>
            <a:off x="8316913" y="6446838"/>
            <a:ext cx="792162" cy="366712"/>
            <a:chOff x="5193" y="4020"/>
            <a:chExt cx="499" cy="231"/>
          </a:xfrm>
        </p:grpSpPr>
        <p:pic>
          <p:nvPicPr>
            <p:cNvPr id="32840" name="Picture 98"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32841" name="Text Box 9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2785" name="Group 100"/>
          <p:cNvGrpSpPr/>
          <p:nvPr/>
        </p:nvGrpSpPr>
        <p:grpSpPr>
          <a:xfrm>
            <a:off x="7453313" y="6446838"/>
            <a:ext cx="792162" cy="366712"/>
            <a:chOff x="4649" y="4020"/>
            <a:chExt cx="499" cy="231"/>
          </a:xfrm>
        </p:grpSpPr>
        <p:pic>
          <p:nvPicPr>
            <p:cNvPr id="32838" name="Picture 101"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32839" name="Text Box 10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198"/>
          <p:cNvGrpSpPr/>
          <p:nvPr/>
        </p:nvGrpSpPr>
        <p:grpSpPr>
          <a:xfrm>
            <a:off x="1187450" y="2997200"/>
            <a:ext cx="5753100" cy="2652713"/>
            <a:chOff x="748" y="1888"/>
            <a:chExt cx="3624" cy="1671"/>
          </a:xfrm>
        </p:grpSpPr>
        <p:sp>
          <p:nvSpPr>
            <p:cNvPr id="32812" name="Line 117"/>
            <p:cNvSpPr/>
            <p:nvPr/>
          </p:nvSpPr>
          <p:spPr>
            <a:xfrm>
              <a:off x="884" y="2250"/>
              <a:ext cx="3266" cy="0"/>
            </a:xfrm>
            <a:prstGeom prst="line">
              <a:avLst/>
            </a:prstGeom>
            <a:ln w="28575" cap="flat" cmpd="sng">
              <a:solidFill>
                <a:srgbClr val="FFCC00"/>
              </a:solidFill>
              <a:prstDash val="solid"/>
              <a:headEnd type="none" w="med" len="med"/>
              <a:tailEnd type="none" w="med" len="med"/>
            </a:ln>
          </p:spPr>
        </p:sp>
        <p:sp>
          <p:nvSpPr>
            <p:cNvPr id="32813" name="Line 107"/>
            <p:cNvSpPr/>
            <p:nvPr/>
          </p:nvSpPr>
          <p:spPr>
            <a:xfrm flipH="1">
              <a:off x="3515" y="2251"/>
              <a:ext cx="1" cy="952"/>
            </a:xfrm>
            <a:prstGeom prst="line">
              <a:avLst/>
            </a:prstGeom>
            <a:ln w="28575" cap="flat" cmpd="sng">
              <a:solidFill>
                <a:srgbClr val="FFCC00"/>
              </a:solidFill>
              <a:prstDash val="solid"/>
              <a:headEnd type="oval" w="med" len="med"/>
              <a:tailEnd type="oval" w="med" len="med"/>
            </a:ln>
          </p:spPr>
        </p:sp>
        <p:sp>
          <p:nvSpPr>
            <p:cNvPr id="32814" name="Rectangle 109"/>
            <p:cNvSpPr/>
            <p:nvPr/>
          </p:nvSpPr>
          <p:spPr>
            <a:xfrm>
              <a:off x="1655" y="1916"/>
              <a:ext cx="66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dirty="0">
                  <a:latin typeface="宋体" panose="02010600030101010101" pitchFamily="2" charset="-122"/>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12</a:t>
              </a:r>
              <a:endParaRPr lang="en-US" altLang="zh-CN" b="0" dirty="0">
                <a:latin typeface="Times New Roman" panose="02020603050405020304" pitchFamily="18" charset="0"/>
                <a:ea typeface="宋体" panose="02010600030101010101" pitchFamily="2" charset="-122"/>
              </a:endParaRPr>
            </a:p>
          </p:txBody>
        </p:sp>
        <p:sp>
          <p:nvSpPr>
            <p:cNvPr id="32815" name="Rectangle 110"/>
            <p:cNvSpPr/>
            <p:nvPr/>
          </p:nvSpPr>
          <p:spPr>
            <a:xfrm>
              <a:off x="1447" y="2569"/>
              <a:ext cx="1089" cy="269"/>
            </a:xfrm>
            <a:prstGeom prst="rect">
              <a:avLst/>
            </a:prstGeom>
            <a:noFill/>
            <a:ln w="38100">
              <a:noFill/>
            </a:ln>
          </p:spPr>
          <p:txBody>
            <a:bodyPr lIns="0" tIns="0" rIns="0" bIns="0">
              <a:spAutoFit/>
            </a:bodyPr>
            <a:p>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11</a:t>
              </a:r>
              <a:r>
                <a:rPr lang="zh-CN" altLang="en-US" b="0" dirty="0">
                  <a:latin typeface="Times New Roman" panose="02020603050405020304" pitchFamily="18" charset="0"/>
                  <a:ea typeface="宋体" panose="02010600030101010101" pitchFamily="2" charset="-122"/>
                </a:rPr>
                <a:t>＋</a:t>
              </a:r>
              <a:r>
                <a:rPr lang="en-US" altLang="zh-CN" b="0"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12</a:t>
              </a:r>
              <a:endParaRPr lang="en-US" altLang="zh-CN" b="0" baseline="-25000" dirty="0">
                <a:latin typeface="Times New Roman" panose="02020603050405020304" pitchFamily="18" charset="0"/>
                <a:ea typeface="宋体" panose="02010600030101010101" pitchFamily="2" charset="-122"/>
              </a:endParaRPr>
            </a:p>
          </p:txBody>
        </p:sp>
        <p:sp>
          <p:nvSpPr>
            <p:cNvPr id="32816" name="Rectangle 111"/>
            <p:cNvSpPr/>
            <p:nvPr/>
          </p:nvSpPr>
          <p:spPr>
            <a:xfrm>
              <a:off x="2535" y="2569"/>
              <a:ext cx="1043" cy="269"/>
            </a:xfrm>
            <a:prstGeom prst="rect">
              <a:avLst/>
            </a:prstGeom>
            <a:noFill/>
            <a:ln w="38100">
              <a:noFill/>
            </a:ln>
          </p:spPr>
          <p:txBody>
            <a:bodyPr lIns="0" tIns="0" rIns="0" bIns="0">
              <a:spAutoFit/>
            </a:bodyPr>
            <a:p>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22</a:t>
              </a:r>
              <a:r>
                <a:rPr lang="en-US" altLang="zh-CN" b="0"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12</a:t>
              </a:r>
              <a:endParaRPr lang="en-US" altLang="zh-CN" b="0" baseline="-25000" dirty="0">
                <a:latin typeface="Times New Roman" panose="02020603050405020304" pitchFamily="18" charset="0"/>
                <a:ea typeface="宋体" panose="02010600030101010101" pitchFamily="2" charset="-122"/>
              </a:endParaRPr>
            </a:p>
          </p:txBody>
        </p:sp>
        <p:graphicFrame>
          <p:nvGraphicFramePr>
            <p:cNvPr id="32776" name="Object 112"/>
            <p:cNvGraphicFramePr/>
            <p:nvPr/>
          </p:nvGraphicFramePr>
          <p:xfrm>
            <a:off x="3061" y="3203"/>
            <a:ext cx="1140" cy="356"/>
          </p:xfrm>
          <a:graphic>
            <a:graphicData uri="http://schemas.openxmlformats.org/presentationml/2006/ole">
              <mc:AlternateContent xmlns:mc="http://schemas.openxmlformats.org/markup-compatibility/2006">
                <mc:Choice xmlns:v="urn:schemas-microsoft-com:vml" Requires="v">
                  <p:oleObj spid="_x0000_s3265" name="" r:id="rId6" imgW="849630" imgH="266065" progId="Equation.3">
                    <p:embed/>
                  </p:oleObj>
                </mc:Choice>
                <mc:Fallback>
                  <p:oleObj name="" r:id="rId6" imgW="849630" imgH="266065" progId="Equation.3">
                    <p:embed/>
                    <p:pic>
                      <p:nvPicPr>
                        <p:cNvPr id="0" name="图片 3264"/>
                        <p:cNvPicPr/>
                        <p:nvPr/>
                      </p:nvPicPr>
                      <p:blipFill>
                        <a:blip r:embed="rId7">
                          <a:clrChange>
                            <a:clrFrom>
                              <a:srgbClr val="000000"/>
                            </a:clrFrom>
                            <a:clrTo>
                              <a:srgbClr val="FFFFFF"/>
                            </a:clrTo>
                          </a:clrChange>
                        </a:blip>
                        <a:stretch>
                          <a:fillRect/>
                        </a:stretch>
                      </p:blipFill>
                      <p:spPr>
                        <a:xfrm>
                          <a:off x="3061" y="3203"/>
                          <a:ext cx="1140" cy="356"/>
                        </a:xfrm>
                        <a:prstGeom prst="rect">
                          <a:avLst/>
                        </a:prstGeom>
                        <a:noFill/>
                        <a:ln w="38100">
                          <a:noFill/>
                          <a:miter/>
                        </a:ln>
                      </p:spPr>
                    </p:pic>
                  </p:oleObj>
                </mc:Fallback>
              </mc:AlternateContent>
            </a:graphicData>
          </a:graphic>
        </p:graphicFrame>
        <p:sp>
          <p:nvSpPr>
            <p:cNvPr id="32817" name="Line 114"/>
            <p:cNvSpPr/>
            <p:nvPr/>
          </p:nvSpPr>
          <p:spPr>
            <a:xfrm>
              <a:off x="3515" y="2750"/>
              <a:ext cx="0" cy="363"/>
            </a:xfrm>
            <a:prstGeom prst="line">
              <a:avLst/>
            </a:prstGeom>
            <a:ln w="28575" cap="flat" cmpd="sng">
              <a:solidFill>
                <a:srgbClr val="00FFFF"/>
              </a:solidFill>
              <a:prstDash val="solid"/>
              <a:headEnd type="none" w="med" len="med"/>
              <a:tailEnd type="triangle" w="med" len="med"/>
            </a:ln>
          </p:spPr>
        </p:sp>
        <p:sp>
          <p:nvSpPr>
            <p:cNvPr id="32818" name="Line 115"/>
            <p:cNvSpPr/>
            <p:nvPr/>
          </p:nvSpPr>
          <p:spPr>
            <a:xfrm flipH="1">
              <a:off x="2653" y="2251"/>
              <a:ext cx="318" cy="0"/>
            </a:xfrm>
            <a:prstGeom prst="line">
              <a:avLst/>
            </a:prstGeom>
            <a:ln w="28575" cap="flat" cmpd="sng">
              <a:solidFill>
                <a:srgbClr val="00FFFF"/>
              </a:solidFill>
              <a:prstDash val="solid"/>
              <a:headEnd type="none" w="med" len="med"/>
              <a:tailEnd type="triangle" w="med" len="med"/>
            </a:ln>
          </p:spPr>
        </p:sp>
        <p:graphicFrame>
          <p:nvGraphicFramePr>
            <p:cNvPr id="32777" name="Object 116"/>
            <p:cNvGraphicFramePr/>
            <p:nvPr/>
          </p:nvGraphicFramePr>
          <p:xfrm>
            <a:off x="2744" y="1888"/>
            <a:ext cx="219" cy="342"/>
          </p:xfrm>
          <a:graphic>
            <a:graphicData uri="http://schemas.openxmlformats.org/presentationml/2006/ole">
              <mc:AlternateContent xmlns:mc="http://schemas.openxmlformats.org/markup-compatibility/2006">
                <mc:Choice xmlns:v="urn:schemas-microsoft-com:vml" Requires="v">
                  <p:oleObj spid="_x0000_s3268" name="" r:id="rId8" imgW="165100" imgH="266065" progId="Equation.3">
                    <p:embed/>
                  </p:oleObj>
                </mc:Choice>
                <mc:Fallback>
                  <p:oleObj name="" r:id="rId8" imgW="165100" imgH="266065" progId="Equation.3">
                    <p:embed/>
                    <p:pic>
                      <p:nvPicPr>
                        <p:cNvPr id="0" name="图片 3267"/>
                        <p:cNvPicPr/>
                        <p:nvPr/>
                      </p:nvPicPr>
                      <p:blipFill>
                        <a:blip r:embed="rId9">
                          <a:clrChange>
                            <a:clrFrom>
                              <a:srgbClr val="000000"/>
                            </a:clrFrom>
                            <a:clrTo>
                              <a:srgbClr val="FFFFFF"/>
                            </a:clrTo>
                          </a:clrChange>
                        </a:blip>
                        <a:stretch>
                          <a:fillRect/>
                        </a:stretch>
                      </p:blipFill>
                      <p:spPr>
                        <a:xfrm>
                          <a:off x="2744" y="1888"/>
                          <a:ext cx="219" cy="342"/>
                        </a:xfrm>
                        <a:prstGeom prst="rect">
                          <a:avLst/>
                        </a:prstGeom>
                        <a:noFill/>
                        <a:ln w="38100">
                          <a:noFill/>
                          <a:miter/>
                        </a:ln>
                      </p:spPr>
                    </p:pic>
                  </p:oleObj>
                </mc:Fallback>
              </mc:AlternateContent>
            </a:graphicData>
          </a:graphic>
        </p:graphicFrame>
        <p:graphicFrame>
          <p:nvGraphicFramePr>
            <p:cNvPr id="32778" name="Object 118"/>
            <p:cNvGraphicFramePr/>
            <p:nvPr/>
          </p:nvGraphicFramePr>
          <p:xfrm>
            <a:off x="930" y="1888"/>
            <a:ext cx="208" cy="370"/>
          </p:xfrm>
          <a:graphic>
            <a:graphicData uri="http://schemas.openxmlformats.org/presentationml/2006/ole">
              <mc:AlternateContent xmlns:mc="http://schemas.openxmlformats.org/markup-compatibility/2006">
                <mc:Choice xmlns:v="urn:schemas-microsoft-com:vml" Requires="v">
                  <p:oleObj spid="_x0000_s3267" name="" r:id="rId10" imgW="165100" imgH="291465" progId="Equation.3">
                    <p:embed/>
                  </p:oleObj>
                </mc:Choice>
                <mc:Fallback>
                  <p:oleObj name="" r:id="rId10" imgW="165100" imgH="291465" progId="Equation.3">
                    <p:embed/>
                    <p:pic>
                      <p:nvPicPr>
                        <p:cNvPr id="0" name="图片 3266"/>
                        <p:cNvPicPr/>
                        <p:nvPr/>
                      </p:nvPicPr>
                      <p:blipFill>
                        <a:blip r:embed="rId11">
                          <a:clrChange>
                            <a:clrFrom>
                              <a:srgbClr val="000000"/>
                            </a:clrFrom>
                            <a:clrTo>
                              <a:srgbClr val="FFFFFF"/>
                            </a:clrTo>
                          </a:clrChange>
                        </a:blip>
                        <a:stretch>
                          <a:fillRect/>
                        </a:stretch>
                      </p:blipFill>
                      <p:spPr>
                        <a:xfrm>
                          <a:off x="930" y="1888"/>
                          <a:ext cx="208" cy="370"/>
                        </a:xfrm>
                        <a:prstGeom prst="rect">
                          <a:avLst/>
                        </a:prstGeom>
                        <a:noFill/>
                        <a:ln w="38100">
                          <a:noFill/>
                          <a:miter/>
                        </a:ln>
                      </p:spPr>
                    </p:pic>
                  </p:oleObj>
                </mc:Fallback>
              </mc:AlternateContent>
            </a:graphicData>
          </a:graphic>
        </p:graphicFrame>
        <p:graphicFrame>
          <p:nvGraphicFramePr>
            <p:cNvPr id="32779" name="Object 119"/>
            <p:cNvGraphicFramePr/>
            <p:nvPr/>
          </p:nvGraphicFramePr>
          <p:xfrm>
            <a:off x="3923" y="1888"/>
            <a:ext cx="240" cy="370"/>
          </p:xfrm>
          <a:graphic>
            <a:graphicData uri="http://schemas.openxmlformats.org/presentationml/2006/ole">
              <mc:AlternateContent xmlns:mc="http://schemas.openxmlformats.org/markup-compatibility/2006">
                <mc:Choice xmlns:v="urn:schemas-microsoft-com:vml" Requires="v">
                  <p:oleObj spid="_x0000_s3269" name="" r:id="rId12" imgW="190500" imgH="292100" progId="Equation.3">
                    <p:embed/>
                  </p:oleObj>
                </mc:Choice>
                <mc:Fallback>
                  <p:oleObj name="" r:id="rId12" imgW="190500" imgH="292100" progId="Equation.3">
                    <p:embed/>
                    <p:pic>
                      <p:nvPicPr>
                        <p:cNvPr id="0" name="图片 3268"/>
                        <p:cNvPicPr/>
                        <p:nvPr/>
                      </p:nvPicPr>
                      <p:blipFill>
                        <a:blip r:embed="rId13">
                          <a:clrChange>
                            <a:clrFrom>
                              <a:srgbClr val="000000"/>
                            </a:clrFrom>
                            <a:clrTo>
                              <a:srgbClr val="FFFFFF"/>
                            </a:clrTo>
                          </a:clrChange>
                        </a:blip>
                        <a:stretch>
                          <a:fillRect/>
                        </a:stretch>
                      </p:blipFill>
                      <p:spPr>
                        <a:xfrm>
                          <a:off x="3923" y="1888"/>
                          <a:ext cx="240" cy="370"/>
                        </a:xfrm>
                        <a:prstGeom prst="rect">
                          <a:avLst/>
                        </a:prstGeom>
                        <a:noFill/>
                        <a:ln w="38100">
                          <a:noFill/>
                          <a:miter/>
                        </a:ln>
                      </p:spPr>
                    </p:pic>
                  </p:oleObj>
                </mc:Fallback>
              </mc:AlternateContent>
            </a:graphicData>
          </a:graphic>
        </p:graphicFrame>
        <p:sp>
          <p:nvSpPr>
            <p:cNvPr id="32819" name="Line 120"/>
            <p:cNvSpPr/>
            <p:nvPr/>
          </p:nvSpPr>
          <p:spPr>
            <a:xfrm>
              <a:off x="884" y="3211"/>
              <a:ext cx="3357" cy="0"/>
            </a:xfrm>
            <a:prstGeom prst="line">
              <a:avLst/>
            </a:prstGeom>
            <a:ln w="28575" cap="flat" cmpd="sng">
              <a:solidFill>
                <a:srgbClr val="FFCC00"/>
              </a:solidFill>
              <a:prstDash val="solid"/>
              <a:headEnd type="none" w="med" len="med"/>
              <a:tailEnd type="none" w="med" len="med"/>
            </a:ln>
          </p:spPr>
        </p:sp>
        <p:sp>
          <p:nvSpPr>
            <p:cNvPr id="32820" name="Line 121"/>
            <p:cNvSpPr/>
            <p:nvPr/>
          </p:nvSpPr>
          <p:spPr>
            <a:xfrm>
              <a:off x="930" y="2251"/>
              <a:ext cx="294" cy="0"/>
            </a:xfrm>
            <a:prstGeom prst="line">
              <a:avLst/>
            </a:prstGeom>
            <a:ln w="28575" cap="flat" cmpd="sng">
              <a:solidFill>
                <a:srgbClr val="00FFFF"/>
              </a:solidFill>
              <a:prstDash val="solid"/>
              <a:headEnd type="none" w="med" len="med"/>
              <a:tailEnd type="triangle" w="med" len="med"/>
            </a:ln>
          </p:spPr>
        </p:sp>
        <p:sp>
          <p:nvSpPr>
            <p:cNvPr id="32821" name="Text Box 122"/>
            <p:cNvSpPr txBox="1"/>
            <p:nvPr/>
          </p:nvSpPr>
          <p:spPr>
            <a:xfrm>
              <a:off x="749" y="229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2822" name="Text Box 123"/>
            <p:cNvSpPr txBox="1"/>
            <p:nvPr/>
          </p:nvSpPr>
          <p:spPr>
            <a:xfrm>
              <a:off x="766" y="291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2823" name="Line 124"/>
            <p:cNvSpPr/>
            <p:nvPr/>
          </p:nvSpPr>
          <p:spPr>
            <a:xfrm flipH="1">
              <a:off x="3833" y="2251"/>
              <a:ext cx="294" cy="0"/>
            </a:xfrm>
            <a:prstGeom prst="line">
              <a:avLst/>
            </a:prstGeom>
            <a:ln w="28575" cap="flat" cmpd="sng">
              <a:solidFill>
                <a:srgbClr val="00FFFF"/>
              </a:solidFill>
              <a:prstDash val="solid"/>
              <a:headEnd type="none" w="med" len="med"/>
              <a:tailEnd type="triangle" w="med" len="med"/>
            </a:ln>
          </p:spPr>
        </p:sp>
        <p:sp>
          <p:nvSpPr>
            <p:cNvPr id="32824" name="Text Box 125"/>
            <p:cNvSpPr txBox="1"/>
            <p:nvPr/>
          </p:nvSpPr>
          <p:spPr>
            <a:xfrm>
              <a:off x="4105" y="230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2825" name="Text Box 126"/>
            <p:cNvSpPr txBox="1"/>
            <p:nvPr/>
          </p:nvSpPr>
          <p:spPr>
            <a:xfrm>
              <a:off x="4059" y="288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32780" name="Object 127"/>
            <p:cNvGraphicFramePr/>
            <p:nvPr/>
          </p:nvGraphicFramePr>
          <p:xfrm>
            <a:off x="748" y="2535"/>
            <a:ext cx="272" cy="370"/>
          </p:xfrm>
          <a:graphic>
            <a:graphicData uri="http://schemas.openxmlformats.org/presentationml/2006/ole">
              <mc:AlternateContent xmlns:mc="http://schemas.openxmlformats.org/markup-compatibility/2006">
                <mc:Choice xmlns:v="urn:schemas-microsoft-com:vml" Requires="v">
                  <p:oleObj spid="_x0000_s3266" name="" r:id="rId14" imgW="215900" imgH="291465" progId="Equation.3">
                    <p:embed/>
                  </p:oleObj>
                </mc:Choice>
                <mc:Fallback>
                  <p:oleObj name="" r:id="rId14" imgW="215900" imgH="291465" progId="Equation.3">
                    <p:embed/>
                    <p:pic>
                      <p:nvPicPr>
                        <p:cNvPr id="0" name="图片 3265"/>
                        <p:cNvPicPr/>
                        <p:nvPr/>
                      </p:nvPicPr>
                      <p:blipFill>
                        <a:blip r:embed="rId15">
                          <a:clrChange>
                            <a:clrFrom>
                              <a:srgbClr val="000000"/>
                            </a:clrFrom>
                            <a:clrTo>
                              <a:srgbClr val="FFFFFF"/>
                            </a:clrTo>
                          </a:clrChange>
                        </a:blip>
                        <a:stretch>
                          <a:fillRect/>
                        </a:stretch>
                      </p:blipFill>
                      <p:spPr>
                        <a:xfrm>
                          <a:off x="748" y="2535"/>
                          <a:ext cx="272" cy="370"/>
                        </a:xfrm>
                        <a:prstGeom prst="rect">
                          <a:avLst/>
                        </a:prstGeom>
                        <a:noFill/>
                        <a:ln w="38100">
                          <a:noFill/>
                          <a:miter/>
                        </a:ln>
                      </p:spPr>
                    </p:pic>
                  </p:oleObj>
                </mc:Fallback>
              </mc:AlternateContent>
            </a:graphicData>
          </a:graphic>
        </p:graphicFrame>
        <p:graphicFrame>
          <p:nvGraphicFramePr>
            <p:cNvPr id="32781" name="Object 128"/>
            <p:cNvGraphicFramePr/>
            <p:nvPr/>
          </p:nvGraphicFramePr>
          <p:xfrm>
            <a:off x="4059" y="2523"/>
            <a:ext cx="304" cy="370"/>
          </p:xfrm>
          <a:graphic>
            <a:graphicData uri="http://schemas.openxmlformats.org/presentationml/2006/ole">
              <mc:AlternateContent xmlns:mc="http://schemas.openxmlformats.org/markup-compatibility/2006">
                <mc:Choice xmlns:v="urn:schemas-microsoft-com:vml" Requires="v">
                  <p:oleObj spid="_x0000_s3270" name="" r:id="rId16" imgW="241300" imgH="292100" progId="Equation.3">
                    <p:embed/>
                  </p:oleObj>
                </mc:Choice>
                <mc:Fallback>
                  <p:oleObj name="" r:id="rId16" imgW="241300" imgH="292100" progId="Equation.3">
                    <p:embed/>
                    <p:pic>
                      <p:nvPicPr>
                        <p:cNvPr id="0" name="图片 3269"/>
                        <p:cNvPicPr/>
                        <p:nvPr/>
                      </p:nvPicPr>
                      <p:blipFill>
                        <a:blip r:embed="rId17">
                          <a:clrChange>
                            <a:clrFrom>
                              <a:srgbClr val="000000"/>
                            </a:clrFrom>
                            <a:clrTo>
                              <a:srgbClr val="FFFFFF"/>
                            </a:clrTo>
                          </a:clrChange>
                        </a:blip>
                        <a:stretch>
                          <a:fillRect/>
                        </a:stretch>
                      </p:blipFill>
                      <p:spPr>
                        <a:xfrm>
                          <a:off x="4059" y="2523"/>
                          <a:ext cx="304" cy="370"/>
                        </a:xfrm>
                        <a:prstGeom prst="rect">
                          <a:avLst/>
                        </a:prstGeom>
                        <a:noFill/>
                        <a:ln w="38100">
                          <a:noFill/>
                          <a:miter/>
                        </a:ln>
                      </p:spPr>
                    </p:pic>
                  </p:oleObj>
                </mc:Fallback>
              </mc:AlternateContent>
            </a:graphicData>
          </a:graphic>
        </p:graphicFrame>
        <p:sp>
          <p:nvSpPr>
            <p:cNvPr id="32826" name="Line 129"/>
            <p:cNvSpPr/>
            <p:nvPr/>
          </p:nvSpPr>
          <p:spPr>
            <a:xfrm flipH="1">
              <a:off x="1428" y="2259"/>
              <a:ext cx="1" cy="952"/>
            </a:xfrm>
            <a:prstGeom prst="line">
              <a:avLst/>
            </a:prstGeom>
            <a:ln w="28575" cap="flat" cmpd="sng">
              <a:solidFill>
                <a:srgbClr val="FFCC00"/>
              </a:solidFill>
              <a:prstDash val="solid"/>
              <a:headEnd type="oval" w="med" len="med"/>
              <a:tailEnd type="oval" w="med" len="med"/>
            </a:ln>
          </p:spPr>
        </p:sp>
        <p:sp>
          <p:nvSpPr>
            <p:cNvPr id="32827" name="Oval 130"/>
            <p:cNvSpPr/>
            <p:nvPr/>
          </p:nvSpPr>
          <p:spPr>
            <a:xfrm>
              <a:off x="816" y="222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28" name="Oval 131"/>
            <p:cNvSpPr/>
            <p:nvPr/>
          </p:nvSpPr>
          <p:spPr>
            <a:xfrm>
              <a:off x="822" y="317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29" name="Oval 132"/>
            <p:cNvSpPr/>
            <p:nvPr/>
          </p:nvSpPr>
          <p:spPr>
            <a:xfrm>
              <a:off x="4146" y="22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30" name="Oval 133"/>
            <p:cNvSpPr/>
            <p:nvPr/>
          </p:nvSpPr>
          <p:spPr>
            <a:xfrm>
              <a:off x="4241" y="316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31" name="Rectangle 134"/>
            <p:cNvSpPr/>
            <p:nvPr/>
          </p:nvSpPr>
          <p:spPr>
            <a:xfrm>
              <a:off x="1836" y="219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2832" name="Rectangle 135"/>
            <p:cNvSpPr/>
            <p:nvPr/>
          </p:nvSpPr>
          <p:spPr>
            <a:xfrm>
              <a:off x="1365" y="257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3" name="Line 136"/>
            <p:cNvSpPr/>
            <p:nvPr/>
          </p:nvSpPr>
          <p:spPr>
            <a:xfrm flipH="1">
              <a:off x="2517" y="2252"/>
              <a:ext cx="1" cy="952"/>
            </a:xfrm>
            <a:prstGeom prst="line">
              <a:avLst/>
            </a:prstGeom>
            <a:ln w="28575" cap="flat" cmpd="sng">
              <a:solidFill>
                <a:srgbClr val="FFCC00"/>
              </a:solidFill>
              <a:prstDash val="solid"/>
              <a:headEnd type="oval" w="med" len="med"/>
              <a:tailEnd type="oval" w="med" len="med"/>
            </a:ln>
          </p:spPr>
        </p:sp>
        <p:sp>
          <p:nvSpPr>
            <p:cNvPr id="32834" name="Rectangle 137"/>
            <p:cNvSpPr/>
            <p:nvPr/>
          </p:nvSpPr>
          <p:spPr>
            <a:xfrm>
              <a:off x="2454" y="256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nvGrpSpPr>
            <p:cNvPr id="32835" name="Group 193"/>
            <p:cNvGrpSpPr/>
            <p:nvPr/>
          </p:nvGrpSpPr>
          <p:grpSpPr>
            <a:xfrm>
              <a:off x="3333" y="2432"/>
              <a:ext cx="363" cy="363"/>
              <a:chOff x="3333" y="2523"/>
              <a:chExt cx="363" cy="363"/>
            </a:xfrm>
          </p:grpSpPr>
          <p:sp>
            <p:nvSpPr>
              <p:cNvPr id="32836" name="AutoShape 108"/>
              <p:cNvSpPr/>
              <p:nvPr/>
            </p:nvSpPr>
            <p:spPr>
              <a:xfrm>
                <a:off x="3333" y="2523"/>
                <a:ext cx="36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37" name="Line 113"/>
              <p:cNvSpPr/>
              <p:nvPr/>
            </p:nvSpPr>
            <p:spPr>
              <a:xfrm>
                <a:off x="3333" y="2705"/>
                <a:ext cx="363" cy="0"/>
              </a:xfrm>
              <a:prstGeom prst="line">
                <a:avLst/>
              </a:prstGeom>
              <a:ln w="38100" cap="flat" cmpd="sng">
                <a:solidFill>
                  <a:srgbClr val="FF9900"/>
                </a:solidFill>
                <a:prstDash val="solid"/>
                <a:headEnd type="none" w="med" len="med"/>
                <a:tailEnd type="none" w="med" len="med"/>
              </a:ln>
            </p:spPr>
          </p:sp>
        </p:grpSp>
      </p:grpSp>
      <p:grpSp>
        <p:nvGrpSpPr>
          <p:cNvPr id="32787" name="Group 195"/>
          <p:cNvGrpSpPr/>
          <p:nvPr/>
        </p:nvGrpSpPr>
        <p:grpSpPr>
          <a:xfrm>
            <a:off x="6588125" y="6446838"/>
            <a:ext cx="792163" cy="366712"/>
            <a:chOff x="4649" y="4020"/>
            <a:chExt cx="499" cy="231"/>
          </a:xfrm>
        </p:grpSpPr>
        <p:pic>
          <p:nvPicPr>
            <p:cNvPr id="32810" name="Picture 196"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32811" name="Text Box 19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7" name="Group 199"/>
          <p:cNvGrpSpPr/>
          <p:nvPr/>
        </p:nvGrpSpPr>
        <p:grpSpPr>
          <a:xfrm>
            <a:off x="971550" y="2997200"/>
            <a:ext cx="6264275" cy="2736850"/>
            <a:chOff x="1202" y="2160"/>
            <a:chExt cx="3946" cy="1724"/>
          </a:xfrm>
        </p:grpSpPr>
        <p:sp>
          <p:nvSpPr>
            <p:cNvPr id="32789" name="Rectangle 200"/>
            <p:cNvSpPr/>
            <p:nvPr/>
          </p:nvSpPr>
          <p:spPr>
            <a:xfrm>
              <a:off x="1202" y="2160"/>
              <a:ext cx="3946" cy="1724"/>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sp>
          <p:nvSpPr>
            <p:cNvPr id="32790" name="Rectangle 201"/>
            <p:cNvSpPr/>
            <p:nvPr/>
          </p:nvSpPr>
          <p:spPr>
            <a:xfrm>
              <a:off x="2199" y="2252"/>
              <a:ext cx="66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zh-CN" altLang="en-US"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12</a:t>
              </a:r>
              <a:endParaRPr lang="en-US" altLang="zh-CN" b="0" dirty="0">
                <a:latin typeface="Times New Roman" panose="02020603050405020304" pitchFamily="18" charset="0"/>
                <a:ea typeface="宋体" panose="02010600030101010101" pitchFamily="2" charset="-122"/>
              </a:endParaRPr>
            </a:p>
          </p:txBody>
        </p:sp>
        <p:sp>
          <p:nvSpPr>
            <p:cNvPr id="32791" name="Rectangle 202"/>
            <p:cNvSpPr/>
            <p:nvPr/>
          </p:nvSpPr>
          <p:spPr>
            <a:xfrm>
              <a:off x="1937" y="2887"/>
              <a:ext cx="1089" cy="269"/>
            </a:xfrm>
            <a:prstGeom prst="rect">
              <a:avLst/>
            </a:prstGeom>
            <a:noFill/>
            <a:ln w="38100">
              <a:noFill/>
            </a:ln>
          </p:spPr>
          <p:txBody>
            <a:bodyPr lIns="0" tIns="0" rIns="0" bIns="0">
              <a:spAutoFit/>
            </a:bodyPr>
            <a:p>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11</a:t>
              </a:r>
              <a:r>
                <a:rPr lang="zh-CN" altLang="en-US" b="0" dirty="0">
                  <a:latin typeface="Times New Roman" panose="02020603050405020304" pitchFamily="18" charset="0"/>
                  <a:ea typeface="宋体" panose="02010600030101010101" pitchFamily="2" charset="-122"/>
                </a:rPr>
                <a:t>＋</a:t>
              </a:r>
              <a:r>
                <a:rPr lang="en-US" altLang="zh-CN" b="0"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12</a:t>
              </a:r>
              <a:endParaRPr lang="en-US" altLang="zh-CN" b="0" baseline="-25000" dirty="0">
                <a:latin typeface="Times New Roman" panose="02020603050405020304" pitchFamily="18" charset="0"/>
                <a:ea typeface="宋体" panose="02010600030101010101" pitchFamily="2" charset="-122"/>
              </a:endParaRPr>
            </a:p>
          </p:txBody>
        </p:sp>
        <p:sp>
          <p:nvSpPr>
            <p:cNvPr id="32792" name="Rectangle 203"/>
            <p:cNvSpPr/>
            <p:nvPr/>
          </p:nvSpPr>
          <p:spPr>
            <a:xfrm>
              <a:off x="3043" y="2887"/>
              <a:ext cx="1043" cy="269"/>
            </a:xfrm>
            <a:prstGeom prst="rect">
              <a:avLst/>
            </a:prstGeom>
            <a:noFill/>
            <a:ln w="38100">
              <a:noFill/>
            </a:ln>
          </p:spPr>
          <p:txBody>
            <a:bodyPr lIns="0" tIns="0" rIns="0" bIns="0">
              <a:spAutoFit/>
            </a:bodyPr>
            <a:p>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22</a:t>
              </a:r>
              <a:r>
                <a:rPr lang="en-US" altLang="zh-CN" b="0"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12</a:t>
              </a:r>
              <a:endParaRPr lang="en-US" altLang="zh-CN" b="0" baseline="-25000" dirty="0">
                <a:latin typeface="Times New Roman" panose="02020603050405020304" pitchFamily="18" charset="0"/>
                <a:ea typeface="宋体" panose="02010600030101010101" pitchFamily="2" charset="-122"/>
              </a:endParaRPr>
            </a:p>
          </p:txBody>
        </p:sp>
        <p:sp>
          <p:nvSpPr>
            <p:cNvPr id="32793" name="Line 204"/>
            <p:cNvSpPr/>
            <p:nvPr/>
          </p:nvSpPr>
          <p:spPr>
            <a:xfrm>
              <a:off x="1383" y="2577"/>
              <a:ext cx="3266" cy="0"/>
            </a:xfrm>
            <a:prstGeom prst="line">
              <a:avLst/>
            </a:prstGeom>
            <a:ln w="28575" cap="flat" cmpd="sng">
              <a:solidFill>
                <a:srgbClr val="FFCC00"/>
              </a:solidFill>
              <a:prstDash val="solid"/>
              <a:headEnd type="none" w="med" len="med"/>
              <a:tailEnd type="none" w="med" len="med"/>
            </a:ln>
          </p:spPr>
        </p:sp>
        <p:graphicFrame>
          <p:nvGraphicFramePr>
            <p:cNvPr id="32772" name="Object 205"/>
            <p:cNvGraphicFramePr/>
            <p:nvPr/>
          </p:nvGraphicFramePr>
          <p:xfrm>
            <a:off x="1474" y="2205"/>
            <a:ext cx="208" cy="370"/>
          </p:xfrm>
          <a:graphic>
            <a:graphicData uri="http://schemas.openxmlformats.org/presentationml/2006/ole">
              <mc:AlternateContent xmlns:mc="http://schemas.openxmlformats.org/markup-compatibility/2006">
                <mc:Choice xmlns:v="urn:schemas-microsoft-com:vml" Requires="v">
                  <p:oleObj spid="_x0000_s3302" name="" r:id="rId18" imgW="165100" imgH="291465" progId="Equation.3">
                    <p:embed/>
                  </p:oleObj>
                </mc:Choice>
                <mc:Fallback>
                  <p:oleObj name="" r:id="rId18" imgW="165100" imgH="291465" progId="Equation.3">
                    <p:embed/>
                    <p:pic>
                      <p:nvPicPr>
                        <p:cNvPr id="0" name="图片 3301"/>
                        <p:cNvPicPr/>
                        <p:nvPr/>
                      </p:nvPicPr>
                      <p:blipFill>
                        <a:blip r:embed="rId11">
                          <a:clrChange>
                            <a:clrFrom>
                              <a:srgbClr val="000000"/>
                            </a:clrFrom>
                            <a:clrTo>
                              <a:srgbClr val="FFFFFF"/>
                            </a:clrTo>
                          </a:clrChange>
                        </a:blip>
                        <a:stretch>
                          <a:fillRect/>
                        </a:stretch>
                      </p:blipFill>
                      <p:spPr>
                        <a:xfrm>
                          <a:off x="1474" y="2205"/>
                          <a:ext cx="208" cy="370"/>
                        </a:xfrm>
                        <a:prstGeom prst="rect">
                          <a:avLst/>
                        </a:prstGeom>
                        <a:noFill/>
                        <a:ln w="38100">
                          <a:noFill/>
                          <a:miter/>
                        </a:ln>
                      </p:spPr>
                    </p:pic>
                  </p:oleObj>
                </mc:Fallback>
              </mc:AlternateContent>
            </a:graphicData>
          </a:graphic>
        </p:graphicFrame>
        <p:graphicFrame>
          <p:nvGraphicFramePr>
            <p:cNvPr id="32773" name="Object 206"/>
            <p:cNvGraphicFramePr/>
            <p:nvPr/>
          </p:nvGraphicFramePr>
          <p:xfrm>
            <a:off x="4286" y="2205"/>
            <a:ext cx="240" cy="370"/>
          </p:xfrm>
          <a:graphic>
            <a:graphicData uri="http://schemas.openxmlformats.org/presentationml/2006/ole">
              <mc:AlternateContent xmlns:mc="http://schemas.openxmlformats.org/markup-compatibility/2006">
                <mc:Choice xmlns:v="urn:schemas-microsoft-com:vml" Requires="v">
                  <p:oleObj spid="_x0000_s3305" name="" r:id="rId19" imgW="190500" imgH="292100" progId="Equation.3">
                    <p:embed/>
                  </p:oleObj>
                </mc:Choice>
                <mc:Fallback>
                  <p:oleObj name="" r:id="rId19" imgW="190500" imgH="292100" progId="Equation.3">
                    <p:embed/>
                    <p:pic>
                      <p:nvPicPr>
                        <p:cNvPr id="0" name="图片 3304"/>
                        <p:cNvPicPr/>
                        <p:nvPr/>
                      </p:nvPicPr>
                      <p:blipFill>
                        <a:blip r:embed="rId13">
                          <a:clrChange>
                            <a:clrFrom>
                              <a:srgbClr val="000000"/>
                            </a:clrFrom>
                            <a:clrTo>
                              <a:srgbClr val="FFFFFF"/>
                            </a:clrTo>
                          </a:clrChange>
                        </a:blip>
                        <a:stretch>
                          <a:fillRect/>
                        </a:stretch>
                      </p:blipFill>
                      <p:spPr>
                        <a:xfrm>
                          <a:off x="4286" y="2205"/>
                          <a:ext cx="240" cy="370"/>
                        </a:xfrm>
                        <a:prstGeom prst="rect">
                          <a:avLst/>
                        </a:prstGeom>
                        <a:noFill/>
                        <a:ln w="38100">
                          <a:noFill/>
                          <a:miter/>
                        </a:ln>
                      </p:spPr>
                    </p:pic>
                  </p:oleObj>
                </mc:Fallback>
              </mc:AlternateContent>
            </a:graphicData>
          </a:graphic>
        </p:graphicFrame>
        <p:sp>
          <p:nvSpPr>
            <p:cNvPr id="32794" name="Line 207"/>
            <p:cNvSpPr/>
            <p:nvPr/>
          </p:nvSpPr>
          <p:spPr>
            <a:xfrm>
              <a:off x="1383" y="3529"/>
              <a:ext cx="3357" cy="0"/>
            </a:xfrm>
            <a:prstGeom prst="line">
              <a:avLst/>
            </a:prstGeom>
            <a:ln w="28575" cap="flat" cmpd="sng">
              <a:solidFill>
                <a:srgbClr val="FFCC00"/>
              </a:solidFill>
              <a:prstDash val="solid"/>
              <a:headEnd type="none" w="med" len="med"/>
              <a:tailEnd type="none" w="med" len="med"/>
            </a:ln>
          </p:spPr>
        </p:sp>
        <p:sp>
          <p:nvSpPr>
            <p:cNvPr id="32795" name="Line 208"/>
            <p:cNvSpPr/>
            <p:nvPr/>
          </p:nvSpPr>
          <p:spPr>
            <a:xfrm>
              <a:off x="1429" y="2577"/>
              <a:ext cx="294" cy="0"/>
            </a:xfrm>
            <a:prstGeom prst="line">
              <a:avLst/>
            </a:prstGeom>
            <a:ln w="28575" cap="flat" cmpd="sng">
              <a:solidFill>
                <a:srgbClr val="00FFFF"/>
              </a:solidFill>
              <a:prstDash val="solid"/>
              <a:headEnd type="none" w="med" len="med"/>
              <a:tailEnd type="triangle" w="med" len="med"/>
            </a:ln>
          </p:spPr>
        </p:sp>
        <p:sp>
          <p:nvSpPr>
            <p:cNvPr id="32796" name="Text Box 209"/>
            <p:cNvSpPr txBox="1"/>
            <p:nvPr/>
          </p:nvSpPr>
          <p:spPr>
            <a:xfrm>
              <a:off x="1248" y="261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2797" name="Text Box 210"/>
            <p:cNvSpPr txBox="1"/>
            <p:nvPr/>
          </p:nvSpPr>
          <p:spPr>
            <a:xfrm>
              <a:off x="1265" y="323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2798" name="Line 211"/>
            <p:cNvSpPr/>
            <p:nvPr/>
          </p:nvSpPr>
          <p:spPr>
            <a:xfrm flipH="1">
              <a:off x="4241" y="2577"/>
              <a:ext cx="294" cy="0"/>
            </a:xfrm>
            <a:prstGeom prst="line">
              <a:avLst/>
            </a:prstGeom>
            <a:ln w="28575" cap="flat" cmpd="sng">
              <a:solidFill>
                <a:srgbClr val="00FFFF"/>
              </a:solidFill>
              <a:prstDash val="solid"/>
              <a:headEnd type="none" w="med" len="med"/>
              <a:tailEnd type="triangle" w="med" len="med"/>
            </a:ln>
          </p:spPr>
        </p:sp>
        <p:sp>
          <p:nvSpPr>
            <p:cNvPr id="32799" name="Text Box 212"/>
            <p:cNvSpPr txBox="1"/>
            <p:nvPr/>
          </p:nvSpPr>
          <p:spPr>
            <a:xfrm>
              <a:off x="4604" y="2622"/>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2800" name="Text Box 213"/>
            <p:cNvSpPr txBox="1"/>
            <p:nvPr/>
          </p:nvSpPr>
          <p:spPr>
            <a:xfrm>
              <a:off x="4558" y="320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32774" name="Object 214"/>
            <p:cNvGraphicFramePr/>
            <p:nvPr/>
          </p:nvGraphicFramePr>
          <p:xfrm>
            <a:off x="1247" y="2853"/>
            <a:ext cx="272" cy="370"/>
          </p:xfrm>
          <a:graphic>
            <a:graphicData uri="http://schemas.openxmlformats.org/presentationml/2006/ole">
              <mc:AlternateContent xmlns:mc="http://schemas.openxmlformats.org/markup-compatibility/2006">
                <mc:Choice xmlns:v="urn:schemas-microsoft-com:vml" Requires="v">
                  <p:oleObj spid="_x0000_s3303" name="" r:id="rId20" imgW="215900" imgH="291465" progId="Equation.3">
                    <p:embed/>
                  </p:oleObj>
                </mc:Choice>
                <mc:Fallback>
                  <p:oleObj name="" r:id="rId20" imgW="215900" imgH="291465" progId="Equation.3">
                    <p:embed/>
                    <p:pic>
                      <p:nvPicPr>
                        <p:cNvPr id="0" name="图片 3302"/>
                        <p:cNvPicPr/>
                        <p:nvPr/>
                      </p:nvPicPr>
                      <p:blipFill>
                        <a:blip r:embed="rId15">
                          <a:clrChange>
                            <a:clrFrom>
                              <a:srgbClr val="000000"/>
                            </a:clrFrom>
                            <a:clrTo>
                              <a:srgbClr val="FFFFFF"/>
                            </a:clrTo>
                          </a:clrChange>
                        </a:blip>
                        <a:stretch>
                          <a:fillRect/>
                        </a:stretch>
                      </p:blipFill>
                      <p:spPr>
                        <a:xfrm>
                          <a:off x="1247" y="2853"/>
                          <a:ext cx="272" cy="370"/>
                        </a:xfrm>
                        <a:prstGeom prst="rect">
                          <a:avLst/>
                        </a:prstGeom>
                        <a:noFill/>
                        <a:ln w="38100">
                          <a:noFill/>
                          <a:miter/>
                        </a:ln>
                      </p:spPr>
                    </p:pic>
                  </p:oleObj>
                </mc:Fallback>
              </mc:AlternateContent>
            </a:graphicData>
          </a:graphic>
        </p:graphicFrame>
        <p:graphicFrame>
          <p:nvGraphicFramePr>
            <p:cNvPr id="32775" name="Object 215"/>
            <p:cNvGraphicFramePr/>
            <p:nvPr/>
          </p:nvGraphicFramePr>
          <p:xfrm>
            <a:off x="4558" y="2841"/>
            <a:ext cx="304" cy="370"/>
          </p:xfrm>
          <a:graphic>
            <a:graphicData uri="http://schemas.openxmlformats.org/presentationml/2006/ole">
              <mc:AlternateContent xmlns:mc="http://schemas.openxmlformats.org/markup-compatibility/2006">
                <mc:Choice xmlns:v="urn:schemas-microsoft-com:vml" Requires="v">
                  <p:oleObj spid="_x0000_s3304" name="" r:id="rId21" imgW="241300" imgH="292100" progId="Equation.3">
                    <p:embed/>
                  </p:oleObj>
                </mc:Choice>
                <mc:Fallback>
                  <p:oleObj name="" r:id="rId21" imgW="241300" imgH="292100" progId="Equation.3">
                    <p:embed/>
                    <p:pic>
                      <p:nvPicPr>
                        <p:cNvPr id="0" name="图片 3303"/>
                        <p:cNvPicPr/>
                        <p:nvPr/>
                      </p:nvPicPr>
                      <p:blipFill>
                        <a:blip r:embed="rId17">
                          <a:clrChange>
                            <a:clrFrom>
                              <a:srgbClr val="000000"/>
                            </a:clrFrom>
                            <a:clrTo>
                              <a:srgbClr val="FFFFFF"/>
                            </a:clrTo>
                          </a:clrChange>
                        </a:blip>
                        <a:stretch>
                          <a:fillRect/>
                        </a:stretch>
                      </p:blipFill>
                      <p:spPr>
                        <a:xfrm>
                          <a:off x="4558" y="2841"/>
                          <a:ext cx="304" cy="370"/>
                        </a:xfrm>
                        <a:prstGeom prst="rect">
                          <a:avLst/>
                        </a:prstGeom>
                        <a:noFill/>
                        <a:ln w="38100">
                          <a:noFill/>
                          <a:miter/>
                        </a:ln>
                      </p:spPr>
                    </p:pic>
                  </p:oleObj>
                </mc:Fallback>
              </mc:AlternateContent>
            </a:graphicData>
          </a:graphic>
        </p:graphicFrame>
        <p:sp>
          <p:nvSpPr>
            <p:cNvPr id="32801" name="Line 216"/>
            <p:cNvSpPr/>
            <p:nvPr/>
          </p:nvSpPr>
          <p:spPr>
            <a:xfrm flipH="1">
              <a:off x="1927" y="2577"/>
              <a:ext cx="1" cy="952"/>
            </a:xfrm>
            <a:prstGeom prst="line">
              <a:avLst/>
            </a:prstGeom>
            <a:ln w="28575" cap="flat" cmpd="sng">
              <a:solidFill>
                <a:srgbClr val="FFCC00"/>
              </a:solidFill>
              <a:prstDash val="solid"/>
              <a:headEnd type="oval" w="med" len="med"/>
              <a:tailEnd type="oval" w="med" len="med"/>
            </a:ln>
          </p:spPr>
        </p:sp>
        <p:sp>
          <p:nvSpPr>
            <p:cNvPr id="32802" name="Oval 217"/>
            <p:cNvSpPr/>
            <p:nvPr/>
          </p:nvSpPr>
          <p:spPr>
            <a:xfrm>
              <a:off x="1315" y="254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03" name="Oval 218"/>
            <p:cNvSpPr/>
            <p:nvPr/>
          </p:nvSpPr>
          <p:spPr>
            <a:xfrm>
              <a:off x="1321" y="349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04" name="Oval 219"/>
            <p:cNvSpPr/>
            <p:nvPr/>
          </p:nvSpPr>
          <p:spPr>
            <a:xfrm>
              <a:off x="4645" y="254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05" name="Oval 220"/>
            <p:cNvSpPr/>
            <p:nvPr/>
          </p:nvSpPr>
          <p:spPr>
            <a:xfrm>
              <a:off x="4740" y="348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06" name="Rectangle 221"/>
            <p:cNvSpPr/>
            <p:nvPr/>
          </p:nvSpPr>
          <p:spPr>
            <a:xfrm>
              <a:off x="2335" y="252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2807" name="Rectangle 222"/>
            <p:cNvSpPr/>
            <p:nvPr/>
          </p:nvSpPr>
          <p:spPr>
            <a:xfrm>
              <a:off x="1855" y="289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08" name="Line 223"/>
            <p:cNvSpPr/>
            <p:nvPr/>
          </p:nvSpPr>
          <p:spPr>
            <a:xfrm flipH="1">
              <a:off x="3016" y="2570"/>
              <a:ext cx="1" cy="952"/>
            </a:xfrm>
            <a:prstGeom prst="line">
              <a:avLst/>
            </a:prstGeom>
            <a:ln w="28575" cap="flat" cmpd="sng">
              <a:solidFill>
                <a:srgbClr val="FFCC00"/>
              </a:solidFill>
              <a:prstDash val="solid"/>
              <a:headEnd type="oval" w="med" len="med"/>
              <a:tailEnd type="oval" w="med" len="med"/>
            </a:ln>
          </p:spPr>
        </p:sp>
        <p:sp>
          <p:nvSpPr>
            <p:cNvPr id="32809" name="Rectangle 224"/>
            <p:cNvSpPr/>
            <p:nvPr/>
          </p:nvSpPr>
          <p:spPr>
            <a:xfrm>
              <a:off x="2953" y="288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wd">
                                    <p:tmPct val="100000"/>
                                  </p:iterate>
                                  <p:childTnLst>
                                    <p:set>
                                      <p:cBhvr>
                                        <p:cTn id="6" dur="1" fill="hold">
                                          <p:stCondLst>
                                            <p:cond delay="0"/>
                                          </p:stCondLst>
                                        </p:cTn>
                                        <p:tgtEl>
                                          <p:spTgt spid="39978"/>
                                        </p:tgtEl>
                                        <p:attrNameLst>
                                          <p:attrName>style.visibility</p:attrName>
                                        </p:attrNameLst>
                                      </p:cBhvr>
                                      <p:to>
                                        <p:strVal val="visible"/>
                                      </p:to>
                                    </p:set>
                                    <p:animEffect transition="in" filter="wipe(left)">
                                      <p:cBhvr>
                                        <p:cTn id="7" dur="300"/>
                                        <p:tgtEl>
                                          <p:spTgt spid="399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82"/>
                                        </p:tgtEl>
                                        <p:attrNameLst>
                                          <p:attrName>style.visibility</p:attrName>
                                        </p:attrNameLst>
                                      </p:cBhvr>
                                      <p:to>
                                        <p:strVal val="visible"/>
                                      </p:to>
                                    </p:set>
                                    <p:animEffect transition="in" filter="wipe(left)">
                                      <p:cBhvr>
                                        <p:cTn id="12" dur="2000"/>
                                        <p:tgtEl>
                                          <p:spTgt spid="399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0022"/>
                                        </p:tgtEl>
                                        <p:attrNameLst>
                                          <p:attrName>style.visibility</p:attrName>
                                        </p:attrNameLst>
                                      </p:cBhvr>
                                      <p:to>
                                        <p:strVal val="visible"/>
                                      </p:to>
                                    </p:set>
                                    <p:animEffect transition="in" filter="wipe(up)">
                                      <p:cBhvr>
                                        <p:cTn id="17" dur="2000"/>
                                        <p:tgtEl>
                                          <p:spTgt spid="4002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40024"/>
                                        </p:tgtEl>
                                        <p:attrNameLst>
                                          <p:attrName>style.visibility</p:attrName>
                                        </p:attrNameLst>
                                      </p:cBhvr>
                                      <p:to>
                                        <p:strVal val="visible"/>
                                      </p:to>
                                    </p:set>
                                    <p:anim calcmode="lin" valueType="num">
                                      <p:cBhvr>
                                        <p:cTn id="27" dur="1000" fill="hold"/>
                                        <p:tgtEl>
                                          <p:spTgt spid="40024"/>
                                        </p:tgtEl>
                                        <p:attrNameLst>
                                          <p:attrName>ppt_w</p:attrName>
                                        </p:attrNameLst>
                                      </p:cBhvr>
                                      <p:tavLst>
                                        <p:tav tm="0">
                                          <p:val>
                                            <p:strVal val="#ppt_w*0.70"/>
                                          </p:val>
                                        </p:tav>
                                        <p:tav tm="100000">
                                          <p:val>
                                            <p:strVal val="#ppt_w"/>
                                          </p:val>
                                        </p:tav>
                                      </p:tavLst>
                                    </p:anim>
                                    <p:anim calcmode="lin" valueType="num">
                                      <p:cBhvr>
                                        <p:cTn id="28" dur="1000" fill="hold"/>
                                        <p:tgtEl>
                                          <p:spTgt spid="40024"/>
                                        </p:tgtEl>
                                        <p:attrNameLst>
                                          <p:attrName>ppt_h</p:attrName>
                                        </p:attrNameLst>
                                      </p:cBhvr>
                                      <p:tavLst>
                                        <p:tav tm="0">
                                          <p:val>
                                            <p:strVal val="#ppt_h"/>
                                          </p:val>
                                        </p:tav>
                                        <p:tav tm="100000">
                                          <p:val>
                                            <p:strVal val="#ppt_h"/>
                                          </p:val>
                                        </p:tav>
                                      </p:tavLst>
                                    </p:anim>
                                    <p:animEffect transition="in" filter="fade">
                                      <p:cBhvr>
                                        <p:cTn id="29" dur="1000"/>
                                        <p:tgtEl>
                                          <p:spTgt spid="4002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78" grpId="0"/>
      <p:bldP spid="400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Text Box 3"/>
          <p:cNvSpPr txBox="1"/>
          <p:nvPr/>
        </p:nvSpPr>
        <p:spPr>
          <a:xfrm>
            <a:off x="900113" y="1052513"/>
            <a:ext cx="7129462" cy="1117600"/>
          </a:xfrm>
          <a:prstGeom prst="rect">
            <a:avLst/>
          </a:prstGeom>
          <a:noFill/>
          <a:ln w="9525">
            <a:noFill/>
          </a:ln>
        </p:spPr>
        <p:txBody>
          <a:bodyPr>
            <a:spAutoFit/>
          </a:bodyPr>
          <a:p>
            <a:pPr marL="476250" indent="-476250" algn="just">
              <a:lnSpc>
                <a:spcPct val="120000"/>
              </a:lnSpc>
              <a:spcBef>
                <a:spcPct val="50000"/>
              </a:spcBef>
              <a:buAutoNum type="circleNumDbPlain"/>
            </a:pPr>
            <a:r>
              <a:rPr lang="zh-CN" altLang="en-US" dirty="0">
                <a:solidFill>
                  <a:srgbClr val="FFFF00"/>
                </a:solidFill>
                <a:latin typeface="楷体_GB2312" pitchFamily="49" charset="-122"/>
              </a:rPr>
              <a:t>等效只对两个端口的电压，电流关系成立，对端口间电压则不一定成立。</a:t>
            </a:r>
            <a:endParaRPr lang="zh-CN" altLang="en-US" dirty="0">
              <a:solidFill>
                <a:srgbClr val="FFFF00"/>
              </a:solidFill>
              <a:latin typeface="楷体_GB2312" pitchFamily="49" charset="-122"/>
            </a:endParaRPr>
          </a:p>
        </p:txBody>
      </p:sp>
      <p:sp>
        <p:nvSpPr>
          <p:cNvPr id="40964" name="Text Box 4"/>
          <p:cNvSpPr txBox="1"/>
          <p:nvPr/>
        </p:nvSpPr>
        <p:spPr>
          <a:xfrm>
            <a:off x="900113" y="2205038"/>
            <a:ext cx="7488237" cy="1117600"/>
          </a:xfrm>
          <a:prstGeom prst="rect">
            <a:avLst/>
          </a:prstGeom>
          <a:noFill/>
          <a:ln w="9525">
            <a:noFill/>
          </a:ln>
        </p:spPr>
        <p:txBody>
          <a:bodyPr>
            <a:spAutoFit/>
          </a:bodyPr>
          <a:p>
            <a:pPr marL="342900" indent="-342900">
              <a:lnSpc>
                <a:spcPct val="120000"/>
              </a:lnSpc>
              <a:spcBef>
                <a:spcPct val="20000"/>
              </a:spcBef>
              <a:buAutoNum type="circleNumDbPlain" startAt="2"/>
            </a:pPr>
            <a:r>
              <a:rPr lang="zh-CN" altLang="en-US" dirty="0">
                <a:solidFill>
                  <a:srgbClr val="FFFF00"/>
                </a:solidFill>
                <a:latin typeface="楷体_GB2312" pitchFamily="49" charset="-122"/>
              </a:rPr>
              <a:t>一个二端口网络在满足相同网络方程的条件下，其等效电路模型不是唯一的。</a:t>
            </a:r>
            <a:endParaRPr lang="zh-CN" altLang="en-US" dirty="0">
              <a:solidFill>
                <a:srgbClr val="FFFF00"/>
              </a:solidFill>
              <a:latin typeface="楷体_GB2312" pitchFamily="49" charset="-122"/>
            </a:endParaRPr>
          </a:p>
        </p:txBody>
      </p:sp>
      <p:sp>
        <p:nvSpPr>
          <p:cNvPr id="40965" name="Text Box 5"/>
          <p:cNvSpPr txBox="1"/>
          <p:nvPr/>
        </p:nvSpPr>
        <p:spPr>
          <a:xfrm>
            <a:off x="900113" y="3357563"/>
            <a:ext cx="6121400" cy="519112"/>
          </a:xfrm>
          <a:prstGeom prst="rect">
            <a:avLst/>
          </a:prstGeom>
          <a:noFill/>
          <a:ln w="9525">
            <a:noFill/>
          </a:ln>
        </p:spPr>
        <p:txBody>
          <a:bodyPr>
            <a:spAutoFit/>
          </a:bodyPr>
          <a:p>
            <a:pPr marL="342900" indent="-342900">
              <a:spcBef>
                <a:spcPct val="50000"/>
              </a:spcBef>
              <a:buAutoNum type="circleNumDbPlain" startAt="3"/>
            </a:pPr>
            <a:r>
              <a:rPr lang="zh-CN" altLang="en-US" dirty="0">
                <a:solidFill>
                  <a:srgbClr val="FFFF00"/>
                </a:solidFill>
                <a:latin typeface="楷体_GB2312" pitchFamily="49" charset="-122"/>
              </a:rPr>
              <a:t>若网络对称则等效电路也对称。</a:t>
            </a:r>
            <a:endParaRPr lang="zh-CN" altLang="en-US" dirty="0">
              <a:solidFill>
                <a:srgbClr val="FFFF00"/>
              </a:solidFill>
              <a:latin typeface="楷体_GB2312" pitchFamily="49" charset="-122"/>
            </a:endParaRPr>
          </a:p>
        </p:txBody>
      </p:sp>
      <p:sp>
        <p:nvSpPr>
          <p:cNvPr id="40966" name="Text Box 6"/>
          <p:cNvSpPr txBox="1"/>
          <p:nvPr/>
        </p:nvSpPr>
        <p:spPr>
          <a:xfrm>
            <a:off x="900113" y="4005263"/>
            <a:ext cx="7489825" cy="1630362"/>
          </a:xfrm>
          <a:prstGeom prst="rect">
            <a:avLst/>
          </a:prstGeom>
          <a:noFill/>
          <a:ln w="9525">
            <a:noFill/>
          </a:ln>
        </p:spPr>
        <p:txBody>
          <a:bodyPr>
            <a:spAutoFit/>
          </a:bodyPr>
          <a:p>
            <a:pPr marL="342900" indent="-342900">
              <a:lnSpc>
                <a:spcPct val="120000"/>
              </a:lnSpc>
              <a:spcBef>
                <a:spcPct val="20000"/>
              </a:spcBef>
            </a:pPr>
            <a:r>
              <a:rPr lang="en-US" altLang="zh-CN" dirty="0">
                <a:solidFill>
                  <a:srgbClr val="FFFF00"/>
                </a:solidFill>
                <a:latin typeface="楷体_GB2312" pitchFamily="49" charset="-122"/>
                <a:sym typeface="Wingdings" panose="05000000000000000000" pitchFamily="2" charset="2"/>
              </a:rPr>
              <a:t></a:t>
            </a:r>
            <a:r>
              <a:rPr lang="en-US" altLang="zh-CN" b="0" dirty="0">
                <a:latin typeface="楷体_GB2312" pitchFamily="49" charset="-122"/>
                <a:sym typeface="Symbol" panose="05050102010706020507" pitchFamily="18" charset="2"/>
              </a:rPr>
              <a:t></a:t>
            </a:r>
            <a:r>
              <a:rPr lang="zh-CN" altLang="en-US" dirty="0">
                <a:solidFill>
                  <a:srgbClr val="FFFF00"/>
                </a:solidFill>
                <a:latin typeface="楷体_GB2312" pitchFamily="49" charset="-122"/>
                <a:sym typeface="Symbol" panose="05050102010706020507" pitchFamily="18" charset="2"/>
              </a:rPr>
              <a:t>形和</a:t>
            </a:r>
            <a:r>
              <a:rPr lang="en-US" altLang="zh-CN" b="0" dirty="0">
                <a:latin typeface="Times New Roman" panose="02020603050405020304" pitchFamily="18" charset="0"/>
                <a:sym typeface="Symbol" panose="05050102010706020507" pitchFamily="18" charset="2"/>
              </a:rPr>
              <a:t>T</a:t>
            </a:r>
            <a:r>
              <a:rPr lang="zh-CN" altLang="en-US" dirty="0">
                <a:solidFill>
                  <a:srgbClr val="FFFF00"/>
                </a:solidFill>
                <a:latin typeface="Arial" panose="020B0604020202020204" pitchFamily="34" charset="0"/>
                <a:sym typeface="Symbol" panose="05050102010706020507" pitchFamily="18" charset="2"/>
              </a:rPr>
              <a:t>形</a:t>
            </a:r>
            <a:r>
              <a:rPr lang="zh-CN" altLang="en-US" dirty="0">
                <a:solidFill>
                  <a:srgbClr val="FFFF00"/>
                </a:solidFill>
                <a:latin typeface="楷体_GB2312" pitchFamily="49" charset="-122"/>
                <a:sym typeface="Symbol" panose="05050102010706020507" pitchFamily="18" charset="2"/>
              </a:rPr>
              <a:t>等效电路可以互换，根据其他参数与</a:t>
            </a:r>
            <a:r>
              <a:rPr lang="en-US" altLang="zh-CN" b="0" i="1" dirty="0">
                <a:latin typeface="Times New Roman" panose="02020603050405020304" pitchFamily="18" charset="0"/>
                <a:sym typeface="Symbol" panose="05050102010706020507" pitchFamily="18" charset="2"/>
              </a:rPr>
              <a:t>Y</a:t>
            </a:r>
            <a:r>
              <a:rPr lang="zh-CN" altLang="en-US" b="0" i="1" dirty="0">
                <a:latin typeface="Times New Roman" panose="02020603050405020304" pitchFamily="18" charset="0"/>
                <a:sym typeface="Symbol" panose="05050102010706020507" pitchFamily="18" charset="2"/>
              </a:rPr>
              <a:t>、</a:t>
            </a:r>
            <a:r>
              <a:rPr lang="en-US" altLang="zh-CN" b="0" i="1" dirty="0">
                <a:latin typeface="Times New Roman" panose="02020603050405020304" pitchFamily="18" charset="0"/>
                <a:sym typeface="Symbol" panose="05050102010706020507" pitchFamily="18" charset="2"/>
              </a:rPr>
              <a:t>Z</a:t>
            </a:r>
            <a:r>
              <a:rPr lang="zh-CN" altLang="en-US" dirty="0">
                <a:solidFill>
                  <a:srgbClr val="FFFF00"/>
                </a:solidFill>
                <a:latin typeface="楷体_GB2312" pitchFamily="49" charset="-122"/>
                <a:sym typeface="Symbol" panose="05050102010706020507" pitchFamily="18" charset="2"/>
              </a:rPr>
              <a:t>参数的关系，可以得到用其他参数表示的</a:t>
            </a:r>
            <a:r>
              <a:rPr lang="zh-CN" altLang="en-US" b="0" dirty="0">
                <a:latin typeface="楷体_GB2312" pitchFamily="49" charset="-122"/>
                <a:sym typeface="Symbol" panose="05050102010706020507" pitchFamily="18" charset="2"/>
              </a:rPr>
              <a:t></a:t>
            </a:r>
            <a:r>
              <a:rPr lang="zh-CN" altLang="en-US" dirty="0">
                <a:solidFill>
                  <a:srgbClr val="FFFF00"/>
                </a:solidFill>
                <a:latin typeface="Arial" panose="020B0604020202020204" pitchFamily="34" charset="0"/>
                <a:sym typeface="Symbol" panose="05050102010706020507" pitchFamily="18" charset="2"/>
              </a:rPr>
              <a:t>形</a:t>
            </a:r>
            <a:r>
              <a:rPr lang="zh-CN" altLang="en-US" dirty="0">
                <a:solidFill>
                  <a:srgbClr val="FFFF00"/>
                </a:solidFill>
                <a:latin typeface="楷体_GB2312" pitchFamily="49" charset="-122"/>
                <a:sym typeface="Symbol" panose="05050102010706020507" pitchFamily="18" charset="2"/>
              </a:rPr>
              <a:t>和</a:t>
            </a:r>
            <a:r>
              <a:rPr lang="en-US" altLang="zh-CN" b="0" dirty="0">
                <a:latin typeface="Times New Roman" panose="02020603050405020304" pitchFamily="18" charset="0"/>
                <a:sym typeface="Symbol" panose="05050102010706020507" pitchFamily="18" charset="2"/>
              </a:rPr>
              <a:t>T</a:t>
            </a:r>
            <a:r>
              <a:rPr lang="zh-CN" altLang="en-US" dirty="0">
                <a:solidFill>
                  <a:srgbClr val="FFFF00"/>
                </a:solidFill>
                <a:latin typeface="Arial" panose="020B0604020202020204" pitchFamily="34" charset="0"/>
                <a:sym typeface="Symbol" panose="05050102010706020507" pitchFamily="18" charset="2"/>
              </a:rPr>
              <a:t>形</a:t>
            </a:r>
            <a:r>
              <a:rPr lang="zh-CN" altLang="en-US" dirty="0">
                <a:solidFill>
                  <a:srgbClr val="FFFF00"/>
                </a:solidFill>
                <a:latin typeface="楷体_GB2312" pitchFamily="49" charset="-122"/>
                <a:sym typeface="Symbol" panose="05050102010706020507" pitchFamily="18" charset="2"/>
              </a:rPr>
              <a:t>等效电路。</a:t>
            </a:r>
            <a:endParaRPr lang="zh-CN" altLang="en-US" dirty="0">
              <a:solidFill>
                <a:srgbClr val="FFFF00"/>
              </a:solidFill>
              <a:latin typeface="楷体_GB2312" pitchFamily="49" charset="-122"/>
              <a:sym typeface="Symbol" panose="05050102010706020507" pitchFamily="18" charset="2"/>
            </a:endParaRPr>
          </a:p>
        </p:txBody>
      </p:sp>
      <p:grpSp>
        <p:nvGrpSpPr>
          <p:cNvPr id="73734" name="Group 11"/>
          <p:cNvGrpSpPr/>
          <p:nvPr/>
        </p:nvGrpSpPr>
        <p:grpSpPr>
          <a:xfrm>
            <a:off x="8316913" y="6446838"/>
            <a:ext cx="792162" cy="366712"/>
            <a:chOff x="5193" y="4020"/>
            <a:chExt cx="499" cy="231"/>
          </a:xfrm>
        </p:grpSpPr>
        <p:pic>
          <p:nvPicPr>
            <p:cNvPr id="73744" name="Picture 12"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3745" name="Text Box 1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3735" name="Group 14"/>
          <p:cNvGrpSpPr/>
          <p:nvPr/>
        </p:nvGrpSpPr>
        <p:grpSpPr>
          <a:xfrm>
            <a:off x="7453313" y="6446838"/>
            <a:ext cx="792162" cy="366712"/>
            <a:chOff x="4649" y="4020"/>
            <a:chExt cx="499" cy="231"/>
          </a:xfrm>
        </p:grpSpPr>
        <p:pic>
          <p:nvPicPr>
            <p:cNvPr id="73742" name="Picture 15"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3743" name="Text Box 16">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20"/>
          <p:cNvGrpSpPr/>
          <p:nvPr/>
        </p:nvGrpSpPr>
        <p:grpSpPr>
          <a:xfrm>
            <a:off x="827088" y="333375"/>
            <a:ext cx="1644650" cy="850900"/>
            <a:chOff x="385" y="3022"/>
            <a:chExt cx="1036" cy="536"/>
          </a:xfrm>
        </p:grpSpPr>
        <p:pic>
          <p:nvPicPr>
            <p:cNvPr id="73740" name="Picture 21"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73741" name="Text Box 22"/>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73737" name="Group 26"/>
          <p:cNvGrpSpPr/>
          <p:nvPr/>
        </p:nvGrpSpPr>
        <p:grpSpPr>
          <a:xfrm>
            <a:off x="6588125" y="6446838"/>
            <a:ext cx="792163" cy="366712"/>
            <a:chOff x="4649" y="4020"/>
            <a:chExt cx="499" cy="231"/>
          </a:xfrm>
        </p:grpSpPr>
        <p:pic>
          <p:nvPicPr>
            <p:cNvPr id="73738" name="Picture 2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3739" name="Text Box 2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0963"/>
                                        </p:tgtEl>
                                        <p:attrNameLst>
                                          <p:attrName>style.visibility</p:attrName>
                                        </p:attrNameLst>
                                      </p:cBhvr>
                                      <p:to>
                                        <p:strVal val="visible"/>
                                      </p:to>
                                    </p:set>
                                    <p:animEffect transition="in" filter="wipe(left)">
                                      <p:cBhvr>
                                        <p:cTn id="12" dur="300"/>
                                        <p:tgtEl>
                                          <p:spTgt spid="4096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0964"/>
                                        </p:tgtEl>
                                        <p:attrNameLst>
                                          <p:attrName>style.visibility</p:attrName>
                                        </p:attrNameLst>
                                      </p:cBhvr>
                                      <p:to>
                                        <p:strVal val="visible"/>
                                      </p:to>
                                    </p:set>
                                    <p:animEffect transition="in" filter="slide(fromBottom)">
                                      <p:cBhvr>
                                        <p:cTn id="17" dur="2000"/>
                                        <p:tgtEl>
                                          <p:spTgt spid="409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65">
                                            <p:txEl>
                                              <p:charRg st="0" end="15"/>
                                            </p:txEl>
                                          </p:spTgt>
                                        </p:tgtEl>
                                        <p:attrNameLst>
                                          <p:attrName>style.visibility</p:attrName>
                                        </p:attrNameLst>
                                      </p:cBhvr>
                                      <p:to>
                                        <p:strVal val="visible"/>
                                      </p:to>
                                    </p:set>
                                    <p:animEffect transition="in" filter="wipe(left)">
                                      <p:cBhvr>
                                        <p:cTn id="22" dur="2000"/>
                                        <p:tgtEl>
                                          <p:spTgt spid="40965">
                                            <p:txEl>
                                              <p:charRg st="0" end="1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0966"/>
                                        </p:tgtEl>
                                        <p:attrNameLst>
                                          <p:attrName>style.visibility</p:attrName>
                                        </p:attrNameLst>
                                      </p:cBhvr>
                                      <p:to>
                                        <p:strVal val="visible"/>
                                      </p:to>
                                    </p:set>
                                    <p:animEffect transition="in" filter="slide(fromBottom)">
                                      <p:cBhvr>
                                        <p:cTn id="27" dur="2000"/>
                                        <p:tgtEl>
                                          <p:spTgt spid="40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40964" grpId="0"/>
      <p:bldP spid="40965" grpId="0" build="p"/>
      <p:bldP spid="4096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8" name="Text Box 8"/>
          <p:cNvSpPr txBox="1"/>
          <p:nvPr/>
        </p:nvSpPr>
        <p:spPr>
          <a:xfrm>
            <a:off x="250825" y="404813"/>
            <a:ext cx="1584325" cy="579437"/>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3-1</a:t>
            </a:r>
            <a:endParaRPr lang="en-US" altLang="zh-CN" sz="3200" b="0" dirty="0">
              <a:latin typeface="Times New Roman" panose="02020603050405020304" pitchFamily="18" charset="0"/>
              <a:ea typeface="宋体" panose="02010600030101010101" pitchFamily="2" charset="-122"/>
            </a:endParaRPr>
          </a:p>
        </p:txBody>
      </p:sp>
      <p:sp>
        <p:nvSpPr>
          <p:cNvPr id="56329" name="Text Box 9"/>
          <p:cNvSpPr txBox="1"/>
          <p:nvPr/>
        </p:nvSpPr>
        <p:spPr>
          <a:xfrm>
            <a:off x="1258888" y="404813"/>
            <a:ext cx="7705725" cy="604837"/>
          </a:xfrm>
          <a:prstGeom prst="rect">
            <a:avLst/>
          </a:prstGeom>
          <a:noFill/>
          <a:ln w="9525">
            <a:noFill/>
          </a:ln>
        </p:spPr>
        <p:txBody>
          <a:bodyPr>
            <a:spAutoFit/>
          </a:bodyPr>
          <a:p>
            <a:pPr marL="476250" indent="-476250" algn="just">
              <a:lnSpc>
                <a:spcPct val="120000"/>
              </a:lnSpc>
              <a:spcBef>
                <a:spcPct val="50000"/>
              </a:spcBef>
            </a:pPr>
            <a:r>
              <a:rPr lang="zh-CN" altLang="en-US" dirty="0">
                <a:solidFill>
                  <a:srgbClr val="FFFF00"/>
                </a:solidFill>
                <a:latin typeface="楷体_GB2312" pitchFamily="49" charset="-122"/>
              </a:rPr>
              <a:t>绘出给定的</a:t>
            </a:r>
            <a:r>
              <a:rPr lang="en-US" altLang="zh-CN" b="0" i="1" dirty="0">
                <a:latin typeface="Times New Roman" panose="02020603050405020304" pitchFamily="18" charset="0"/>
              </a:rPr>
              <a:t>Y</a:t>
            </a:r>
            <a:r>
              <a:rPr lang="zh-CN" altLang="en-US" dirty="0">
                <a:solidFill>
                  <a:srgbClr val="FFFF00"/>
                </a:solidFill>
                <a:latin typeface="楷体_GB2312" pitchFamily="49" charset="-122"/>
              </a:rPr>
              <a:t>参数的任意一种二端口等效电路。</a:t>
            </a:r>
            <a:endParaRPr lang="zh-CN" altLang="en-US" dirty="0">
              <a:solidFill>
                <a:srgbClr val="FFFF00"/>
              </a:solidFill>
              <a:latin typeface="楷体_GB2312" pitchFamily="49" charset="-122"/>
            </a:endParaRPr>
          </a:p>
        </p:txBody>
      </p:sp>
      <p:graphicFrame>
        <p:nvGraphicFramePr>
          <p:cNvPr id="56330" name="Object 10"/>
          <p:cNvGraphicFramePr/>
          <p:nvPr/>
        </p:nvGraphicFramePr>
        <p:xfrm>
          <a:off x="2411413" y="908050"/>
          <a:ext cx="2555875" cy="947738"/>
        </p:xfrm>
        <a:graphic>
          <a:graphicData uri="http://schemas.openxmlformats.org/presentationml/2006/ole">
            <mc:AlternateContent xmlns:mc="http://schemas.openxmlformats.org/markup-compatibility/2006">
              <mc:Choice xmlns:v="urn:schemas-microsoft-com:vml" Requires="v">
                <p:oleObj spid="_x0000_s3307" name="" r:id="rId1" imgW="875665" imgH="431800" progId="Equation.DSMT4">
                  <p:embed/>
                </p:oleObj>
              </mc:Choice>
              <mc:Fallback>
                <p:oleObj name="" r:id="rId1" imgW="875665" imgH="431800" progId="Equation.DSMT4">
                  <p:embed/>
                  <p:pic>
                    <p:nvPicPr>
                      <p:cNvPr id="0" name="图片 3306"/>
                      <p:cNvPicPr/>
                      <p:nvPr/>
                    </p:nvPicPr>
                    <p:blipFill>
                      <a:blip r:embed="rId2">
                        <a:clrChange>
                          <a:clrFrom>
                            <a:srgbClr val="000000"/>
                          </a:clrFrom>
                          <a:clrTo>
                            <a:srgbClr val="FFFFFF"/>
                          </a:clrTo>
                        </a:clrChange>
                      </a:blip>
                      <a:stretch>
                        <a:fillRect/>
                      </a:stretch>
                    </p:blipFill>
                    <p:spPr>
                      <a:xfrm>
                        <a:off x="2411413" y="908050"/>
                        <a:ext cx="2555875" cy="947738"/>
                      </a:xfrm>
                      <a:prstGeom prst="rect">
                        <a:avLst/>
                      </a:prstGeom>
                      <a:noFill/>
                      <a:ln w="38100">
                        <a:noFill/>
                        <a:miter/>
                      </a:ln>
                    </p:spPr>
                  </p:pic>
                </p:oleObj>
              </mc:Fallback>
            </mc:AlternateContent>
          </a:graphicData>
        </a:graphic>
      </p:graphicFrame>
      <p:sp>
        <p:nvSpPr>
          <p:cNvPr id="56331" name="Text Box 11"/>
          <p:cNvSpPr txBox="1"/>
          <p:nvPr/>
        </p:nvSpPr>
        <p:spPr>
          <a:xfrm>
            <a:off x="395288" y="1989138"/>
            <a:ext cx="647700"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
        <p:nvSpPr>
          <p:cNvPr id="56332" name="Text Box 12"/>
          <p:cNvSpPr txBox="1"/>
          <p:nvPr/>
        </p:nvSpPr>
        <p:spPr>
          <a:xfrm>
            <a:off x="1187450" y="1989138"/>
            <a:ext cx="2376488"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由矩阵可知：</a:t>
            </a:r>
            <a:endParaRPr lang="zh-CN" altLang="en-US" dirty="0">
              <a:solidFill>
                <a:srgbClr val="FFFF00"/>
              </a:solidFill>
              <a:latin typeface="楷体_GB2312" pitchFamily="49" charset="-122"/>
            </a:endParaRPr>
          </a:p>
        </p:txBody>
      </p:sp>
      <p:graphicFrame>
        <p:nvGraphicFramePr>
          <p:cNvPr id="56333" name="Object 13"/>
          <p:cNvGraphicFramePr/>
          <p:nvPr/>
        </p:nvGraphicFramePr>
        <p:xfrm>
          <a:off x="3419475" y="1989138"/>
          <a:ext cx="1368425" cy="585787"/>
        </p:xfrm>
        <a:graphic>
          <a:graphicData uri="http://schemas.openxmlformats.org/presentationml/2006/ole">
            <mc:AlternateContent xmlns:mc="http://schemas.openxmlformats.org/markup-compatibility/2006">
              <mc:Choice xmlns:v="urn:schemas-microsoft-com:vml" Requires="v">
                <p:oleObj spid="_x0000_s3312" name="" r:id="rId3" imgW="558800" imgH="241300" progId="Equation.3">
                  <p:embed/>
                </p:oleObj>
              </mc:Choice>
              <mc:Fallback>
                <p:oleObj name="" r:id="rId3" imgW="558800" imgH="241300" progId="Equation.3">
                  <p:embed/>
                  <p:pic>
                    <p:nvPicPr>
                      <p:cNvPr id="0" name="图片 3311"/>
                      <p:cNvPicPr/>
                      <p:nvPr/>
                    </p:nvPicPr>
                    <p:blipFill>
                      <a:blip r:embed="rId4">
                        <a:clrChange>
                          <a:clrFrom>
                            <a:srgbClr val="000000"/>
                          </a:clrFrom>
                          <a:clrTo>
                            <a:srgbClr val="FFFFFF"/>
                          </a:clrTo>
                        </a:clrChange>
                      </a:blip>
                      <a:stretch>
                        <a:fillRect/>
                      </a:stretch>
                    </p:blipFill>
                    <p:spPr>
                      <a:xfrm>
                        <a:off x="3419475" y="1989138"/>
                        <a:ext cx="1368425" cy="585787"/>
                      </a:xfrm>
                      <a:prstGeom prst="rect">
                        <a:avLst/>
                      </a:prstGeom>
                      <a:noFill/>
                      <a:ln w="38100">
                        <a:noFill/>
                        <a:miter/>
                      </a:ln>
                    </p:spPr>
                  </p:pic>
                </p:oleObj>
              </mc:Fallback>
            </mc:AlternateContent>
          </a:graphicData>
        </a:graphic>
      </p:graphicFrame>
      <p:sp>
        <p:nvSpPr>
          <p:cNvPr id="56334" name="Text Box 14"/>
          <p:cNvSpPr txBox="1"/>
          <p:nvPr/>
        </p:nvSpPr>
        <p:spPr>
          <a:xfrm>
            <a:off x="4932363" y="1989138"/>
            <a:ext cx="3529012" cy="519112"/>
          </a:xfrm>
          <a:prstGeom prst="rect">
            <a:avLst/>
          </a:prstGeom>
          <a:noFill/>
          <a:ln w="9525">
            <a:noFill/>
          </a:ln>
        </p:spPr>
        <p:txBody>
          <a:bodyPr>
            <a:spAutoFit/>
          </a:bodyPr>
          <a:p>
            <a:pPr>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二端口是互易的。</a:t>
            </a:r>
            <a:endParaRPr lang="zh-CN" altLang="en-US" dirty="0">
              <a:solidFill>
                <a:srgbClr val="FFFF00"/>
              </a:solidFill>
              <a:latin typeface="楷体_GB2312" pitchFamily="49" charset="-122"/>
            </a:endParaRPr>
          </a:p>
        </p:txBody>
      </p:sp>
      <p:sp>
        <p:nvSpPr>
          <p:cNvPr id="56335" name="Text Box 15"/>
          <p:cNvSpPr txBox="1"/>
          <p:nvPr/>
        </p:nvSpPr>
        <p:spPr>
          <a:xfrm>
            <a:off x="1116013" y="2565400"/>
            <a:ext cx="741680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故可用无源</a:t>
            </a:r>
            <a:r>
              <a:rPr lang="zh-CN" altLang="en-US" b="0" dirty="0">
                <a:latin typeface="Times New Roman" panose="02020603050405020304" pitchFamily="18" charset="0"/>
                <a:sym typeface="Symbol" panose="05050102010706020507" pitchFamily="18" charset="2"/>
              </a:rPr>
              <a:t></a:t>
            </a:r>
            <a:r>
              <a:rPr lang="zh-CN" altLang="en-US" dirty="0">
                <a:solidFill>
                  <a:srgbClr val="FFFF00"/>
                </a:solidFill>
                <a:latin typeface="Arial" panose="020B0604020202020204" pitchFamily="34" charset="0"/>
                <a:sym typeface="Symbol" panose="05050102010706020507" pitchFamily="18" charset="2"/>
              </a:rPr>
              <a:t>形</a:t>
            </a:r>
            <a:r>
              <a:rPr lang="zh-CN" altLang="en-US" dirty="0">
                <a:solidFill>
                  <a:srgbClr val="FFFF00"/>
                </a:solidFill>
                <a:latin typeface="楷体_GB2312" pitchFamily="49" charset="-122"/>
              </a:rPr>
              <a:t>二端口网络作为等效电路。</a:t>
            </a:r>
            <a:endParaRPr lang="zh-CN" altLang="en-US" dirty="0">
              <a:solidFill>
                <a:srgbClr val="FFFF00"/>
              </a:solidFill>
              <a:latin typeface="楷体_GB2312" pitchFamily="49" charset="-122"/>
            </a:endParaRPr>
          </a:p>
        </p:txBody>
      </p:sp>
      <p:graphicFrame>
        <p:nvGraphicFramePr>
          <p:cNvPr id="56364" name="Object 44"/>
          <p:cNvGraphicFramePr/>
          <p:nvPr/>
        </p:nvGraphicFramePr>
        <p:xfrm>
          <a:off x="900113" y="3141663"/>
          <a:ext cx="2217737" cy="969962"/>
        </p:xfrm>
        <a:graphic>
          <a:graphicData uri="http://schemas.openxmlformats.org/presentationml/2006/ole">
            <mc:AlternateContent xmlns:mc="http://schemas.openxmlformats.org/markup-compatibility/2006">
              <mc:Choice xmlns:v="urn:schemas-microsoft-com:vml" Requires="v">
                <p:oleObj spid="_x0000_s3306" name="" r:id="rId5" imgW="862965" imgH="381000" progId="Equation.DSMT4">
                  <p:embed/>
                </p:oleObj>
              </mc:Choice>
              <mc:Fallback>
                <p:oleObj name="" r:id="rId5" imgW="862965" imgH="381000" progId="Equation.DSMT4">
                  <p:embed/>
                  <p:pic>
                    <p:nvPicPr>
                      <p:cNvPr id="0" name="图片 3305"/>
                      <p:cNvPicPr/>
                      <p:nvPr/>
                    </p:nvPicPr>
                    <p:blipFill>
                      <a:blip r:embed="rId6">
                        <a:clrChange>
                          <a:clrFrom>
                            <a:srgbClr val="000000"/>
                          </a:clrFrom>
                          <a:clrTo>
                            <a:srgbClr val="FFFFFF"/>
                          </a:clrTo>
                        </a:clrChange>
                      </a:blip>
                      <a:stretch>
                        <a:fillRect/>
                      </a:stretch>
                    </p:blipFill>
                    <p:spPr>
                      <a:xfrm>
                        <a:off x="900113" y="3141663"/>
                        <a:ext cx="2217737" cy="969962"/>
                      </a:xfrm>
                      <a:prstGeom prst="rect">
                        <a:avLst/>
                      </a:prstGeom>
                      <a:noFill/>
                      <a:ln w="38100">
                        <a:noFill/>
                        <a:miter/>
                      </a:ln>
                    </p:spPr>
                  </p:pic>
                </p:oleObj>
              </mc:Fallback>
            </mc:AlternateContent>
          </a:graphicData>
        </a:graphic>
      </p:graphicFrame>
      <p:graphicFrame>
        <p:nvGraphicFramePr>
          <p:cNvPr id="56365" name="Object 45"/>
          <p:cNvGraphicFramePr/>
          <p:nvPr/>
        </p:nvGraphicFramePr>
        <p:xfrm>
          <a:off x="990600" y="4194175"/>
          <a:ext cx="1978025" cy="892175"/>
        </p:xfrm>
        <a:graphic>
          <a:graphicData uri="http://schemas.openxmlformats.org/presentationml/2006/ole">
            <mc:AlternateContent xmlns:mc="http://schemas.openxmlformats.org/markup-compatibility/2006">
              <mc:Choice xmlns:v="urn:schemas-microsoft-com:vml" Requires="v">
                <p:oleObj spid="_x0000_s3309" name="" r:id="rId7" imgW="837565" imgH="381000" progId="Equation.DSMT4">
                  <p:embed/>
                </p:oleObj>
              </mc:Choice>
              <mc:Fallback>
                <p:oleObj name="" r:id="rId7" imgW="837565" imgH="381000" progId="Equation.DSMT4">
                  <p:embed/>
                  <p:pic>
                    <p:nvPicPr>
                      <p:cNvPr id="0" name="图片 3308"/>
                      <p:cNvPicPr/>
                      <p:nvPr/>
                    </p:nvPicPr>
                    <p:blipFill>
                      <a:blip r:embed="rId8">
                        <a:clrChange>
                          <a:clrFrom>
                            <a:srgbClr val="000000"/>
                          </a:clrFrom>
                          <a:clrTo>
                            <a:srgbClr val="FFFFFF"/>
                          </a:clrTo>
                        </a:clrChange>
                      </a:blip>
                      <a:stretch>
                        <a:fillRect/>
                      </a:stretch>
                    </p:blipFill>
                    <p:spPr>
                      <a:xfrm>
                        <a:off x="990600" y="4194175"/>
                        <a:ext cx="1978025" cy="892175"/>
                      </a:xfrm>
                      <a:prstGeom prst="rect">
                        <a:avLst/>
                      </a:prstGeom>
                      <a:noFill/>
                      <a:ln w="38100">
                        <a:noFill/>
                        <a:miter/>
                      </a:ln>
                    </p:spPr>
                  </p:pic>
                </p:oleObj>
              </mc:Fallback>
            </mc:AlternateContent>
          </a:graphicData>
        </a:graphic>
      </p:graphicFrame>
      <p:graphicFrame>
        <p:nvGraphicFramePr>
          <p:cNvPr id="56366" name="Object 46"/>
          <p:cNvGraphicFramePr/>
          <p:nvPr/>
        </p:nvGraphicFramePr>
        <p:xfrm>
          <a:off x="1116013" y="5157788"/>
          <a:ext cx="2011362" cy="560387"/>
        </p:xfrm>
        <a:graphic>
          <a:graphicData uri="http://schemas.openxmlformats.org/presentationml/2006/ole">
            <mc:AlternateContent xmlns:mc="http://schemas.openxmlformats.org/markup-compatibility/2006">
              <mc:Choice xmlns:v="urn:schemas-microsoft-com:vml" Requires="v">
                <p:oleObj spid="_x0000_s3311" name="" r:id="rId9" imgW="812165" imgH="228600" progId="Equation.DSMT4">
                  <p:embed/>
                </p:oleObj>
              </mc:Choice>
              <mc:Fallback>
                <p:oleObj name="" r:id="rId9" imgW="812165" imgH="228600" progId="Equation.DSMT4">
                  <p:embed/>
                  <p:pic>
                    <p:nvPicPr>
                      <p:cNvPr id="0" name="图片 3310"/>
                      <p:cNvPicPr/>
                      <p:nvPr/>
                    </p:nvPicPr>
                    <p:blipFill>
                      <a:blip r:embed="rId10">
                        <a:clrChange>
                          <a:clrFrom>
                            <a:srgbClr val="000000"/>
                          </a:clrFrom>
                          <a:clrTo>
                            <a:srgbClr val="FFFFFF"/>
                          </a:clrTo>
                        </a:clrChange>
                      </a:blip>
                      <a:stretch>
                        <a:fillRect/>
                      </a:stretch>
                    </p:blipFill>
                    <p:spPr>
                      <a:xfrm>
                        <a:off x="1116013" y="5157788"/>
                        <a:ext cx="2011362" cy="560387"/>
                      </a:xfrm>
                      <a:prstGeom prst="rect">
                        <a:avLst/>
                      </a:prstGeom>
                      <a:noFill/>
                      <a:ln w="38100">
                        <a:noFill/>
                        <a:miter/>
                      </a:ln>
                    </p:spPr>
                  </p:pic>
                </p:oleObj>
              </mc:Fallback>
            </mc:AlternateContent>
          </a:graphicData>
        </a:graphic>
      </p:graphicFrame>
      <p:sp>
        <p:nvSpPr>
          <p:cNvPr id="56367" name="Text Box 47"/>
          <p:cNvSpPr txBox="1"/>
          <p:nvPr/>
        </p:nvSpPr>
        <p:spPr>
          <a:xfrm>
            <a:off x="971550" y="5805488"/>
            <a:ext cx="741680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通过</a:t>
            </a:r>
            <a:r>
              <a:rPr lang="zh-CN" altLang="en-US" b="0" dirty="0">
                <a:latin typeface="楷体_GB2312" pitchFamily="49" charset="-122"/>
                <a:sym typeface="Symbol" panose="05050102010706020507" pitchFamily="18" charset="2"/>
              </a:rPr>
              <a:t></a:t>
            </a:r>
            <a:r>
              <a:rPr lang="zh-CN" altLang="en-US" dirty="0">
                <a:solidFill>
                  <a:srgbClr val="FFFF00"/>
                </a:solidFill>
                <a:latin typeface="Arial" panose="020B0604020202020204" pitchFamily="34" charset="0"/>
                <a:sym typeface="Symbol" panose="05050102010706020507" pitchFamily="18" charset="2"/>
              </a:rPr>
              <a:t>形</a:t>
            </a:r>
            <a:r>
              <a:rPr lang="zh-CN" altLang="en-US" dirty="0">
                <a:latin typeface="楷体_GB2312" pitchFamily="49" charset="-122"/>
                <a:cs typeface="Arial" panose="020B0604020202020204" pitchFamily="34" charset="0"/>
              </a:rPr>
              <a:t>→</a:t>
            </a:r>
            <a:r>
              <a:rPr lang="en-US" altLang="zh-CN" b="0" dirty="0">
                <a:latin typeface="Times New Roman" panose="02020603050405020304" pitchFamily="18" charset="0"/>
                <a:cs typeface="Arial" panose="020B0604020202020204" pitchFamily="34" charset="0"/>
              </a:rPr>
              <a:t>T</a:t>
            </a:r>
            <a:r>
              <a:rPr lang="zh-CN" altLang="en-US" dirty="0">
                <a:solidFill>
                  <a:srgbClr val="FFFF00"/>
                </a:solidFill>
                <a:latin typeface="Arial" panose="020B0604020202020204" pitchFamily="34" charset="0"/>
                <a:sym typeface="Symbol" panose="05050102010706020507" pitchFamily="18" charset="2"/>
              </a:rPr>
              <a:t>形</a:t>
            </a:r>
            <a:r>
              <a:rPr lang="zh-CN" altLang="en-US" dirty="0">
                <a:solidFill>
                  <a:srgbClr val="FFFF00"/>
                </a:solidFill>
                <a:latin typeface="楷体_GB2312" pitchFamily="49" charset="-122"/>
              </a:rPr>
              <a:t>变换可得</a:t>
            </a:r>
            <a:r>
              <a:rPr lang="en-US" altLang="zh-CN" b="0" dirty="0">
                <a:latin typeface="Times New Roman" panose="02020603050405020304" pitchFamily="18" charset="0"/>
              </a:rPr>
              <a:t>T</a:t>
            </a:r>
            <a:r>
              <a:rPr lang="zh-CN" altLang="en-US" dirty="0">
                <a:solidFill>
                  <a:srgbClr val="FFFF00"/>
                </a:solidFill>
                <a:latin typeface="Arial" panose="020B0604020202020204" pitchFamily="34" charset="0"/>
                <a:sym typeface="Symbol" panose="05050102010706020507" pitchFamily="18" charset="2"/>
              </a:rPr>
              <a:t>形</a:t>
            </a:r>
            <a:r>
              <a:rPr lang="zh-CN" altLang="en-US" dirty="0">
                <a:solidFill>
                  <a:srgbClr val="FFFF00"/>
                </a:solidFill>
                <a:latin typeface="楷体_GB2312" pitchFamily="49" charset="-122"/>
              </a:rPr>
              <a:t>等效电路。</a:t>
            </a:r>
            <a:endParaRPr lang="zh-CN" altLang="en-US" dirty="0">
              <a:solidFill>
                <a:srgbClr val="FFFF00"/>
              </a:solidFill>
              <a:latin typeface="楷体_GB2312" pitchFamily="49" charset="-122"/>
            </a:endParaRPr>
          </a:p>
        </p:txBody>
      </p:sp>
      <p:grpSp>
        <p:nvGrpSpPr>
          <p:cNvPr id="33810" name="Group 52"/>
          <p:cNvGrpSpPr/>
          <p:nvPr/>
        </p:nvGrpSpPr>
        <p:grpSpPr>
          <a:xfrm>
            <a:off x="8316913" y="6446838"/>
            <a:ext cx="792162" cy="366712"/>
            <a:chOff x="5193" y="4020"/>
            <a:chExt cx="499" cy="231"/>
          </a:xfrm>
        </p:grpSpPr>
        <p:pic>
          <p:nvPicPr>
            <p:cNvPr id="33838" name="Picture 53"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3839" name="Text Box 5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3811" name="Group 55"/>
          <p:cNvGrpSpPr/>
          <p:nvPr/>
        </p:nvGrpSpPr>
        <p:grpSpPr>
          <a:xfrm>
            <a:off x="7453313" y="6446838"/>
            <a:ext cx="792162" cy="366712"/>
            <a:chOff x="4649" y="4020"/>
            <a:chExt cx="499" cy="231"/>
          </a:xfrm>
        </p:grpSpPr>
        <p:pic>
          <p:nvPicPr>
            <p:cNvPr id="33836" name="Picture 56"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33837" name="Text Box 5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33812" name="Group 89"/>
          <p:cNvGrpSpPr/>
          <p:nvPr/>
        </p:nvGrpSpPr>
        <p:grpSpPr>
          <a:xfrm>
            <a:off x="6588125" y="6446838"/>
            <a:ext cx="792163" cy="366712"/>
            <a:chOff x="4649" y="4020"/>
            <a:chExt cx="499" cy="231"/>
          </a:xfrm>
        </p:grpSpPr>
        <p:pic>
          <p:nvPicPr>
            <p:cNvPr id="33834" name="Picture 90" descr="78900"/>
            <p:cNvPicPr>
              <a:picLocks noChangeAspect="1"/>
            </p:cNvPicPr>
            <p:nvPr/>
          </p:nvPicPr>
          <p:blipFill>
            <a:blip r:embed="rId11"/>
            <a:stretch>
              <a:fillRect/>
            </a:stretch>
          </p:blipFill>
          <p:spPr>
            <a:xfrm>
              <a:off x="4649" y="4066"/>
              <a:ext cx="499" cy="181"/>
            </a:xfrm>
            <a:prstGeom prst="rect">
              <a:avLst/>
            </a:prstGeom>
            <a:noFill/>
            <a:ln w="9525">
              <a:noFill/>
            </a:ln>
          </p:spPr>
        </p:pic>
        <p:sp>
          <p:nvSpPr>
            <p:cNvPr id="33835" name="Text Box 9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 name="Group 92"/>
          <p:cNvGrpSpPr/>
          <p:nvPr/>
        </p:nvGrpSpPr>
        <p:grpSpPr>
          <a:xfrm>
            <a:off x="3851275" y="3068638"/>
            <a:ext cx="4227513" cy="2192337"/>
            <a:chOff x="1701" y="818"/>
            <a:chExt cx="2663" cy="1381"/>
          </a:xfrm>
        </p:grpSpPr>
        <p:graphicFrame>
          <p:nvGraphicFramePr>
            <p:cNvPr id="33799" name="Object 93"/>
            <p:cNvGraphicFramePr/>
            <p:nvPr/>
          </p:nvGraphicFramePr>
          <p:xfrm>
            <a:off x="1701" y="1524"/>
            <a:ext cx="272" cy="370"/>
          </p:xfrm>
          <a:graphic>
            <a:graphicData uri="http://schemas.openxmlformats.org/presentationml/2006/ole">
              <mc:AlternateContent xmlns:mc="http://schemas.openxmlformats.org/markup-compatibility/2006">
                <mc:Choice xmlns:v="urn:schemas-microsoft-com:vml" Requires="v">
                  <p:oleObj spid="_x0000_s3310" name="" r:id="rId12" imgW="215900" imgH="291465" progId="Equation.3">
                    <p:embed/>
                  </p:oleObj>
                </mc:Choice>
                <mc:Fallback>
                  <p:oleObj name="" r:id="rId12" imgW="215900" imgH="291465" progId="Equation.3">
                    <p:embed/>
                    <p:pic>
                      <p:nvPicPr>
                        <p:cNvPr id="0" name="图片 3309"/>
                        <p:cNvPicPr/>
                        <p:nvPr/>
                      </p:nvPicPr>
                      <p:blipFill>
                        <a:blip r:embed="rId13">
                          <a:clrChange>
                            <a:clrFrom>
                              <a:srgbClr val="000000"/>
                            </a:clrFrom>
                            <a:clrTo>
                              <a:srgbClr val="FFFFFF"/>
                            </a:clrTo>
                          </a:clrChange>
                        </a:blip>
                        <a:stretch>
                          <a:fillRect/>
                        </a:stretch>
                      </p:blipFill>
                      <p:spPr>
                        <a:xfrm>
                          <a:off x="1701" y="1524"/>
                          <a:ext cx="272" cy="370"/>
                        </a:xfrm>
                        <a:prstGeom prst="rect">
                          <a:avLst/>
                        </a:prstGeom>
                        <a:noFill/>
                        <a:ln w="38100">
                          <a:noFill/>
                          <a:miter/>
                        </a:ln>
                      </p:spPr>
                    </p:pic>
                  </p:oleObj>
                </mc:Fallback>
              </mc:AlternateContent>
            </a:graphicData>
          </a:graphic>
        </p:graphicFrame>
        <p:graphicFrame>
          <p:nvGraphicFramePr>
            <p:cNvPr id="33800" name="Object 94"/>
            <p:cNvGraphicFramePr/>
            <p:nvPr/>
          </p:nvGraphicFramePr>
          <p:xfrm>
            <a:off x="3814" y="818"/>
            <a:ext cx="240" cy="370"/>
          </p:xfrm>
          <a:graphic>
            <a:graphicData uri="http://schemas.openxmlformats.org/presentationml/2006/ole">
              <mc:AlternateContent xmlns:mc="http://schemas.openxmlformats.org/markup-compatibility/2006">
                <mc:Choice xmlns:v="urn:schemas-microsoft-com:vml" Requires="v">
                  <p:oleObj spid="_x0000_s3308" name="" r:id="rId14" imgW="190500" imgH="292100" progId="Equation.3">
                    <p:embed/>
                  </p:oleObj>
                </mc:Choice>
                <mc:Fallback>
                  <p:oleObj name="" r:id="rId14" imgW="190500" imgH="292100" progId="Equation.3">
                    <p:embed/>
                    <p:pic>
                      <p:nvPicPr>
                        <p:cNvPr id="0" name="图片 3307"/>
                        <p:cNvPicPr/>
                        <p:nvPr/>
                      </p:nvPicPr>
                      <p:blipFill>
                        <a:blip r:embed="rId15">
                          <a:clrChange>
                            <a:clrFrom>
                              <a:srgbClr val="000000"/>
                            </a:clrFrom>
                            <a:clrTo>
                              <a:srgbClr val="FFFFFF"/>
                            </a:clrTo>
                          </a:clrChange>
                        </a:blip>
                        <a:stretch>
                          <a:fillRect/>
                        </a:stretch>
                      </p:blipFill>
                      <p:spPr>
                        <a:xfrm>
                          <a:off x="3814" y="818"/>
                          <a:ext cx="240" cy="370"/>
                        </a:xfrm>
                        <a:prstGeom prst="rect">
                          <a:avLst/>
                        </a:prstGeom>
                        <a:noFill/>
                        <a:ln w="38100">
                          <a:noFill/>
                          <a:miter/>
                        </a:ln>
                      </p:spPr>
                    </p:pic>
                  </p:oleObj>
                </mc:Fallback>
              </mc:AlternateContent>
            </a:graphicData>
          </a:graphic>
        </p:graphicFrame>
        <p:graphicFrame>
          <p:nvGraphicFramePr>
            <p:cNvPr id="33801" name="Object 95"/>
            <p:cNvGraphicFramePr/>
            <p:nvPr/>
          </p:nvGraphicFramePr>
          <p:xfrm>
            <a:off x="1927" y="835"/>
            <a:ext cx="208" cy="370"/>
          </p:xfrm>
          <a:graphic>
            <a:graphicData uri="http://schemas.openxmlformats.org/presentationml/2006/ole">
              <mc:AlternateContent xmlns:mc="http://schemas.openxmlformats.org/markup-compatibility/2006">
                <mc:Choice xmlns:v="urn:schemas-microsoft-com:vml" Requires="v">
                  <p:oleObj spid="_x0000_s3314" name="" r:id="rId16" imgW="165100" imgH="291465" progId="Equation.3">
                    <p:embed/>
                  </p:oleObj>
                </mc:Choice>
                <mc:Fallback>
                  <p:oleObj name="" r:id="rId16" imgW="165100" imgH="291465" progId="Equation.3">
                    <p:embed/>
                    <p:pic>
                      <p:nvPicPr>
                        <p:cNvPr id="0" name="图片 3313"/>
                        <p:cNvPicPr/>
                        <p:nvPr/>
                      </p:nvPicPr>
                      <p:blipFill>
                        <a:blip r:embed="rId17">
                          <a:clrChange>
                            <a:clrFrom>
                              <a:srgbClr val="000000"/>
                            </a:clrFrom>
                            <a:clrTo>
                              <a:srgbClr val="FFFFFF"/>
                            </a:clrTo>
                          </a:clrChange>
                        </a:blip>
                        <a:stretch>
                          <a:fillRect/>
                        </a:stretch>
                      </p:blipFill>
                      <p:spPr>
                        <a:xfrm>
                          <a:off x="1927" y="835"/>
                          <a:ext cx="208" cy="370"/>
                        </a:xfrm>
                        <a:prstGeom prst="rect">
                          <a:avLst/>
                        </a:prstGeom>
                        <a:noFill/>
                        <a:ln w="38100">
                          <a:noFill/>
                          <a:miter/>
                        </a:ln>
                      </p:spPr>
                    </p:pic>
                  </p:oleObj>
                </mc:Fallback>
              </mc:AlternateContent>
            </a:graphicData>
          </a:graphic>
        </p:graphicFrame>
        <p:sp>
          <p:nvSpPr>
            <p:cNvPr id="33814" name="Line 96"/>
            <p:cNvSpPr/>
            <p:nvPr/>
          </p:nvSpPr>
          <p:spPr>
            <a:xfrm flipH="1">
              <a:off x="1882" y="1206"/>
              <a:ext cx="2268" cy="0"/>
            </a:xfrm>
            <a:prstGeom prst="line">
              <a:avLst/>
            </a:prstGeom>
            <a:ln w="28575" cap="flat" cmpd="sng">
              <a:solidFill>
                <a:srgbClr val="FFCC00"/>
              </a:solidFill>
              <a:prstDash val="solid"/>
              <a:headEnd type="none" w="med" len="med"/>
              <a:tailEnd type="none" w="med" len="med"/>
            </a:ln>
          </p:spPr>
        </p:sp>
        <p:sp>
          <p:nvSpPr>
            <p:cNvPr id="33815" name="Line 97"/>
            <p:cNvSpPr/>
            <p:nvPr/>
          </p:nvSpPr>
          <p:spPr>
            <a:xfrm>
              <a:off x="1876" y="2169"/>
              <a:ext cx="2283" cy="1"/>
            </a:xfrm>
            <a:prstGeom prst="line">
              <a:avLst/>
            </a:prstGeom>
            <a:ln w="28575" cap="flat" cmpd="sng">
              <a:solidFill>
                <a:srgbClr val="FFCC00"/>
              </a:solidFill>
              <a:prstDash val="solid"/>
              <a:headEnd type="none" w="med" len="med"/>
              <a:tailEnd type="none" w="med" len="med"/>
            </a:ln>
          </p:spPr>
        </p:sp>
        <p:sp>
          <p:nvSpPr>
            <p:cNvPr id="33816" name="Rectangle 98"/>
            <p:cNvSpPr/>
            <p:nvPr/>
          </p:nvSpPr>
          <p:spPr>
            <a:xfrm>
              <a:off x="2806" y="867"/>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b</a:t>
              </a:r>
              <a:endParaRPr lang="en-US" altLang="zh-CN" b="0" dirty="0">
                <a:latin typeface="Times New Roman" panose="02020603050405020304" pitchFamily="18" charset="0"/>
                <a:ea typeface="宋体" panose="02010600030101010101" pitchFamily="2" charset="-122"/>
              </a:endParaRPr>
            </a:p>
          </p:txBody>
        </p:sp>
        <p:sp>
          <p:nvSpPr>
            <p:cNvPr id="33817" name="Line 99"/>
            <p:cNvSpPr/>
            <p:nvPr/>
          </p:nvSpPr>
          <p:spPr>
            <a:xfrm>
              <a:off x="1927" y="1207"/>
              <a:ext cx="294" cy="0"/>
            </a:xfrm>
            <a:prstGeom prst="line">
              <a:avLst/>
            </a:prstGeom>
            <a:ln w="28575" cap="flat" cmpd="sng">
              <a:solidFill>
                <a:srgbClr val="00FFFF"/>
              </a:solidFill>
              <a:prstDash val="solid"/>
              <a:headEnd type="none" w="med" len="med"/>
              <a:tailEnd type="triangle" w="med" len="med"/>
            </a:ln>
          </p:spPr>
        </p:sp>
        <p:sp>
          <p:nvSpPr>
            <p:cNvPr id="33818" name="Text Box 100"/>
            <p:cNvSpPr txBox="1"/>
            <p:nvPr/>
          </p:nvSpPr>
          <p:spPr>
            <a:xfrm>
              <a:off x="1720" y="1228"/>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3819" name="Text Box 101"/>
            <p:cNvSpPr txBox="1"/>
            <p:nvPr/>
          </p:nvSpPr>
          <p:spPr>
            <a:xfrm>
              <a:off x="1737" y="1850"/>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33820" name="Line 102"/>
            <p:cNvSpPr/>
            <p:nvPr/>
          </p:nvSpPr>
          <p:spPr>
            <a:xfrm flipH="1">
              <a:off x="3808" y="1202"/>
              <a:ext cx="294" cy="0"/>
            </a:xfrm>
            <a:prstGeom prst="line">
              <a:avLst/>
            </a:prstGeom>
            <a:ln w="28575" cap="flat" cmpd="sng">
              <a:solidFill>
                <a:srgbClr val="00FFFF"/>
              </a:solidFill>
              <a:prstDash val="solid"/>
              <a:headEnd type="none" w="med" len="med"/>
              <a:tailEnd type="triangle" w="med" len="med"/>
            </a:ln>
          </p:spPr>
        </p:sp>
        <p:sp>
          <p:nvSpPr>
            <p:cNvPr id="33821" name="Text Box 103"/>
            <p:cNvSpPr txBox="1"/>
            <p:nvPr/>
          </p:nvSpPr>
          <p:spPr>
            <a:xfrm>
              <a:off x="4072" y="123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3822" name="Text Box 104"/>
            <p:cNvSpPr txBox="1"/>
            <p:nvPr/>
          </p:nvSpPr>
          <p:spPr>
            <a:xfrm>
              <a:off x="4065" y="1856"/>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33802" name="Object 105"/>
            <p:cNvGraphicFramePr/>
            <p:nvPr/>
          </p:nvGraphicFramePr>
          <p:xfrm>
            <a:off x="4060" y="1524"/>
            <a:ext cx="304" cy="370"/>
          </p:xfrm>
          <a:graphic>
            <a:graphicData uri="http://schemas.openxmlformats.org/presentationml/2006/ole">
              <mc:AlternateContent xmlns:mc="http://schemas.openxmlformats.org/markup-compatibility/2006">
                <mc:Choice xmlns:v="urn:schemas-microsoft-com:vml" Requires="v">
                  <p:oleObj spid="_x0000_s3313" name="" r:id="rId18" imgW="241300" imgH="292100" progId="Equation.3">
                    <p:embed/>
                  </p:oleObj>
                </mc:Choice>
                <mc:Fallback>
                  <p:oleObj name="" r:id="rId18" imgW="241300" imgH="292100" progId="Equation.3">
                    <p:embed/>
                    <p:pic>
                      <p:nvPicPr>
                        <p:cNvPr id="0" name="图片 3312"/>
                        <p:cNvPicPr/>
                        <p:nvPr/>
                      </p:nvPicPr>
                      <p:blipFill>
                        <a:blip r:embed="rId19">
                          <a:clrChange>
                            <a:clrFrom>
                              <a:srgbClr val="000000"/>
                            </a:clrFrom>
                            <a:clrTo>
                              <a:srgbClr val="FFFFFF"/>
                            </a:clrTo>
                          </a:clrChange>
                        </a:blip>
                        <a:stretch>
                          <a:fillRect/>
                        </a:stretch>
                      </p:blipFill>
                      <p:spPr>
                        <a:xfrm>
                          <a:off x="4060" y="1524"/>
                          <a:ext cx="304" cy="370"/>
                        </a:xfrm>
                        <a:prstGeom prst="rect">
                          <a:avLst/>
                        </a:prstGeom>
                        <a:noFill/>
                        <a:ln w="38100">
                          <a:noFill/>
                          <a:miter/>
                        </a:ln>
                      </p:spPr>
                    </p:pic>
                  </p:oleObj>
                </mc:Fallback>
              </mc:AlternateContent>
            </a:graphicData>
          </a:graphic>
        </p:graphicFrame>
        <p:sp>
          <p:nvSpPr>
            <p:cNvPr id="33823" name="Line 106"/>
            <p:cNvSpPr/>
            <p:nvPr/>
          </p:nvSpPr>
          <p:spPr>
            <a:xfrm>
              <a:off x="3515" y="1206"/>
              <a:ext cx="0" cy="963"/>
            </a:xfrm>
            <a:prstGeom prst="line">
              <a:avLst/>
            </a:prstGeom>
            <a:ln w="28575" cap="flat" cmpd="sng">
              <a:solidFill>
                <a:srgbClr val="FFCC00"/>
              </a:solidFill>
              <a:prstDash val="solid"/>
              <a:headEnd type="oval" w="med" len="med"/>
              <a:tailEnd type="oval" w="med" len="med"/>
            </a:ln>
          </p:spPr>
        </p:sp>
        <p:sp>
          <p:nvSpPr>
            <p:cNvPr id="33824" name="Line 107"/>
            <p:cNvSpPr/>
            <p:nvPr/>
          </p:nvSpPr>
          <p:spPr>
            <a:xfrm>
              <a:off x="2427" y="1206"/>
              <a:ext cx="0" cy="953"/>
            </a:xfrm>
            <a:prstGeom prst="line">
              <a:avLst/>
            </a:prstGeom>
            <a:ln w="28575" cap="flat" cmpd="sng">
              <a:solidFill>
                <a:srgbClr val="FFCC00"/>
              </a:solidFill>
              <a:prstDash val="solid"/>
              <a:headEnd type="oval" w="med" len="med"/>
              <a:tailEnd type="oval" w="med" len="med"/>
            </a:ln>
          </p:spPr>
        </p:sp>
        <p:sp>
          <p:nvSpPr>
            <p:cNvPr id="33825" name="Oval 108"/>
            <p:cNvSpPr/>
            <p:nvPr/>
          </p:nvSpPr>
          <p:spPr>
            <a:xfrm>
              <a:off x="1817" y="116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3826" name="Oval 109"/>
            <p:cNvSpPr/>
            <p:nvPr/>
          </p:nvSpPr>
          <p:spPr>
            <a:xfrm>
              <a:off x="1817" y="213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3827" name="Oval 110"/>
            <p:cNvSpPr/>
            <p:nvPr/>
          </p:nvSpPr>
          <p:spPr>
            <a:xfrm>
              <a:off x="4145" y="117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3828" name="Oval 111"/>
            <p:cNvSpPr/>
            <p:nvPr/>
          </p:nvSpPr>
          <p:spPr>
            <a:xfrm>
              <a:off x="4157" y="213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3829" name="Rectangle 112"/>
            <p:cNvSpPr/>
            <p:nvPr/>
          </p:nvSpPr>
          <p:spPr>
            <a:xfrm>
              <a:off x="2436" y="1524"/>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a</a:t>
              </a:r>
              <a:endParaRPr lang="en-US" altLang="zh-CN" b="0" dirty="0">
                <a:latin typeface="Times New Roman" panose="02020603050405020304" pitchFamily="18" charset="0"/>
                <a:ea typeface="宋体" panose="02010600030101010101" pitchFamily="2" charset="-122"/>
              </a:endParaRPr>
            </a:p>
          </p:txBody>
        </p:sp>
        <p:sp>
          <p:nvSpPr>
            <p:cNvPr id="33830" name="Rectangle 113"/>
            <p:cNvSpPr/>
            <p:nvPr/>
          </p:nvSpPr>
          <p:spPr>
            <a:xfrm>
              <a:off x="3152" y="1570"/>
              <a:ext cx="29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Y</a:t>
              </a:r>
              <a:r>
                <a:rPr lang="en-US" altLang="zh-CN" b="0" baseline="-25000" dirty="0">
                  <a:latin typeface="Times New Roman" panose="02020603050405020304" pitchFamily="18" charset="0"/>
                  <a:ea typeface="宋体" panose="02010600030101010101" pitchFamily="2" charset="-122"/>
                </a:rPr>
                <a:t>c</a:t>
              </a:r>
              <a:endParaRPr lang="en-US" altLang="zh-CN" b="0" dirty="0">
                <a:latin typeface="Times New Roman" panose="02020603050405020304" pitchFamily="18" charset="0"/>
                <a:ea typeface="宋体" panose="02010600030101010101" pitchFamily="2" charset="-122"/>
              </a:endParaRPr>
            </a:p>
          </p:txBody>
        </p:sp>
        <p:sp>
          <p:nvSpPr>
            <p:cNvPr id="33831" name="Rectangle 114"/>
            <p:cNvSpPr/>
            <p:nvPr/>
          </p:nvSpPr>
          <p:spPr>
            <a:xfrm>
              <a:off x="2789" y="115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3832" name="Rectangle 115"/>
            <p:cNvSpPr/>
            <p:nvPr/>
          </p:nvSpPr>
          <p:spPr>
            <a:xfrm>
              <a:off x="3452" y="152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3833" name="Rectangle 116"/>
            <p:cNvSpPr/>
            <p:nvPr/>
          </p:nvSpPr>
          <p:spPr>
            <a:xfrm>
              <a:off x="2363" y="152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6328"/>
                                        </p:tgtEl>
                                        <p:attrNameLst>
                                          <p:attrName>style.visibility</p:attrName>
                                        </p:attrNameLst>
                                      </p:cBhvr>
                                      <p:to>
                                        <p:strVal val="visible"/>
                                      </p:to>
                                    </p:set>
                                    <p:anim calcmode="lin" valueType="num">
                                      <p:cBhvr>
                                        <p:cTn id="7" dur="1000" fill="hold"/>
                                        <p:tgtEl>
                                          <p:spTgt spid="56328"/>
                                        </p:tgtEl>
                                        <p:attrNameLst>
                                          <p:attrName>ppt_w</p:attrName>
                                        </p:attrNameLst>
                                      </p:cBhvr>
                                      <p:tavLst>
                                        <p:tav tm="0">
                                          <p:val>
                                            <p:fltVal val="0.000000"/>
                                          </p:val>
                                        </p:tav>
                                        <p:tav tm="100000">
                                          <p:val>
                                            <p:strVal val="#ppt_w"/>
                                          </p:val>
                                        </p:tav>
                                      </p:tavLst>
                                    </p:anim>
                                    <p:anim calcmode="lin" valueType="num">
                                      <p:cBhvr>
                                        <p:cTn id="8" dur="1000" fill="hold"/>
                                        <p:tgtEl>
                                          <p:spTgt spid="56328"/>
                                        </p:tgtEl>
                                        <p:attrNameLst>
                                          <p:attrName>ppt_h</p:attrName>
                                        </p:attrNameLst>
                                      </p:cBhvr>
                                      <p:tavLst>
                                        <p:tav tm="0">
                                          <p:val>
                                            <p:fltVal val="0.000000"/>
                                          </p:val>
                                        </p:tav>
                                        <p:tav tm="100000">
                                          <p:val>
                                            <p:strVal val="#ppt_h"/>
                                          </p:val>
                                        </p:tav>
                                      </p:tavLst>
                                    </p:anim>
                                    <p:anim calcmode="lin" valueType="num">
                                      <p:cBhvr>
                                        <p:cTn id="9" dur="1000" fill="hold"/>
                                        <p:tgtEl>
                                          <p:spTgt spid="5632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632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22" presetClass="entr" presetSubtype="8" fill="hold" grpId="0" nodeType="afterEffect">
                                  <p:stCondLst>
                                    <p:cond delay="0"/>
                                  </p:stCondLst>
                                  <p:iterate type="wd">
                                    <p:tmPct val="100000"/>
                                  </p:iterate>
                                  <p:childTnLst>
                                    <p:set>
                                      <p:cBhvr>
                                        <p:cTn id="13" dur="1" fill="hold">
                                          <p:stCondLst>
                                            <p:cond delay="0"/>
                                          </p:stCondLst>
                                        </p:cTn>
                                        <p:tgtEl>
                                          <p:spTgt spid="56329"/>
                                        </p:tgtEl>
                                        <p:attrNameLst>
                                          <p:attrName>style.visibility</p:attrName>
                                        </p:attrNameLst>
                                      </p:cBhvr>
                                      <p:to>
                                        <p:strVal val="visible"/>
                                      </p:to>
                                    </p:set>
                                    <p:animEffect transition="in" filter="wipe(left)">
                                      <p:cBhvr>
                                        <p:cTn id="14" dur="300"/>
                                        <p:tgtEl>
                                          <p:spTgt spid="56329"/>
                                        </p:tgtEl>
                                      </p:cBhvr>
                                    </p:animEffect>
                                  </p:childTnLst>
                                </p:cTn>
                              </p:par>
                            </p:childTnLst>
                          </p:cTn>
                        </p:par>
                        <p:par>
                          <p:cTn id="15" fill="hold">
                            <p:stCondLst>
                              <p:cond delay="6300"/>
                            </p:stCondLst>
                            <p:childTnLst>
                              <p:par>
                                <p:cTn id="16" presetID="9" presetClass="entr" presetSubtype="0" fill="hold" nodeType="afterEffect">
                                  <p:stCondLst>
                                    <p:cond delay="0"/>
                                  </p:stCondLst>
                                  <p:childTnLst>
                                    <p:set>
                                      <p:cBhvr>
                                        <p:cTn id="17" dur="1" fill="hold">
                                          <p:stCondLst>
                                            <p:cond delay="0"/>
                                          </p:stCondLst>
                                        </p:cTn>
                                        <p:tgtEl>
                                          <p:spTgt spid="56330"/>
                                        </p:tgtEl>
                                        <p:attrNameLst>
                                          <p:attrName>style.visibility</p:attrName>
                                        </p:attrNameLst>
                                      </p:cBhvr>
                                      <p:to>
                                        <p:strVal val="visible"/>
                                      </p:to>
                                    </p:set>
                                    <p:animEffect transition="in" filter="dissolve">
                                      <p:cBhvr>
                                        <p:cTn id="18" dur="500"/>
                                        <p:tgtEl>
                                          <p:spTgt spid="56330"/>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6331"/>
                                        </p:tgtEl>
                                        <p:attrNameLst>
                                          <p:attrName>style.visibility</p:attrName>
                                        </p:attrNameLst>
                                      </p:cBhvr>
                                      <p:to>
                                        <p:strVal val="visible"/>
                                      </p:to>
                                    </p:set>
                                    <p:anim calcmode="lin" valueType="num">
                                      <p:cBhvr>
                                        <p:cTn id="23" dur="1000" fill="hold"/>
                                        <p:tgtEl>
                                          <p:spTgt spid="56331"/>
                                        </p:tgtEl>
                                        <p:attrNameLst>
                                          <p:attrName>ppt_w</p:attrName>
                                        </p:attrNameLst>
                                      </p:cBhvr>
                                      <p:tavLst>
                                        <p:tav tm="0">
                                          <p:val>
                                            <p:fltVal val="0.000000"/>
                                          </p:val>
                                        </p:tav>
                                        <p:tav tm="100000">
                                          <p:val>
                                            <p:strVal val="#ppt_w"/>
                                          </p:val>
                                        </p:tav>
                                      </p:tavLst>
                                    </p:anim>
                                    <p:anim calcmode="lin" valueType="num">
                                      <p:cBhvr>
                                        <p:cTn id="24" dur="1000" fill="hold"/>
                                        <p:tgtEl>
                                          <p:spTgt spid="56331"/>
                                        </p:tgtEl>
                                        <p:attrNameLst>
                                          <p:attrName>ppt_h</p:attrName>
                                        </p:attrNameLst>
                                      </p:cBhvr>
                                      <p:tavLst>
                                        <p:tav tm="0">
                                          <p:val>
                                            <p:fltVal val="0.000000"/>
                                          </p:val>
                                        </p:tav>
                                        <p:tav tm="100000">
                                          <p:val>
                                            <p:strVal val="#ppt_h"/>
                                          </p:val>
                                        </p:tav>
                                      </p:tavLst>
                                    </p:anim>
                                    <p:anim calcmode="lin" valueType="num">
                                      <p:cBhvr>
                                        <p:cTn id="25" dur="1000" fill="hold"/>
                                        <p:tgtEl>
                                          <p:spTgt spid="56331"/>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5633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56332"/>
                                        </p:tgtEl>
                                        <p:attrNameLst>
                                          <p:attrName>style.visibility</p:attrName>
                                        </p:attrNameLst>
                                      </p:cBhvr>
                                      <p:to>
                                        <p:strVal val="visible"/>
                                      </p:to>
                                    </p:set>
                                    <p:animEffect transition="in" filter="slide(fromRight)">
                                      <p:cBhvr>
                                        <p:cTn id="31" dur="1000"/>
                                        <p:tgtEl>
                                          <p:spTgt spid="56332"/>
                                        </p:tgtEl>
                                      </p:cBhvr>
                                    </p:animEffect>
                                  </p:childTnLst>
                                </p:cTn>
                              </p:par>
                            </p:childTnLst>
                          </p:cTn>
                        </p:par>
                        <p:par>
                          <p:cTn id="32" fill="hold">
                            <p:stCondLst>
                              <p:cond delay="1000"/>
                            </p:stCondLst>
                            <p:childTnLst>
                              <p:par>
                                <p:cTn id="33" presetID="12" presetClass="entr" presetSubtype="2" fill="hold" nodeType="afterEffect">
                                  <p:stCondLst>
                                    <p:cond delay="0"/>
                                  </p:stCondLst>
                                  <p:childTnLst>
                                    <p:set>
                                      <p:cBhvr>
                                        <p:cTn id="34" dur="1" fill="hold">
                                          <p:stCondLst>
                                            <p:cond delay="0"/>
                                          </p:stCondLst>
                                        </p:cTn>
                                        <p:tgtEl>
                                          <p:spTgt spid="56333"/>
                                        </p:tgtEl>
                                        <p:attrNameLst>
                                          <p:attrName>style.visibility</p:attrName>
                                        </p:attrNameLst>
                                      </p:cBhvr>
                                      <p:to>
                                        <p:strVal val="visible"/>
                                      </p:to>
                                    </p:set>
                                    <p:animEffect transition="in" filter="slide(fromRight)">
                                      <p:cBhvr>
                                        <p:cTn id="35" dur="500"/>
                                        <p:tgtEl>
                                          <p:spTgt spid="56333"/>
                                        </p:tgtEl>
                                      </p:cBhvr>
                                    </p:animEffect>
                                  </p:childTnLst>
                                </p:cTn>
                              </p:par>
                            </p:childTnLst>
                          </p:cTn>
                        </p:par>
                        <p:par>
                          <p:cTn id="36" fill="hold">
                            <p:stCondLst>
                              <p:cond delay="1500"/>
                            </p:stCondLst>
                            <p:childTnLst>
                              <p:par>
                                <p:cTn id="37" presetID="12" presetClass="entr" presetSubtype="2" fill="hold" grpId="0" nodeType="afterEffect">
                                  <p:stCondLst>
                                    <p:cond delay="0"/>
                                  </p:stCondLst>
                                  <p:childTnLst>
                                    <p:set>
                                      <p:cBhvr>
                                        <p:cTn id="38" dur="1" fill="hold">
                                          <p:stCondLst>
                                            <p:cond delay="0"/>
                                          </p:stCondLst>
                                        </p:cTn>
                                        <p:tgtEl>
                                          <p:spTgt spid="56334"/>
                                        </p:tgtEl>
                                        <p:attrNameLst>
                                          <p:attrName>style.visibility</p:attrName>
                                        </p:attrNameLst>
                                      </p:cBhvr>
                                      <p:to>
                                        <p:strVal val="visible"/>
                                      </p:to>
                                    </p:set>
                                    <p:animEffect transition="in" filter="slide(fromRight)">
                                      <p:cBhvr>
                                        <p:cTn id="39" dur="1000"/>
                                        <p:tgtEl>
                                          <p:spTgt spid="56334"/>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grpId="0" nodeType="clickEffect">
                                  <p:stCondLst>
                                    <p:cond delay="0"/>
                                  </p:stCondLst>
                                  <p:childTnLst>
                                    <p:set>
                                      <p:cBhvr>
                                        <p:cTn id="43" dur="1" fill="hold">
                                          <p:stCondLst>
                                            <p:cond delay="0"/>
                                          </p:stCondLst>
                                        </p:cTn>
                                        <p:tgtEl>
                                          <p:spTgt spid="56335"/>
                                        </p:tgtEl>
                                        <p:attrNameLst>
                                          <p:attrName>style.visibility</p:attrName>
                                        </p:attrNameLst>
                                      </p:cBhvr>
                                      <p:to>
                                        <p:strVal val="visible"/>
                                      </p:to>
                                    </p:set>
                                    <p:anim calcmode="lin" valueType="num">
                                      <p:cBhvr>
                                        <p:cTn id="44" dur="1000" fill="hold"/>
                                        <p:tgtEl>
                                          <p:spTgt spid="56335"/>
                                        </p:tgtEl>
                                        <p:attrNameLst>
                                          <p:attrName>ppt_w</p:attrName>
                                        </p:attrNameLst>
                                      </p:cBhvr>
                                      <p:tavLst>
                                        <p:tav tm="0">
                                          <p:val>
                                            <p:strVal val="#ppt_w*0.70"/>
                                          </p:val>
                                        </p:tav>
                                        <p:tav tm="100000">
                                          <p:val>
                                            <p:strVal val="#ppt_w"/>
                                          </p:val>
                                        </p:tav>
                                      </p:tavLst>
                                    </p:anim>
                                    <p:anim calcmode="lin" valueType="num">
                                      <p:cBhvr>
                                        <p:cTn id="45" dur="1000" fill="hold"/>
                                        <p:tgtEl>
                                          <p:spTgt spid="56335"/>
                                        </p:tgtEl>
                                        <p:attrNameLst>
                                          <p:attrName>ppt_h</p:attrName>
                                        </p:attrNameLst>
                                      </p:cBhvr>
                                      <p:tavLst>
                                        <p:tav tm="0">
                                          <p:val>
                                            <p:strVal val="#ppt_h"/>
                                          </p:val>
                                        </p:tav>
                                        <p:tav tm="100000">
                                          <p:val>
                                            <p:strVal val="#ppt_h"/>
                                          </p:val>
                                        </p:tav>
                                      </p:tavLst>
                                    </p:anim>
                                    <p:animEffect transition="in" filter="fade">
                                      <p:cBhvr>
                                        <p:cTn id="46" dur="1000"/>
                                        <p:tgtEl>
                                          <p:spTgt spid="56335"/>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nodeType="clickEffect">
                                  <p:stCondLst>
                                    <p:cond delay="0"/>
                                  </p:stCondLst>
                                  <p:childTnLst>
                                    <p:set>
                                      <p:cBhvr>
                                        <p:cTn id="50" dur="1" fill="hold">
                                          <p:stCondLst>
                                            <p:cond delay="0"/>
                                          </p:stCondLst>
                                        </p:cTn>
                                        <p:tgtEl>
                                          <p:spTgt spid="56364"/>
                                        </p:tgtEl>
                                        <p:attrNameLst>
                                          <p:attrName>style.visibility</p:attrName>
                                        </p:attrNameLst>
                                      </p:cBhvr>
                                      <p:to>
                                        <p:strVal val="visible"/>
                                      </p:to>
                                    </p:set>
                                    <p:animEffect transition="in" filter="slide(fromBottom)">
                                      <p:cBhvr>
                                        <p:cTn id="51" dur="2000"/>
                                        <p:tgtEl>
                                          <p:spTgt spid="56364"/>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nodeType="clickEffect">
                                  <p:stCondLst>
                                    <p:cond delay="0"/>
                                  </p:stCondLst>
                                  <p:childTnLst>
                                    <p:set>
                                      <p:cBhvr>
                                        <p:cTn id="55" dur="1" fill="hold">
                                          <p:stCondLst>
                                            <p:cond delay="0"/>
                                          </p:stCondLst>
                                        </p:cTn>
                                        <p:tgtEl>
                                          <p:spTgt spid="56365"/>
                                        </p:tgtEl>
                                        <p:attrNameLst>
                                          <p:attrName>style.visibility</p:attrName>
                                        </p:attrNameLst>
                                      </p:cBhvr>
                                      <p:to>
                                        <p:strVal val="visible"/>
                                      </p:to>
                                    </p:set>
                                    <p:animEffect transition="in" filter="slide(fromBottom)">
                                      <p:cBhvr>
                                        <p:cTn id="56" dur="2000"/>
                                        <p:tgtEl>
                                          <p:spTgt spid="56365"/>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56366"/>
                                        </p:tgtEl>
                                        <p:attrNameLst>
                                          <p:attrName>style.visibility</p:attrName>
                                        </p:attrNameLst>
                                      </p:cBhvr>
                                      <p:to>
                                        <p:strVal val="visible"/>
                                      </p:to>
                                    </p:set>
                                    <p:anim calcmode="lin" valueType="num">
                                      <p:cBhvr additive="base">
                                        <p:cTn id="61" dur="500" fill="hold"/>
                                        <p:tgtEl>
                                          <p:spTgt spid="56366"/>
                                        </p:tgtEl>
                                        <p:attrNameLst>
                                          <p:attrName>ppt_x</p:attrName>
                                        </p:attrNameLst>
                                      </p:cBhvr>
                                      <p:tavLst>
                                        <p:tav tm="0">
                                          <p:val>
                                            <p:strVal val="0-#ppt_w/2"/>
                                          </p:val>
                                        </p:tav>
                                        <p:tav tm="100000">
                                          <p:val>
                                            <p:strVal val="#ppt_x"/>
                                          </p:val>
                                        </p:tav>
                                      </p:tavLst>
                                    </p:anim>
                                    <p:anim calcmode="lin" valueType="num">
                                      <p:cBhvr additive="base">
                                        <p:cTn id="62" dur="500" fill="hold"/>
                                        <p:tgtEl>
                                          <p:spTgt spid="5636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55" presetClass="entr" presetSubtype="0" fill="hold" grpId="0" nodeType="clickEffect">
                                  <p:stCondLst>
                                    <p:cond delay="0"/>
                                  </p:stCondLst>
                                  <p:childTnLst>
                                    <p:set>
                                      <p:cBhvr>
                                        <p:cTn id="66" dur="1" fill="hold">
                                          <p:stCondLst>
                                            <p:cond delay="0"/>
                                          </p:stCondLst>
                                        </p:cTn>
                                        <p:tgtEl>
                                          <p:spTgt spid="56367"/>
                                        </p:tgtEl>
                                        <p:attrNameLst>
                                          <p:attrName>style.visibility</p:attrName>
                                        </p:attrNameLst>
                                      </p:cBhvr>
                                      <p:to>
                                        <p:strVal val="visible"/>
                                      </p:to>
                                    </p:set>
                                    <p:anim calcmode="lin" valueType="num">
                                      <p:cBhvr>
                                        <p:cTn id="67" dur="1000" fill="hold"/>
                                        <p:tgtEl>
                                          <p:spTgt spid="56367"/>
                                        </p:tgtEl>
                                        <p:attrNameLst>
                                          <p:attrName>ppt_w</p:attrName>
                                        </p:attrNameLst>
                                      </p:cBhvr>
                                      <p:tavLst>
                                        <p:tav tm="0">
                                          <p:val>
                                            <p:strVal val="#ppt_w*0.70"/>
                                          </p:val>
                                        </p:tav>
                                        <p:tav tm="100000">
                                          <p:val>
                                            <p:strVal val="#ppt_w"/>
                                          </p:val>
                                        </p:tav>
                                      </p:tavLst>
                                    </p:anim>
                                    <p:anim calcmode="lin" valueType="num">
                                      <p:cBhvr>
                                        <p:cTn id="68" dur="1000" fill="hold"/>
                                        <p:tgtEl>
                                          <p:spTgt spid="56367"/>
                                        </p:tgtEl>
                                        <p:attrNameLst>
                                          <p:attrName>ppt_h</p:attrName>
                                        </p:attrNameLst>
                                      </p:cBhvr>
                                      <p:tavLst>
                                        <p:tav tm="0">
                                          <p:val>
                                            <p:strVal val="#ppt_h"/>
                                          </p:val>
                                        </p:tav>
                                        <p:tav tm="100000">
                                          <p:val>
                                            <p:strVal val="#ppt_h"/>
                                          </p:val>
                                        </p:tav>
                                      </p:tavLst>
                                    </p:anim>
                                    <p:animEffect transition="in" filter="fade">
                                      <p:cBhvr>
                                        <p:cTn id="69" dur="1000"/>
                                        <p:tgtEl>
                                          <p:spTgt spid="56367"/>
                                        </p:tgtEl>
                                      </p:cBhvr>
                                    </p:animEffect>
                                  </p:childTnLst>
                                </p:cTn>
                              </p:par>
                            </p:childTnLst>
                          </p:cTn>
                        </p:par>
                        <p:par>
                          <p:cTn id="70" fill="hold">
                            <p:stCondLst>
                              <p:cond delay="1000"/>
                            </p:stCondLst>
                            <p:childTnLst>
                              <p:par>
                                <p:cTn id="71" presetID="3" presetClass="entr" presetSubtype="10" fill="hold" nodeType="after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blinds(horizontal)">
                                      <p:cBhvr>
                                        <p:cTn id="7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8" grpId="0"/>
      <p:bldP spid="56329" grpId="0"/>
      <p:bldP spid="56331" grpId="0" animBg="1"/>
      <p:bldP spid="56332" grpId="0"/>
      <p:bldP spid="56334" grpId="0"/>
      <p:bldP spid="56335" grpId="0"/>
      <p:bldP spid="5636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p:nvPr/>
        </p:nvSpPr>
        <p:spPr>
          <a:xfrm>
            <a:off x="1116013" y="549275"/>
            <a:ext cx="6769100" cy="552450"/>
          </a:xfrm>
          <a:prstGeom prst="rect">
            <a:avLst/>
          </a:prstGeom>
          <a:noFill/>
          <a:ln w="9525">
            <a:noFill/>
          </a:ln>
        </p:spPr>
        <p:txBody>
          <a:bodyPr anchor="ctr" anchorCtr="0"/>
          <a:p>
            <a:pPr algn="ctr"/>
            <a:r>
              <a:rPr lang="en-US" altLang="zh-CN" sz="4000" b="0" dirty="0">
                <a:latin typeface="Times New Roman" panose="02020603050405020304" pitchFamily="18" charset="0"/>
              </a:rPr>
              <a:t>16-4</a:t>
            </a:r>
            <a:r>
              <a:rPr lang="en-US" altLang="zh-CN" sz="4000" dirty="0">
                <a:latin typeface="楷体_GB2312" pitchFamily="49" charset="-122"/>
              </a:rPr>
              <a:t>  </a:t>
            </a:r>
            <a:r>
              <a:rPr lang="zh-CN" altLang="en-US" sz="4000" dirty="0">
                <a:latin typeface="楷体_GB2312" pitchFamily="49" charset="-122"/>
              </a:rPr>
              <a:t>二端口的转移函数</a:t>
            </a:r>
            <a:endParaRPr lang="zh-CN" altLang="en-US" sz="4000" dirty="0">
              <a:latin typeface="楷体_GB2312" pitchFamily="49" charset="-122"/>
            </a:endParaRPr>
          </a:p>
        </p:txBody>
      </p:sp>
      <p:sp>
        <p:nvSpPr>
          <p:cNvPr id="81923" name="Text Box 3"/>
          <p:cNvSpPr txBox="1"/>
          <p:nvPr/>
        </p:nvSpPr>
        <p:spPr>
          <a:xfrm>
            <a:off x="468313" y="1196975"/>
            <a:ext cx="8135937" cy="2143125"/>
          </a:xfrm>
          <a:prstGeom prst="rect">
            <a:avLst/>
          </a:prstGeom>
          <a:noFill/>
          <a:ln w="9525">
            <a:noFill/>
          </a:ln>
        </p:spPr>
        <p:txBody>
          <a:bodyPr>
            <a:spAutoFit/>
          </a:bodyPr>
          <a:p>
            <a:pPr marL="342900" indent="-342900">
              <a:lnSpc>
                <a:spcPct val="120000"/>
              </a:lnSpc>
              <a:spcBef>
                <a:spcPct val="20000"/>
              </a:spcBef>
            </a:pPr>
            <a:r>
              <a:rPr lang="en-US" altLang="zh-CN" dirty="0">
                <a:solidFill>
                  <a:srgbClr val="FFFF00"/>
                </a:solidFill>
                <a:latin typeface="Arial" panose="020B0604020202020204" pitchFamily="34" charset="0"/>
                <a:sym typeface="Symbol" panose="05050102010706020507" pitchFamily="18" charset="2"/>
              </a:rPr>
              <a:t>           </a:t>
            </a:r>
            <a:r>
              <a:rPr lang="zh-CN" altLang="en-US" dirty="0">
                <a:solidFill>
                  <a:srgbClr val="FFFF00"/>
                </a:solidFill>
                <a:latin typeface="Arial" panose="020B0604020202020204" pitchFamily="34" charset="0"/>
                <a:sym typeface="Symbol" panose="05050102010706020507" pitchFamily="18" charset="2"/>
              </a:rPr>
              <a:t>二端口常为完成某种功能起着耦合两部分电路的作用，这种功能往往是通过转移函数描述或指定的。因此，二端口的转移函数是一个很重要的概念 。   </a:t>
            </a:r>
            <a:endParaRPr lang="zh-CN" altLang="en-US" dirty="0">
              <a:solidFill>
                <a:srgbClr val="FFFF00"/>
              </a:solidFill>
              <a:latin typeface="Arial" panose="020B0604020202020204" pitchFamily="34" charset="0"/>
              <a:sym typeface="Symbol" panose="05050102010706020507" pitchFamily="18" charset="2"/>
            </a:endParaRPr>
          </a:p>
        </p:txBody>
      </p:sp>
      <p:sp>
        <p:nvSpPr>
          <p:cNvPr id="81924" name="Text Box 4"/>
          <p:cNvSpPr txBox="1"/>
          <p:nvPr/>
        </p:nvSpPr>
        <p:spPr>
          <a:xfrm>
            <a:off x="828675" y="3527425"/>
            <a:ext cx="3167063" cy="608013"/>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pPr>
            <a:r>
              <a:rPr lang="zh-CN" altLang="en-US" sz="3200" dirty="0">
                <a:latin typeface="Arial" panose="020B0604020202020204" pitchFamily="34" charset="0"/>
                <a:sym typeface="Symbol" panose="05050102010706020507" pitchFamily="18" charset="2"/>
              </a:rPr>
              <a:t>二端口转移函数</a:t>
            </a:r>
            <a:endParaRPr lang="zh-CN" altLang="en-US" sz="3200" dirty="0">
              <a:latin typeface="Arial" panose="020B0604020202020204" pitchFamily="34" charset="0"/>
              <a:sym typeface="Symbol" panose="05050102010706020507" pitchFamily="18" charset="2"/>
            </a:endParaRPr>
          </a:p>
        </p:txBody>
      </p:sp>
      <p:grpSp>
        <p:nvGrpSpPr>
          <p:cNvPr id="74757" name="Group 30"/>
          <p:cNvGrpSpPr/>
          <p:nvPr/>
        </p:nvGrpSpPr>
        <p:grpSpPr>
          <a:xfrm>
            <a:off x="8316913" y="6446838"/>
            <a:ext cx="792162" cy="366712"/>
            <a:chOff x="5193" y="4020"/>
            <a:chExt cx="499" cy="231"/>
          </a:xfrm>
        </p:grpSpPr>
        <p:pic>
          <p:nvPicPr>
            <p:cNvPr id="74766" name="Picture 3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4767" name="Text Box 3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4758" name="Group 33"/>
          <p:cNvGrpSpPr/>
          <p:nvPr/>
        </p:nvGrpSpPr>
        <p:grpSpPr>
          <a:xfrm>
            <a:off x="7453313" y="6446838"/>
            <a:ext cx="792162" cy="366712"/>
            <a:chOff x="4649" y="4020"/>
            <a:chExt cx="499" cy="231"/>
          </a:xfrm>
        </p:grpSpPr>
        <p:pic>
          <p:nvPicPr>
            <p:cNvPr id="74764" name="Picture 3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4765" name="Text Box 3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81999" name="Rectangle 79"/>
          <p:cNvSpPr/>
          <p:nvPr/>
        </p:nvSpPr>
        <p:spPr>
          <a:xfrm>
            <a:off x="755650" y="4246563"/>
            <a:ext cx="7604125" cy="1630362"/>
          </a:xfrm>
          <a:prstGeom prst="rect">
            <a:avLst/>
          </a:prstGeom>
          <a:noFill/>
          <a:ln w="9525">
            <a:noFill/>
          </a:ln>
        </p:spPr>
        <p:txBody>
          <a:bodyPr anchor="ctr" anchorCtr="0">
            <a:spAutoFit/>
          </a:bodyPr>
          <a:p>
            <a:pPr>
              <a:lnSpc>
                <a:spcPct val="120000"/>
              </a:lnSpc>
            </a:pPr>
            <a:r>
              <a:rPr lang="en-US" altLang="zh-CN" dirty="0">
                <a:solidFill>
                  <a:srgbClr val="FFFF00"/>
                </a:solidFill>
                <a:latin typeface="Arial" panose="020B0604020202020204" pitchFamily="34" charset="0"/>
              </a:rPr>
              <a:t>        </a:t>
            </a:r>
            <a:r>
              <a:rPr lang="zh-CN" altLang="en-US" dirty="0">
                <a:solidFill>
                  <a:srgbClr val="FFFF00"/>
                </a:solidFill>
                <a:latin typeface="Arial" panose="020B0604020202020204" pitchFamily="34" charset="0"/>
              </a:rPr>
              <a:t>二端口的转移函数（传递函数），就是用拉氏变换形式表示的输出电压或电流与输入电压或电流之比 。</a:t>
            </a:r>
            <a:endParaRPr lang="zh-CN" altLang="en-US" dirty="0">
              <a:solidFill>
                <a:srgbClr val="FFFF00"/>
              </a:solidFill>
              <a:latin typeface="Arial" panose="020B0604020202020204" pitchFamily="34" charset="0"/>
            </a:endParaRPr>
          </a:p>
        </p:txBody>
      </p:sp>
      <p:sp>
        <p:nvSpPr>
          <p:cNvPr id="82000" name="Line 80"/>
          <p:cNvSpPr/>
          <p:nvPr/>
        </p:nvSpPr>
        <p:spPr>
          <a:xfrm>
            <a:off x="4138613" y="3814763"/>
            <a:ext cx="720725" cy="0"/>
          </a:xfrm>
          <a:prstGeom prst="line">
            <a:avLst/>
          </a:prstGeom>
          <a:ln w="76200" cap="flat" cmpd="sng">
            <a:solidFill>
              <a:srgbClr val="3399FF"/>
            </a:solidFill>
            <a:prstDash val="solid"/>
            <a:headEnd type="none" w="med" len="med"/>
            <a:tailEnd type="triangle" w="med" len="med"/>
          </a:ln>
        </p:spPr>
      </p:sp>
      <p:grpSp>
        <p:nvGrpSpPr>
          <p:cNvPr id="74761" name="Group 84"/>
          <p:cNvGrpSpPr/>
          <p:nvPr/>
        </p:nvGrpSpPr>
        <p:grpSpPr>
          <a:xfrm>
            <a:off x="6588125" y="6446838"/>
            <a:ext cx="792163" cy="366712"/>
            <a:chOff x="4649" y="4020"/>
            <a:chExt cx="499" cy="231"/>
          </a:xfrm>
        </p:grpSpPr>
        <p:pic>
          <p:nvPicPr>
            <p:cNvPr id="74762" name="Picture 85"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4763" name="Text Box 8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additive="base">
                                        <p:cTn id="7" dur="500" fill="hold"/>
                                        <p:tgtEl>
                                          <p:spTgt spid="81922"/>
                                        </p:tgtEl>
                                        <p:attrNameLst>
                                          <p:attrName>ppt_x</p:attrName>
                                        </p:attrNameLst>
                                      </p:cBhvr>
                                      <p:tavLst>
                                        <p:tav tm="0">
                                          <p:val>
                                            <p:strVal val="0-#ppt_w/2"/>
                                          </p:val>
                                        </p:tav>
                                        <p:tav tm="100000">
                                          <p:val>
                                            <p:strVal val="#ppt_x"/>
                                          </p:val>
                                        </p:tav>
                                      </p:tavLst>
                                    </p:anim>
                                    <p:anim calcmode="lin" valueType="num">
                                      <p:cBhvr additive="base">
                                        <p:cTn id="8" dur="500" fill="hold"/>
                                        <p:tgtEl>
                                          <p:spTgt spid="8192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81923"/>
                                        </p:tgtEl>
                                        <p:attrNameLst>
                                          <p:attrName>style.visibility</p:attrName>
                                        </p:attrNameLst>
                                      </p:cBhvr>
                                      <p:to>
                                        <p:strVal val="visible"/>
                                      </p:to>
                                    </p:set>
                                    <p:animEffect transition="in" filter="slide(fromBottom)">
                                      <p:cBhvr>
                                        <p:cTn id="13" dur="2000"/>
                                        <p:tgtEl>
                                          <p:spTgt spid="8192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81924"/>
                                        </p:tgtEl>
                                        <p:attrNameLst>
                                          <p:attrName>style.visibility</p:attrName>
                                        </p:attrNameLst>
                                      </p:cBhvr>
                                      <p:to>
                                        <p:strVal val="visible"/>
                                      </p:to>
                                    </p:set>
                                    <p:anim calcmode="lin" valueType="num">
                                      <p:cBhvr additive="base">
                                        <p:cTn id="18" dur="500" fill="hold"/>
                                        <p:tgtEl>
                                          <p:spTgt spid="81924"/>
                                        </p:tgtEl>
                                        <p:attrNameLst>
                                          <p:attrName>ppt_x</p:attrName>
                                        </p:attrNameLst>
                                      </p:cBhvr>
                                      <p:tavLst>
                                        <p:tav tm="0">
                                          <p:val>
                                            <p:strVal val="0-#ppt_w/2"/>
                                          </p:val>
                                        </p:tav>
                                        <p:tav tm="100000">
                                          <p:val>
                                            <p:strVal val="#ppt_x"/>
                                          </p:val>
                                        </p:tav>
                                      </p:tavLst>
                                    </p:anim>
                                    <p:anim calcmode="lin" valueType="num">
                                      <p:cBhvr additive="base">
                                        <p:cTn id="19" dur="500" fill="hold"/>
                                        <p:tgtEl>
                                          <p:spTgt spid="8192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82000"/>
                                        </p:tgtEl>
                                        <p:attrNameLst>
                                          <p:attrName>style.visibility</p:attrName>
                                        </p:attrNameLst>
                                      </p:cBhvr>
                                      <p:to>
                                        <p:strVal val="visible"/>
                                      </p:to>
                                    </p:set>
                                    <p:animEffect transition="in" filter="slide(fromLeft)">
                                      <p:cBhvr>
                                        <p:cTn id="24" dur="500"/>
                                        <p:tgtEl>
                                          <p:spTgt spid="82000"/>
                                        </p:tgtEl>
                                      </p:cBhvr>
                                    </p:animEffect>
                                  </p:childTnLst>
                                </p:cTn>
                              </p:par>
                            </p:childTnLst>
                          </p:cTn>
                        </p:par>
                        <p:par>
                          <p:cTn id="25" fill="hold">
                            <p:stCondLst>
                              <p:cond delay="500"/>
                            </p:stCondLst>
                            <p:childTnLst>
                              <p:par>
                                <p:cTn id="26" presetID="3" presetClass="entr" presetSubtype="10" fill="hold" grpId="0" nodeType="afterEffect">
                                  <p:stCondLst>
                                    <p:cond delay="0"/>
                                  </p:stCondLst>
                                  <p:childTnLst>
                                    <p:set>
                                      <p:cBhvr>
                                        <p:cTn id="27" dur="1" fill="hold">
                                          <p:stCondLst>
                                            <p:cond delay="0"/>
                                          </p:stCondLst>
                                        </p:cTn>
                                        <p:tgtEl>
                                          <p:spTgt spid="81999"/>
                                        </p:tgtEl>
                                        <p:attrNameLst>
                                          <p:attrName>style.visibility</p:attrName>
                                        </p:attrNameLst>
                                      </p:cBhvr>
                                      <p:to>
                                        <p:strVal val="visible"/>
                                      </p:to>
                                    </p:set>
                                    <p:animEffect transition="in" filter="blinds(horizontal)">
                                      <p:cBhvr>
                                        <p:cTn id="28" dur="500"/>
                                        <p:tgtEl>
                                          <p:spTgt spid="81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p:bldP spid="81923" grpId="0"/>
      <p:bldP spid="81924" grpId="0" animBg="1"/>
      <p:bldP spid="8199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22" name="Group 5"/>
          <p:cNvGrpSpPr/>
          <p:nvPr/>
        </p:nvGrpSpPr>
        <p:grpSpPr>
          <a:xfrm>
            <a:off x="8316913" y="6446838"/>
            <a:ext cx="792162" cy="366712"/>
            <a:chOff x="5193" y="4020"/>
            <a:chExt cx="499" cy="231"/>
          </a:xfrm>
        </p:grpSpPr>
        <p:pic>
          <p:nvPicPr>
            <p:cNvPr id="34857" name="Picture 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4858" name="Text Box 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4823" name="Group 8"/>
          <p:cNvGrpSpPr/>
          <p:nvPr/>
        </p:nvGrpSpPr>
        <p:grpSpPr>
          <a:xfrm>
            <a:off x="7453313" y="6446838"/>
            <a:ext cx="792162" cy="366712"/>
            <a:chOff x="4649" y="4020"/>
            <a:chExt cx="499" cy="231"/>
          </a:xfrm>
        </p:grpSpPr>
        <p:pic>
          <p:nvPicPr>
            <p:cNvPr id="34855" name="Picture 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4856" name="Text Box 1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82956" name="Text Box 12"/>
          <p:cNvSpPr txBox="1"/>
          <p:nvPr/>
        </p:nvSpPr>
        <p:spPr>
          <a:xfrm>
            <a:off x="539750" y="549275"/>
            <a:ext cx="6624638" cy="579438"/>
          </a:xfrm>
          <a:prstGeom prst="rect">
            <a:avLst/>
          </a:prstGeom>
          <a:noFill/>
          <a:ln w="28575">
            <a:noFill/>
          </a:ln>
        </p:spPr>
        <p:txBody>
          <a:bodyPr>
            <a:spAutoFit/>
          </a:bodyPr>
          <a:p>
            <a:pPr>
              <a:spcBef>
                <a:spcPct val="50000"/>
              </a:spcBef>
            </a:pPr>
            <a:r>
              <a:rPr lang="en-US" altLang="zh-CN" sz="3200" b="0" dirty="0">
                <a:latin typeface="Times New Roman" panose="02020603050405020304" pitchFamily="18" charset="0"/>
                <a:sym typeface="Symbol" panose="05050102010706020507" pitchFamily="18" charset="2"/>
              </a:rPr>
              <a:t>1.</a:t>
            </a:r>
            <a:r>
              <a:rPr lang="en-US" altLang="zh-CN" sz="3200" dirty="0">
                <a:latin typeface="Arial" panose="020B0604020202020204" pitchFamily="34" charset="0"/>
                <a:sym typeface="Symbol" panose="05050102010706020507" pitchFamily="18" charset="2"/>
              </a:rPr>
              <a:t>  </a:t>
            </a:r>
            <a:r>
              <a:rPr lang="zh-CN" altLang="en-US" sz="3200" dirty="0">
                <a:latin typeface="Arial" panose="020B0604020202020204" pitchFamily="34" charset="0"/>
                <a:sym typeface="Symbol" panose="05050102010706020507" pitchFamily="18" charset="2"/>
              </a:rPr>
              <a:t>无端接二端口的转移函数</a:t>
            </a:r>
            <a:endParaRPr lang="zh-CN" altLang="en-US" sz="3200" dirty="0">
              <a:latin typeface="Arial" panose="020B0604020202020204" pitchFamily="34" charset="0"/>
              <a:sym typeface="Symbol" panose="05050102010706020507" pitchFamily="18" charset="2"/>
            </a:endParaRPr>
          </a:p>
        </p:txBody>
      </p:sp>
      <p:grpSp>
        <p:nvGrpSpPr>
          <p:cNvPr id="4" name="Group 53"/>
          <p:cNvGrpSpPr/>
          <p:nvPr/>
        </p:nvGrpSpPr>
        <p:grpSpPr>
          <a:xfrm>
            <a:off x="971550" y="2205038"/>
            <a:ext cx="7200900" cy="1743075"/>
            <a:chOff x="612" y="1389"/>
            <a:chExt cx="4536" cy="1098"/>
          </a:xfrm>
        </p:grpSpPr>
        <p:sp>
          <p:nvSpPr>
            <p:cNvPr id="34834" name="Line 14"/>
            <p:cNvSpPr/>
            <p:nvPr/>
          </p:nvSpPr>
          <p:spPr>
            <a:xfrm>
              <a:off x="1153" y="1755"/>
              <a:ext cx="3184" cy="0"/>
            </a:xfrm>
            <a:prstGeom prst="line">
              <a:avLst/>
            </a:prstGeom>
            <a:ln w="38100" cap="flat" cmpd="sng">
              <a:solidFill>
                <a:srgbClr val="FFCC00"/>
              </a:solidFill>
              <a:prstDash val="solid"/>
              <a:headEnd type="none" w="med" len="med"/>
              <a:tailEnd type="none" w="med" len="med"/>
            </a:ln>
          </p:spPr>
        </p:sp>
        <p:sp>
          <p:nvSpPr>
            <p:cNvPr id="34835" name="Line 15"/>
            <p:cNvSpPr/>
            <p:nvPr/>
          </p:nvSpPr>
          <p:spPr>
            <a:xfrm>
              <a:off x="1193" y="2179"/>
              <a:ext cx="3184" cy="0"/>
            </a:xfrm>
            <a:prstGeom prst="line">
              <a:avLst/>
            </a:prstGeom>
            <a:ln w="38100" cap="flat" cmpd="sng">
              <a:solidFill>
                <a:srgbClr val="FFCC00"/>
              </a:solidFill>
              <a:prstDash val="solid"/>
              <a:headEnd type="none" w="med" len="med"/>
              <a:tailEnd type="none" w="med" len="med"/>
            </a:ln>
          </p:spPr>
        </p:sp>
        <p:sp>
          <p:nvSpPr>
            <p:cNvPr id="34836" name="Rectangle 16"/>
            <p:cNvSpPr/>
            <p:nvPr/>
          </p:nvSpPr>
          <p:spPr>
            <a:xfrm>
              <a:off x="1911" y="1555"/>
              <a:ext cx="1696" cy="841"/>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34837" name="Oval 17"/>
            <p:cNvSpPr/>
            <p:nvPr/>
          </p:nvSpPr>
          <p:spPr>
            <a:xfrm>
              <a:off x="1122" y="214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838" name="Oval 18"/>
            <p:cNvSpPr/>
            <p:nvPr/>
          </p:nvSpPr>
          <p:spPr>
            <a:xfrm>
              <a:off x="1088" y="171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839" name="Text Box 19"/>
            <p:cNvSpPr txBox="1"/>
            <p:nvPr/>
          </p:nvSpPr>
          <p:spPr>
            <a:xfrm>
              <a:off x="1351" y="1413"/>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0" name="Text Box 20"/>
            <p:cNvSpPr txBox="1"/>
            <p:nvPr/>
          </p:nvSpPr>
          <p:spPr>
            <a:xfrm>
              <a:off x="3862" y="2145"/>
              <a:ext cx="45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1" name="Text Box 21"/>
            <p:cNvSpPr txBox="1"/>
            <p:nvPr/>
          </p:nvSpPr>
          <p:spPr>
            <a:xfrm>
              <a:off x="3799" y="1389"/>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2" name="Text Box 22"/>
            <p:cNvSpPr txBox="1"/>
            <p:nvPr/>
          </p:nvSpPr>
          <p:spPr>
            <a:xfrm>
              <a:off x="1292" y="2160"/>
              <a:ext cx="606"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3" name="Text Box 23"/>
            <p:cNvSpPr txBox="1"/>
            <p:nvPr/>
          </p:nvSpPr>
          <p:spPr>
            <a:xfrm>
              <a:off x="612" y="1797"/>
              <a:ext cx="647"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4" name="Text Box 24"/>
            <p:cNvSpPr txBox="1"/>
            <p:nvPr/>
          </p:nvSpPr>
          <p:spPr>
            <a:xfrm>
              <a:off x="839" y="1570"/>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5" name="Text Box 25"/>
            <p:cNvSpPr txBox="1"/>
            <p:nvPr/>
          </p:nvSpPr>
          <p:spPr>
            <a:xfrm>
              <a:off x="884" y="1979"/>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6" name="Oval 27"/>
            <p:cNvSpPr/>
            <p:nvPr/>
          </p:nvSpPr>
          <p:spPr>
            <a:xfrm>
              <a:off x="4361" y="213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847" name="Oval 28"/>
            <p:cNvSpPr/>
            <p:nvPr/>
          </p:nvSpPr>
          <p:spPr>
            <a:xfrm>
              <a:off x="4345" y="172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848" name="Text Box 29"/>
            <p:cNvSpPr txBox="1"/>
            <p:nvPr/>
          </p:nvSpPr>
          <p:spPr>
            <a:xfrm>
              <a:off x="4286" y="1797"/>
              <a:ext cx="862"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49" name="Text Box 30"/>
            <p:cNvSpPr txBox="1"/>
            <p:nvPr/>
          </p:nvSpPr>
          <p:spPr>
            <a:xfrm>
              <a:off x="4447" y="1567"/>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50" name="Text Box 31"/>
            <p:cNvSpPr txBox="1"/>
            <p:nvPr/>
          </p:nvSpPr>
          <p:spPr>
            <a:xfrm>
              <a:off x="4468" y="1979"/>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4851" name="Line 32"/>
            <p:cNvSpPr/>
            <p:nvPr/>
          </p:nvSpPr>
          <p:spPr>
            <a:xfrm>
              <a:off x="3833" y="2178"/>
              <a:ext cx="318" cy="1"/>
            </a:xfrm>
            <a:prstGeom prst="line">
              <a:avLst/>
            </a:prstGeom>
            <a:ln w="28575" cap="flat" cmpd="sng">
              <a:solidFill>
                <a:srgbClr val="00FFFF"/>
              </a:solidFill>
              <a:prstDash val="solid"/>
              <a:headEnd type="none" w="med" len="med"/>
              <a:tailEnd type="triangle" w="med" len="med"/>
            </a:ln>
          </p:spPr>
        </p:sp>
        <p:sp>
          <p:nvSpPr>
            <p:cNvPr id="34852" name="Line 33"/>
            <p:cNvSpPr/>
            <p:nvPr/>
          </p:nvSpPr>
          <p:spPr>
            <a:xfrm flipH="1">
              <a:off x="3833" y="1752"/>
              <a:ext cx="272" cy="1"/>
            </a:xfrm>
            <a:prstGeom prst="line">
              <a:avLst/>
            </a:prstGeom>
            <a:ln w="28575" cap="flat" cmpd="sng">
              <a:solidFill>
                <a:srgbClr val="00FFFF"/>
              </a:solidFill>
              <a:prstDash val="solid"/>
              <a:headEnd type="none" w="med" len="med"/>
              <a:tailEnd type="triangle" w="med" len="med"/>
            </a:ln>
          </p:spPr>
        </p:sp>
        <p:sp>
          <p:nvSpPr>
            <p:cNvPr id="34853" name="Line 34"/>
            <p:cNvSpPr/>
            <p:nvPr/>
          </p:nvSpPr>
          <p:spPr>
            <a:xfrm>
              <a:off x="1292" y="1752"/>
              <a:ext cx="273" cy="0"/>
            </a:xfrm>
            <a:prstGeom prst="line">
              <a:avLst/>
            </a:prstGeom>
            <a:ln w="28575" cap="flat" cmpd="sng">
              <a:solidFill>
                <a:srgbClr val="00FFFF"/>
              </a:solidFill>
              <a:prstDash val="solid"/>
              <a:headEnd type="none" w="med" len="med"/>
              <a:tailEnd type="triangle" w="med" len="med"/>
            </a:ln>
          </p:spPr>
        </p:sp>
        <p:sp>
          <p:nvSpPr>
            <p:cNvPr id="34854" name="Line 35"/>
            <p:cNvSpPr/>
            <p:nvPr/>
          </p:nvSpPr>
          <p:spPr>
            <a:xfrm flipH="1">
              <a:off x="1338" y="2178"/>
              <a:ext cx="273" cy="0"/>
            </a:xfrm>
            <a:prstGeom prst="line">
              <a:avLst/>
            </a:prstGeom>
            <a:ln w="28575" cap="flat" cmpd="sng">
              <a:solidFill>
                <a:srgbClr val="00FFFF"/>
              </a:solidFill>
              <a:prstDash val="solid"/>
              <a:headEnd type="none" w="med" len="med"/>
              <a:tailEnd type="triangle" w="med" len="med"/>
            </a:ln>
          </p:spPr>
        </p:sp>
      </p:grpSp>
      <p:sp>
        <p:nvSpPr>
          <p:cNvPr id="82981" name="Rectangle 37"/>
          <p:cNvSpPr/>
          <p:nvPr/>
        </p:nvSpPr>
        <p:spPr>
          <a:xfrm>
            <a:off x="755650" y="1125538"/>
            <a:ext cx="7777163" cy="1117600"/>
          </a:xfrm>
          <a:prstGeom prst="rect">
            <a:avLst/>
          </a:prstGeom>
          <a:noFill/>
          <a:ln w="9525">
            <a:noFill/>
          </a:ln>
        </p:spPr>
        <p:txBody>
          <a:bodyPr anchor="ctr" anchorCtr="0">
            <a:spAutoFit/>
          </a:bodyPr>
          <a:p>
            <a:pPr>
              <a:lnSpc>
                <a:spcPct val="120000"/>
              </a:lnSpc>
            </a:pPr>
            <a:r>
              <a:rPr lang="en-US" altLang="zh-CN" dirty="0">
                <a:solidFill>
                  <a:srgbClr val="FFFF00"/>
                </a:solidFill>
                <a:latin typeface="Arial" panose="020B0604020202020204" pitchFamily="34" charset="0"/>
              </a:rPr>
              <a:t>       </a:t>
            </a:r>
            <a:r>
              <a:rPr lang="zh-CN" altLang="en-US" dirty="0">
                <a:solidFill>
                  <a:srgbClr val="FFFF00"/>
                </a:solidFill>
                <a:latin typeface="Arial" panose="020B0604020202020204" pitchFamily="34" charset="0"/>
              </a:rPr>
              <a:t>二端口没有外接负载及输入激励无内阻抗时的二端口称为无端接的二端口。 </a:t>
            </a:r>
            <a:endParaRPr lang="zh-CN" altLang="en-US" dirty="0">
              <a:solidFill>
                <a:srgbClr val="FFFF00"/>
              </a:solidFill>
              <a:latin typeface="Arial" panose="020B0604020202020204" pitchFamily="34" charset="0"/>
            </a:endParaRPr>
          </a:p>
        </p:txBody>
      </p:sp>
      <p:graphicFrame>
        <p:nvGraphicFramePr>
          <p:cNvPr id="82982" name="Object 38"/>
          <p:cNvGraphicFramePr/>
          <p:nvPr/>
        </p:nvGraphicFramePr>
        <p:xfrm>
          <a:off x="1331913" y="4221163"/>
          <a:ext cx="849312" cy="935037"/>
        </p:xfrm>
        <a:graphic>
          <a:graphicData uri="http://schemas.openxmlformats.org/presentationml/2006/ole">
            <mc:AlternateContent xmlns:mc="http://schemas.openxmlformats.org/markup-compatibility/2006">
              <mc:Choice xmlns:v="urn:schemas-microsoft-com:vml" Requires="v">
                <p:oleObj spid="_x0000_s3322" name="" r:id="rId2" imgW="457200" imgH="495300" progId="Equation.3">
                  <p:embed/>
                </p:oleObj>
              </mc:Choice>
              <mc:Fallback>
                <p:oleObj name="" r:id="rId2" imgW="457200" imgH="495300" progId="Equation.3">
                  <p:embed/>
                  <p:pic>
                    <p:nvPicPr>
                      <p:cNvPr id="0" name="图片 3321"/>
                      <p:cNvPicPr/>
                      <p:nvPr/>
                    </p:nvPicPr>
                    <p:blipFill>
                      <a:blip r:embed="rId3">
                        <a:clrChange>
                          <a:clrFrom>
                            <a:srgbClr val="000000"/>
                          </a:clrFrom>
                          <a:clrTo>
                            <a:srgbClr val="FFFFFF"/>
                          </a:clrTo>
                        </a:clrChange>
                      </a:blip>
                      <a:stretch>
                        <a:fillRect/>
                      </a:stretch>
                    </p:blipFill>
                    <p:spPr>
                      <a:xfrm>
                        <a:off x="1331913" y="4221163"/>
                        <a:ext cx="849312" cy="935037"/>
                      </a:xfrm>
                      <a:prstGeom prst="rect">
                        <a:avLst/>
                      </a:prstGeom>
                      <a:noFill/>
                      <a:ln w="38100">
                        <a:noFill/>
                        <a:miter/>
                      </a:ln>
                    </p:spPr>
                  </p:pic>
                </p:oleObj>
              </mc:Fallback>
            </mc:AlternateContent>
          </a:graphicData>
        </a:graphic>
      </p:graphicFrame>
      <p:graphicFrame>
        <p:nvGraphicFramePr>
          <p:cNvPr id="82984" name="Object 40"/>
          <p:cNvGraphicFramePr/>
          <p:nvPr/>
        </p:nvGraphicFramePr>
        <p:xfrm>
          <a:off x="1331913" y="5373688"/>
          <a:ext cx="754062" cy="935037"/>
        </p:xfrm>
        <a:graphic>
          <a:graphicData uri="http://schemas.openxmlformats.org/presentationml/2006/ole">
            <mc:AlternateContent xmlns:mc="http://schemas.openxmlformats.org/markup-compatibility/2006">
              <mc:Choice xmlns:v="urn:schemas-microsoft-com:vml" Requires="v">
                <p:oleObj spid="_x0000_s3315" name="" r:id="rId4" imgW="405765" imgH="494665" progId="Equation.3">
                  <p:embed/>
                </p:oleObj>
              </mc:Choice>
              <mc:Fallback>
                <p:oleObj name="" r:id="rId4" imgW="405765" imgH="494665" progId="Equation.3">
                  <p:embed/>
                  <p:pic>
                    <p:nvPicPr>
                      <p:cNvPr id="0" name="图片 3314"/>
                      <p:cNvPicPr/>
                      <p:nvPr/>
                    </p:nvPicPr>
                    <p:blipFill>
                      <a:blip r:embed="rId5">
                        <a:clrChange>
                          <a:clrFrom>
                            <a:srgbClr val="000000"/>
                          </a:clrFrom>
                          <a:clrTo>
                            <a:srgbClr val="FFFFFF"/>
                          </a:clrTo>
                        </a:clrChange>
                      </a:blip>
                      <a:stretch>
                        <a:fillRect/>
                      </a:stretch>
                    </p:blipFill>
                    <p:spPr>
                      <a:xfrm>
                        <a:off x="1331913" y="5373688"/>
                        <a:ext cx="754062" cy="935037"/>
                      </a:xfrm>
                      <a:prstGeom prst="rect">
                        <a:avLst/>
                      </a:prstGeom>
                      <a:noFill/>
                      <a:ln w="38100">
                        <a:noFill/>
                        <a:miter/>
                      </a:ln>
                    </p:spPr>
                  </p:pic>
                </p:oleObj>
              </mc:Fallback>
            </mc:AlternateContent>
          </a:graphicData>
        </a:graphic>
      </p:graphicFrame>
      <p:graphicFrame>
        <p:nvGraphicFramePr>
          <p:cNvPr id="82985" name="Object 41"/>
          <p:cNvGraphicFramePr/>
          <p:nvPr/>
        </p:nvGraphicFramePr>
        <p:xfrm>
          <a:off x="5091113" y="4292600"/>
          <a:ext cx="825500" cy="935038"/>
        </p:xfrm>
        <a:graphic>
          <a:graphicData uri="http://schemas.openxmlformats.org/presentationml/2006/ole">
            <mc:AlternateContent xmlns:mc="http://schemas.openxmlformats.org/markup-compatibility/2006">
              <mc:Choice xmlns:v="urn:schemas-microsoft-com:vml" Requires="v">
                <p:oleObj spid="_x0000_s3321" name="" r:id="rId6" imgW="444500" imgH="495300" progId="Equation.3">
                  <p:embed/>
                </p:oleObj>
              </mc:Choice>
              <mc:Fallback>
                <p:oleObj name="" r:id="rId6" imgW="444500" imgH="495300" progId="Equation.3">
                  <p:embed/>
                  <p:pic>
                    <p:nvPicPr>
                      <p:cNvPr id="0" name="图片 3320"/>
                      <p:cNvPicPr/>
                      <p:nvPr/>
                    </p:nvPicPr>
                    <p:blipFill>
                      <a:blip r:embed="rId7">
                        <a:clrChange>
                          <a:clrFrom>
                            <a:srgbClr val="000000"/>
                          </a:clrFrom>
                          <a:clrTo>
                            <a:srgbClr val="FFFFFF"/>
                          </a:clrTo>
                        </a:clrChange>
                      </a:blip>
                      <a:stretch>
                        <a:fillRect/>
                      </a:stretch>
                    </p:blipFill>
                    <p:spPr>
                      <a:xfrm>
                        <a:off x="5091113" y="4292600"/>
                        <a:ext cx="825500" cy="935038"/>
                      </a:xfrm>
                      <a:prstGeom prst="rect">
                        <a:avLst/>
                      </a:prstGeom>
                      <a:noFill/>
                      <a:ln w="38100">
                        <a:noFill/>
                        <a:miter/>
                      </a:ln>
                    </p:spPr>
                  </p:pic>
                </p:oleObj>
              </mc:Fallback>
            </mc:AlternateContent>
          </a:graphicData>
        </a:graphic>
      </p:graphicFrame>
      <p:graphicFrame>
        <p:nvGraphicFramePr>
          <p:cNvPr id="82986" name="Object 42"/>
          <p:cNvGraphicFramePr/>
          <p:nvPr/>
        </p:nvGraphicFramePr>
        <p:xfrm>
          <a:off x="5091113" y="5373688"/>
          <a:ext cx="849312" cy="935037"/>
        </p:xfrm>
        <a:graphic>
          <a:graphicData uri="http://schemas.openxmlformats.org/presentationml/2006/ole">
            <mc:AlternateContent xmlns:mc="http://schemas.openxmlformats.org/markup-compatibility/2006">
              <mc:Choice xmlns:v="urn:schemas-microsoft-com:vml" Requires="v">
                <p:oleObj spid="_x0000_s3318" name="" r:id="rId8" imgW="457200" imgH="495300" progId="Equation.3">
                  <p:embed/>
                </p:oleObj>
              </mc:Choice>
              <mc:Fallback>
                <p:oleObj name="" r:id="rId8" imgW="457200" imgH="495300" progId="Equation.3">
                  <p:embed/>
                  <p:pic>
                    <p:nvPicPr>
                      <p:cNvPr id="0" name="图片 3317"/>
                      <p:cNvPicPr/>
                      <p:nvPr/>
                    </p:nvPicPr>
                    <p:blipFill>
                      <a:blip r:embed="rId9">
                        <a:clrChange>
                          <a:clrFrom>
                            <a:srgbClr val="000000"/>
                          </a:clrFrom>
                          <a:clrTo>
                            <a:srgbClr val="FFFFFF"/>
                          </a:clrTo>
                        </a:clrChange>
                      </a:blip>
                      <a:stretch>
                        <a:fillRect/>
                      </a:stretch>
                    </p:blipFill>
                    <p:spPr>
                      <a:xfrm>
                        <a:off x="5091113" y="5373688"/>
                        <a:ext cx="849312" cy="935037"/>
                      </a:xfrm>
                      <a:prstGeom prst="rect">
                        <a:avLst/>
                      </a:prstGeom>
                      <a:noFill/>
                      <a:ln w="38100">
                        <a:noFill/>
                        <a:miter/>
                      </a:ln>
                    </p:spPr>
                  </p:pic>
                </p:oleObj>
              </mc:Fallback>
            </mc:AlternateContent>
          </a:graphicData>
        </a:graphic>
      </p:graphicFrame>
      <p:sp>
        <p:nvSpPr>
          <p:cNvPr id="82987" name="Text Box 43"/>
          <p:cNvSpPr txBox="1">
            <a:spLocks noChangeArrowheads="1"/>
          </p:cNvSpPr>
          <p:nvPr/>
        </p:nvSpPr>
        <p:spPr bwMode="auto">
          <a:xfrm>
            <a:off x="2411413" y="4437063"/>
            <a:ext cx="2327275"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电压转移函数</a:t>
            </a:r>
            <a:endParaRPr kumimoji="1" lang="zh-CN" altLang="en-US" kern="1200" cap="none" spc="0" normalizeH="0" baseline="0" noProof="0">
              <a:latin typeface="楷体_GB2312" pitchFamily="49" charset="-122"/>
              <a:ea typeface="楷体_GB2312" pitchFamily="49" charset="-122"/>
              <a:cs typeface="+mn-cs"/>
            </a:endParaRPr>
          </a:p>
        </p:txBody>
      </p:sp>
      <p:sp>
        <p:nvSpPr>
          <p:cNvPr id="82988" name="Text Box 44"/>
          <p:cNvSpPr txBox="1">
            <a:spLocks noChangeArrowheads="1"/>
          </p:cNvSpPr>
          <p:nvPr/>
        </p:nvSpPr>
        <p:spPr bwMode="auto">
          <a:xfrm>
            <a:off x="2411413" y="5516563"/>
            <a:ext cx="2327275"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电流转移函数</a:t>
            </a:r>
            <a:endParaRPr kumimoji="1" lang="zh-CN" altLang="en-US" kern="1200" cap="none" spc="0" normalizeH="0" baseline="0" noProof="0">
              <a:latin typeface="楷体_GB2312" pitchFamily="49" charset="-122"/>
              <a:ea typeface="楷体_GB2312" pitchFamily="49" charset="-122"/>
              <a:cs typeface="+mn-cs"/>
            </a:endParaRPr>
          </a:p>
        </p:txBody>
      </p:sp>
      <p:sp>
        <p:nvSpPr>
          <p:cNvPr id="82989" name="Text Box 45"/>
          <p:cNvSpPr txBox="1">
            <a:spLocks noChangeArrowheads="1"/>
          </p:cNvSpPr>
          <p:nvPr/>
        </p:nvSpPr>
        <p:spPr bwMode="auto">
          <a:xfrm>
            <a:off x="6300788" y="4437063"/>
            <a:ext cx="1612900"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转移导纳</a:t>
            </a:r>
            <a:endParaRPr kumimoji="1" lang="zh-CN" altLang="en-US" kern="1200" cap="none" spc="0" normalizeH="0" baseline="0" noProof="0">
              <a:latin typeface="楷体_GB2312" pitchFamily="49" charset="-122"/>
              <a:ea typeface="楷体_GB2312" pitchFamily="49" charset="-122"/>
              <a:cs typeface="+mn-cs"/>
            </a:endParaRPr>
          </a:p>
        </p:txBody>
      </p:sp>
      <p:sp>
        <p:nvSpPr>
          <p:cNvPr id="82990" name="Text Box 46"/>
          <p:cNvSpPr txBox="1">
            <a:spLocks noChangeArrowheads="1"/>
          </p:cNvSpPr>
          <p:nvPr/>
        </p:nvSpPr>
        <p:spPr bwMode="auto">
          <a:xfrm>
            <a:off x="6300788" y="5516563"/>
            <a:ext cx="1612900"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转移阻抗</a:t>
            </a:r>
            <a:endParaRPr kumimoji="1" lang="zh-CN" altLang="en-US" kern="1200" cap="none" spc="0" normalizeH="0" baseline="0" noProof="0">
              <a:latin typeface="楷体_GB2312" pitchFamily="49" charset="-122"/>
              <a:ea typeface="楷体_GB2312" pitchFamily="49" charset="-122"/>
              <a:cs typeface="+mn-cs"/>
            </a:endParaRPr>
          </a:p>
        </p:txBody>
      </p:sp>
      <p:grpSp>
        <p:nvGrpSpPr>
          <p:cNvPr id="34831" name="Group 50"/>
          <p:cNvGrpSpPr/>
          <p:nvPr/>
        </p:nvGrpSpPr>
        <p:grpSpPr>
          <a:xfrm>
            <a:off x="6588125" y="6446838"/>
            <a:ext cx="792163" cy="366712"/>
            <a:chOff x="4649" y="4020"/>
            <a:chExt cx="499" cy="231"/>
          </a:xfrm>
        </p:grpSpPr>
        <p:pic>
          <p:nvPicPr>
            <p:cNvPr id="34832" name="Picture 5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4833" name="Text Box 5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2956"/>
                                        </p:tgtEl>
                                        <p:attrNameLst>
                                          <p:attrName>style.visibility</p:attrName>
                                        </p:attrNameLst>
                                      </p:cBhvr>
                                      <p:to>
                                        <p:strVal val="visible"/>
                                      </p:to>
                                    </p:set>
                                    <p:anim calcmode="lin" valueType="num">
                                      <p:cBhvr additive="base">
                                        <p:cTn id="7" dur="500" fill="hold"/>
                                        <p:tgtEl>
                                          <p:spTgt spid="82956"/>
                                        </p:tgtEl>
                                        <p:attrNameLst>
                                          <p:attrName>ppt_x</p:attrName>
                                        </p:attrNameLst>
                                      </p:cBhvr>
                                      <p:tavLst>
                                        <p:tav tm="0">
                                          <p:val>
                                            <p:strVal val="0-#ppt_w/2"/>
                                          </p:val>
                                        </p:tav>
                                        <p:tav tm="100000">
                                          <p:val>
                                            <p:strVal val="#ppt_x"/>
                                          </p:val>
                                        </p:tav>
                                      </p:tavLst>
                                    </p:anim>
                                    <p:anim calcmode="lin" valueType="num">
                                      <p:cBhvr additive="base">
                                        <p:cTn id="8" dur="500" fill="hold"/>
                                        <p:tgtEl>
                                          <p:spTgt spid="829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2981"/>
                                        </p:tgtEl>
                                        <p:attrNameLst>
                                          <p:attrName>style.visibility</p:attrName>
                                        </p:attrNameLst>
                                      </p:cBhvr>
                                      <p:to>
                                        <p:strVal val="visible"/>
                                      </p:to>
                                    </p:set>
                                    <p:animEffect transition="in" filter="blinds(horizontal)">
                                      <p:cBhvr>
                                        <p:cTn id="13" dur="500"/>
                                        <p:tgtEl>
                                          <p:spTgt spid="8298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2982"/>
                                        </p:tgtEl>
                                        <p:attrNameLst>
                                          <p:attrName>style.visibility</p:attrName>
                                        </p:attrNameLst>
                                      </p:cBhvr>
                                      <p:to>
                                        <p:strVal val="visible"/>
                                      </p:to>
                                    </p:set>
                                    <p:animEffect transition="in" filter="blinds(horizontal)">
                                      <p:cBhvr>
                                        <p:cTn id="23" dur="500"/>
                                        <p:tgtEl>
                                          <p:spTgt spid="82982"/>
                                        </p:tgtEl>
                                      </p:cBhvr>
                                    </p:animEffect>
                                  </p:childTnLst>
                                </p:cTn>
                              </p:par>
                            </p:childTnLst>
                          </p:cTn>
                        </p:par>
                        <p:par>
                          <p:cTn id="24" fill="hold">
                            <p:stCondLst>
                              <p:cond delay="500"/>
                            </p:stCondLst>
                            <p:childTnLst>
                              <p:par>
                                <p:cTn id="25" presetID="3" presetClass="entr" presetSubtype="10" fill="hold" grpId="0" nodeType="afterEffect">
                                  <p:stCondLst>
                                    <p:cond delay="0"/>
                                  </p:stCondLst>
                                  <p:childTnLst>
                                    <p:set>
                                      <p:cBhvr>
                                        <p:cTn id="26" dur="1" fill="hold">
                                          <p:stCondLst>
                                            <p:cond delay="0"/>
                                          </p:stCondLst>
                                        </p:cTn>
                                        <p:tgtEl>
                                          <p:spTgt spid="82987"/>
                                        </p:tgtEl>
                                        <p:attrNameLst>
                                          <p:attrName>style.visibility</p:attrName>
                                        </p:attrNameLst>
                                      </p:cBhvr>
                                      <p:to>
                                        <p:strVal val="visible"/>
                                      </p:to>
                                    </p:set>
                                    <p:animEffect transition="in" filter="blinds(horizontal)">
                                      <p:cBhvr>
                                        <p:cTn id="27" dur="500"/>
                                        <p:tgtEl>
                                          <p:spTgt spid="8298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2984"/>
                                        </p:tgtEl>
                                        <p:attrNameLst>
                                          <p:attrName>style.visibility</p:attrName>
                                        </p:attrNameLst>
                                      </p:cBhvr>
                                      <p:to>
                                        <p:strVal val="visible"/>
                                      </p:to>
                                    </p:set>
                                    <p:animEffect transition="in" filter="blinds(horizontal)">
                                      <p:cBhvr>
                                        <p:cTn id="32" dur="500"/>
                                        <p:tgtEl>
                                          <p:spTgt spid="82984"/>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82988"/>
                                        </p:tgtEl>
                                        <p:attrNameLst>
                                          <p:attrName>style.visibility</p:attrName>
                                        </p:attrNameLst>
                                      </p:cBhvr>
                                      <p:to>
                                        <p:strVal val="visible"/>
                                      </p:to>
                                    </p:set>
                                    <p:animEffect transition="in" filter="blinds(horizontal)">
                                      <p:cBhvr>
                                        <p:cTn id="36" dur="500"/>
                                        <p:tgtEl>
                                          <p:spTgt spid="82988"/>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82985"/>
                                        </p:tgtEl>
                                        <p:attrNameLst>
                                          <p:attrName>style.visibility</p:attrName>
                                        </p:attrNameLst>
                                      </p:cBhvr>
                                      <p:to>
                                        <p:strVal val="visible"/>
                                      </p:to>
                                    </p:set>
                                    <p:animEffect transition="in" filter="blinds(horizontal)">
                                      <p:cBhvr>
                                        <p:cTn id="41" dur="500"/>
                                        <p:tgtEl>
                                          <p:spTgt spid="82985"/>
                                        </p:tgtEl>
                                      </p:cBhvr>
                                    </p:animEffect>
                                  </p:childTnLst>
                                </p:cTn>
                              </p:par>
                            </p:childTnLst>
                          </p:cTn>
                        </p:par>
                        <p:par>
                          <p:cTn id="42" fill="hold">
                            <p:stCondLst>
                              <p:cond delay="500"/>
                            </p:stCondLst>
                            <p:childTnLst>
                              <p:par>
                                <p:cTn id="43" presetID="3" presetClass="entr" presetSubtype="10" fill="hold" grpId="0" nodeType="afterEffect">
                                  <p:stCondLst>
                                    <p:cond delay="0"/>
                                  </p:stCondLst>
                                  <p:childTnLst>
                                    <p:set>
                                      <p:cBhvr>
                                        <p:cTn id="44" dur="1" fill="hold">
                                          <p:stCondLst>
                                            <p:cond delay="0"/>
                                          </p:stCondLst>
                                        </p:cTn>
                                        <p:tgtEl>
                                          <p:spTgt spid="82989"/>
                                        </p:tgtEl>
                                        <p:attrNameLst>
                                          <p:attrName>style.visibility</p:attrName>
                                        </p:attrNameLst>
                                      </p:cBhvr>
                                      <p:to>
                                        <p:strVal val="visible"/>
                                      </p:to>
                                    </p:set>
                                    <p:animEffect transition="in" filter="blinds(horizontal)">
                                      <p:cBhvr>
                                        <p:cTn id="45" dur="500"/>
                                        <p:tgtEl>
                                          <p:spTgt spid="82989"/>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82986"/>
                                        </p:tgtEl>
                                        <p:attrNameLst>
                                          <p:attrName>style.visibility</p:attrName>
                                        </p:attrNameLst>
                                      </p:cBhvr>
                                      <p:to>
                                        <p:strVal val="visible"/>
                                      </p:to>
                                    </p:set>
                                    <p:animEffect transition="in" filter="blinds(horizontal)">
                                      <p:cBhvr>
                                        <p:cTn id="50" dur="500"/>
                                        <p:tgtEl>
                                          <p:spTgt spid="82986"/>
                                        </p:tgtEl>
                                      </p:cBhvr>
                                    </p:animEffect>
                                  </p:childTnLst>
                                </p:cTn>
                              </p:par>
                            </p:childTnLst>
                          </p:cTn>
                        </p:par>
                        <p:par>
                          <p:cTn id="51" fill="hold">
                            <p:stCondLst>
                              <p:cond delay="500"/>
                            </p:stCondLst>
                            <p:childTnLst>
                              <p:par>
                                <p:cTn id="52" presetID="3" presetClass="entr" presetSubtype="10" fill="hold" grpId="0" nodeType="afterEffect">
                                  <p:stCondLst>
                                    <p:cond delay="0"/>
                                  </p:stCondLst>
                                  <p:childTnLst>
                                    <p:set>
                                      <p:cBhvr>
                                        <p:cTn id="53" dur="1" fill="hold">
                                          <p:stCondLst>
                                            <p:cond delay="0"/>
                                          </p:stCondLst>
                                        </p:cTn>
                                        <p:tgtEl>
                                          <p:spTgt spid="82990"/>
                                        </p:tgtEl>
                                        <p:attrNameLst>
                                          <p:attrName>style.visibility</p:attrName>
                                        </p:attrNameLst>
                                      </p:cBhvr>
                                      <p:to>
                                        <p:strVal val="visible"/>
                                      </p:to>
                                    </p:set>
                                    <p:animEffect transition="in" filter="blinds(horizontal)">
                                      <p:cBhvr>
                                        <p:cTn id="54" dur="500"/>
                                        <p:tgtEl>
                                          <p:spTgt spid="82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6" grpId="0"/>
      <p:bldP spid="82981" grpId="0"/>
      <p:bldP spid="82987" grpId="0" animBg="1"/>
      <p:bldP spid="82988" grpId="0" animBg="1"/>
      <p:bldP spid="82989" grpId="0" animBg="1"/>
      <p:bldP spid="8299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846" name="Group 2"/>
          <p:cNvGrpSpPr/>
          <p:nvPr/>
        </p:nvGrpSpPr>
        <p:grpSpPr>
          <a:xfrm>
            <a:off x="8316913" y="6446838"/>
            <a:ext cx="792162" cy="366712"/>
            <a:chOff x="5193" y="4020"/>
            <a:chExt cx="499" cy="231"/>
          </a:xfrm>
        </p:grpSpPr>
        <p:pic>
          <p:nvPicPr>
            <p:cNvPr id="35860"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5861"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5847" name="Group 5"/>
          <p:cNvGrpSpPr/>
          <p:nvPr/>
        </p:nvGrpSpPr>
        <p:grpSpPr>
          <a:xfrm>
            <a:off x="7453313" y="6446838"/>
            <a:ext cx="792162" cy="366712"/>
            <a:chOff x="4649" y="4020"/>
            <a:chExt cx="499" cy="231"/>
          </a:xfrm>
        </p:grpSpPr>
        <p:pic>
          <p:nvPicPr>
            <p:cNvPr id="35858"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5859"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86025" name="Object 9"/>
          <p:cNvGraphicFramePr/>
          <p:nvPr/>
        </p:nvGraphicFramePr>
        <p:xfrm>
          <a:off x="2051050" y="4292600"/>
          <a:ext cx="2005013" cy="935038"/>
        </p:xfrm>
        <a:graphic>
          <a:graphicData uri="http://schemas.openxmlformats.org/presentationml/2006/ole">
            <mc:AlternateContent xmlns:mc="http://schemas.openxmlformats.org/markup-compatibility/2006">
              <mc:Choice xmlns:v="urn:schemas-microsoft-com:vml" Requires="v">
                <p:oleObj spid="_x0000_s3316" name="" r:id="rId2" imgW="1078865" imgH="495300" progId="Equation.3">
                  <p:embed/>
                </p:oleObj>
              </mc:Choice>
              <mc:Fallback>
                <p:oleObj name="" r:id="rId2" imgW="1078865" imgH="495300" progId="Equation.3">
                  <p:embed/>
                  <p:pic>
                    <p:nvPicPr>
                      <p:cNvPr id="0" name="图片 3315"/>
                      <p:cNvPicPr/>
                      <p:nvPr/>
                    </p:nvPicPr>
                    <p:blipFill>
                      <a:blip r:embed="rId3">
                        <a:clrChange>
                          <a:clrFrom>
                            <a:srgbClr val="000000"/>
                          </a:clrFrom>
                          <a:clrTo>
                            <a:srgbClr val="FFFFFF"/>
                          </a:clrTo>
                        </a:clrChange>
                      </a:blip>
                      <a:stretch>
                        <a:fillRect/>
                      </a:stretch>
                    </p:blipFill>
                    <p:spPr>
                      <a:xfrm>
                        <a:off x="2051050" y="4292600"/>
                        <a:ext cx="2005013" cy="935038"/>
                      </a:xfrm>
                      <a:prstGeom prst="rect">
                        <a:avLst/>
                      </a:prstGeom>
                      <a:noFill/>
                      <a:ln w="38100">
                        <a:noFill/>
                        <a:miter/>
                      </a:ln>
                    </p:spPr>
                  </p:pic>
                </p:oleObj>
              </mc:Fallback>
            </mc:AlternateContent>
          </a:graphicData>
        </a:graphic>
      </p:graphicFrame>
      <p:sp>
        <p:nvSpPr>
          <p:cNvPr id="86027" name="Text Box 11"/>
          <p:cNvSpPr txBox="1">
            <a:spLocks noChangeArrowheads="1"/>
          </p:cNvSpPr>
          <p:nvPr/>
        </p:nvSpPr>
        <p:spPr bwMode="auto">
          <a:xfrm>
            <a:off x="4427538" y="4508500"/>
            <a:ext cx="2327275"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电压转移函数</a:t>
            </a:r>
            <a:endParaRPr kumimoji="1" lang="zh-CN" altLang="en-US" kern="1200" cap="none" spc="0" normalizeH="0" baseline="0" noProof="0">
              <a:latin typeface="楷体_GB2312" pitchFamily="49" charset="-122"/>
              <a:ea typeface="楷体_GB2312" pitchFamily="49" charset="-122"/>
              <a:cs typeface="+mn-cs"/>
            </a:endParaRPr>
          </a:p>
        </p:txBody>
      </p:sp>
      <p:sp>
        <p:nvSpPr>
          <p:cNvPr id="86028" name="Text Box 12"/>
          <p:cNvSpPr txBox="1">
            <a:spLocks noChangeArrowheads="1"/>
          </p:cNvSpPr>
          <p:nvPr/>
        </p:nvSpPr>
        <p:spPr bwMode="auto">
          <a:xfrm>
            <a:off x="4500563" y="5516563"/>
            <a:ext cx="1612900"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转移阻抗</a:t>
            </a:r>
            <a:endParaRPr kumimoji="1" lang="zh-CN" altLang="en-US" kern="1200" cap="none" spc="0" normalizeH="0" baseline="0" noProof="0">
              <a:latin typeface="楷体_GB2312" pitchFamily="49" charset="-122"/>
              <a:ea typeface="楷体_GB2312" pitchFamily="49" charset="-122"/>
              <a:cs typeface="+mn-cs"/>
            </a:endParaRPr>
          </a:p>
        </p:txBody>
      </p:sp>
      <p:sp>
        <p:nvSpPr>
          <p:cNvPr id="86029" name="Text Box 13"/>
          <p:cNvSpPr txBox="1"/>
          <p:nvPr/>
        </p:nvSpPr>
        <p:spPr>
          <a:xfrm>
            <a:off x="395288" y="476250"/>
            <a:ext cx="1368425"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4-1</a:t>
            </a:r>
            <a:endParaRPr lang="en-US" altLang="zh-CN" sz="3200" b="0" dirty="0">
              <a:latin typeface="Times New Roman" panose="02020603050405020304" pitchFamily="18" charset="0"/>
              <a:ea typeface="宋体" panose="02010600030101010101" pitchFamily="2" charset="-122"/>
            </a:endParaRPr>
          </a:p>
        </p:txBody>
      </p:sp>
      <p:sp>
        <p:nvSpPr>
          <p:cNvPr id="86030" name="Text Box 14"/>
          <p:cNvSpPr txBox="1"/>
          <p:nvPr/>
        </p:nvSpPr>
        <p:spPr>
          <a:xfrm>
            <a:off x="1403350" y="433388"/>
            <a:ext cx="8243888" cy="604837"/>
          </a:xfrm>
          <a:prstGeom prst="rect">
            <a:avLst/>
          </a:prstGeom>
          <a:noFill/>
          <a:ln w="9525">
            <a:noFill/>
          </a:ln>
        </p:spPr>
        <p:txBody>
          <a:bodyPr>
            <a:spAutoFit/>
          </a:bodyPr>
          <a:p>
            <a:pPr marL="476250" indent="-476250" algn="just">
              <a:lnSpc>
                <a:spcPct val="120000"/>
              </a:lnSpc>
              <a:spcBef>
                <a:spcPct val="50000"/>
              </a:spcBef>
            </a:pPr>
            <a:r>
              <a:rPr lang="zh-CN" altLang="en-US" dirty="0">
                <a:solidFill>
                  <a:srgbClr val="FFFF00"/>
                </a:solidFill>
                <a:latin typeface="楷体_GB2312" pitchFamily="49" charset="-122"/>
              </a:rPr>
              <a:t>给出用</a:t>
            </a:r>
            <a:r>
              <a:rPr lang="en-US" altLang="zh-CN" b="0" i="1" dirty="0">
                <a:latin typeface="Times New Roman" panose="02020603050405020304" pitchFamily="18" charset="0"/>
              </a:rPr>
              <a:t>Z</a:t>
            </a:r>
            <a:r>
              <a:rPr lang="zh-CN" altLang="en-US" dirty="0">
                <a:solidFill>
                  <a:srgbClr val="FFFF00"/>
                </a:solidFill>
                <a:latin typeface="楷体_GB2312" pitchFamily="49" charset="-122"/>
              </a:rPr>
              <a:t>参数表示的无端接二端口转移函数。</a:t>
            </a:r>
            <a:endParaRPr lang="zh-CN" altLang="en-US" dirty="0">
              <a:solidFill>
                <a:srgbClr val="FFFF00"/>
              </a:solidFill>
              <a:latin typeface="楷体_GB2312" pitchFamily="49" charset="-122"/>
            </a:endParaRPr>
          </a:p>
        </p:txBody>
      </p:sp>
      <p:sp>
        <p:nvSpPr>
          <p:cNvPr id="86031" name="Text Box 15"/>
          <p:cNvSpPr txBox="1"/>
          <p:nvPr/>
        </p:nvSpPr>
        <p:spPr>
          <a:xfrm>
            <a:off x="684213" y="1196975"/>
            <a:ext cx="647700" cy="519113"/>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graphicFrame>
        <p:nvGraphicFramePr>
          <p:cNvPr id="86032" name="Object 16"/>
          <p:cNvGraphicFramePr/>
          <p:nvPr/>
        </p:nvGraphicFramePr>
        <p:xfrm>
          <a:off x="1835150" y="1700213"/>
          <a:ext cx="6157913" cy="1238250"/>
        </p:xfrm>
        <a:graphic>
          <a:graphicData uri="http://schemas.openxmlformats.org/presentationml/2006/ole">
            <mc:AlternateContent xmlns:mc="http://schemas.openxmlformats.org/markup-compatibility/2006">
              <mc:Choice xmlns:v="urn:schemas-microsoft-com:vml" Requires="v">
                <p:oleObj spid="_x0000_s3319" name="" r:id="rId4" imgW="2373630" imgH="546100" progId="Equation.3">
                  <p:embed/>
                </p:oleObj>
              </mc:Choice>
              <mc:Fallback>
                <p:oleObj name="" r:id="rId4" imgW="2373630" imgH="546100" progId="Equation.3">
                  <p:embed/>
                  <p:pic>
                    <p:nvPicPr>
                      <p:cNvPr id="0" name="图片 3318"/>
                      <p:cNvPicPr/>
                      <p:nvPr/>
                    </p:nvPicPr>
                    <p:blipFill>
                      <a:blip r:embed="rId5">
                        <a:clrChange>
                          <a:clrFrom>
                            <a:srgbClr val="000000"/>
                          </a:clrFrom>
                          <a:clrTo>
                            <a:srgbClr val="FFFFFF"/>
                          </a:clrTo>
                        </a:clrChange>
                      </a:blip>
                      <a:stretch>
                        <a:fillRect/>
                      </a:stretch>
                    </p:blipFill>
                    <p:spPr>
                      <a:xfrm>
                        <a:off x="1835150" y="1700213"/>
                        <a:ext cx="6157913" cy="1238250"/>
                      </a:xfrm>
                      <a:prstGeom prst="rect">
                        <a:avLst/>
                      </a:prstGeom>
                      <a:noFill/>
                      <a:ln w="38100">
                        <a:noFill/>
                        <a:miter/>
                      </a:ln>
                    </p:spPr>
                  </p:pic>
                </p:oleObj>
              </mc:Fallback>
            </mc:AlternateContent>
          </a:graphicData>
        </a:graphic>
      </p:graphicFrame>
      <p:sp>
        <p:nvSpPr>
          <p:cNvPr id="86033" name="Text Box 17"/>
          <p:cNvSpPr txBox="1"/>
          <p:nvPr/>
        </p:nvSpPr>
        <p:spPr>
          <a:xfrm>
            <a:off x="1547813" y="1125538"/>
            <a:ext cx="5329237" cy="604837"/>
          </a:xfrm>
          <a:prstGeom prst="rect">
            <a:avLst/>
          </a:prstGeom>
          <a:noFill/>
          <a:ln w="9525">
            <a:noFill/>
          </a:ln>
        </p:spPr>
        <p:txBody>
          <a:bodyPr>
            <a:spAutoFit/>
          </a:bodyPr>
          <a:p>
            <a:pPr marL="476250" indent="-476250" algn="just">
              <a:lnSpc>
                <a:spcPct val="120000"/>
              </a:lnSpc>
              <a:spcBef>
                <a:spcPct val="50000"/>
              </a:spcBef>
            </a:pPr>
            <a:r>
              <a:rPr lang="en-US" altLang="zh-CN" b="0" i="1" dirty="0">
                <a:latin typeface="Times New Roman" panose="02020603050405020304" pitchFamily="18" charset="0"/>
              </a:rPr>
              <a:t>Z</a:t>
            </a:r>
            <a:r>
              <a:rPr lang="zh-CN" altLang="en-US" dirty="0">
                <a:solidFill>
                  <a:srgbClr val="FFFF00"/>
                </a:solidFill>
                <a:latin typeface="楷体_GB2312" pitchFamily="49" charset="-122"/>
              </a:rPr>
              <a:t>参数方程为</a:t>
            </a:r>
            <a:endParaRPr lang="zh-CN" altLang="en-US" dirty="0">
              <a:solidFill>
                <a:srgbClr val="FFFF00"/>
              </a:solidFill>
              <a:latin typeface="楷体_GB2312" pitchFamily="49" charset="-122"/>
            </a:endParaRPr>
          </a:p>
        </p:txBody>
      </p:sp>
      <p:sp>
        <p:nvSpPr>
          <p:cNvPr id="86034" name="Text Box 18"/>
          <p:cNvSpPr txBox="1"/>
          <p:nvPr/>
        </p:nvSpPr>
        <p:spPr>
          <a:xfrm>
            <a:off x="755650" y="3141663"/>
            <a:ext cx="3097213" cy="676275"/>
          </a:xfrm>
          <a:prstGeom prst="rect">
            <a:avLst/>
          </a:prstGeom>
          <a:noFill/>
          <a:ln w="9525">
            <a:noFill/>
          </a:ln>
        </p:spPr>
        <p:txBody>
          <a:bodyPr>
            <a:spAutoFit/>
          </a:bodyPr>
          <a:p>
            <a:pPr marL="476250" indent="-476250" algn="just">
              <a:lnSpc>
                <a:spcPct val="120000"/>
              </a:lnSpc>
              <a:spcBef>
                <a:spcPct val="50000"/>
              </a:spcBef>
            </a:pPr>
            <a:r>
              <a:rPr lang="zh-CN" altLang="en-US" dirty="0">
                <a:solidFill>
                  <a:srgbClr val="FFFF00"/>
                </a:solidFill>
                <a:latin typeface="Times New Roman" panose="02020603050405020304" pitchFamily="18" charset="0"/>
              </a:rPr>
              <a:t>令 </a:t>
            </a:r>
            <a:r>
              <a:rPr lang="zh-CN" altLang="en-US" b="0" dirty="0">
                <a:latin typeface="Times New Roman" panose="02020603050405020304" pitchFamily="18" charset="0"/>
              </a:rPr>
              <a:t> </a:t>
            </a:r>
            <a:r>
              <a:rPr lang="en-US" altLang="zh-CN" sz="3200" b="0" i="1" dirty="0">
                <a:latin typeface="Times New Roman" panose="02020603050405020304" pitchFamily="18" charset="0"/>
              </a:rPr>
              <a:t>I</a:t>
            </a:r>
            <a:r>
              <a:rPr lang="en-US" altLang="zh-CN" sz="3200" b="0" baseline="-25000" dirty="0">
                <a:latin typeface="Times New Roman" panose="02020603050405020304" pitchFamily="18" charset="0"/>
              </a:rPr>
              <a:t>2</a:t>
            </a:r>
            <a:r>
              <a:rPr lang="en-US" altLang="zh-CN" sz="3200" b="0" dirty="0">
                <a:latin typeface="Times New Roman" panose="02020603050405020304" pitchFamily="18" charset="0"/>
              </a:rPr>
              <a:t>(</a:t>
            </a:r>
            <a:r>
              <a:rPr lang="en-US" altLang="zh-CN" sz="3200" b="0" i="1" dirty="0">
                <a:latin typeface="Times New Roman" panose="02020603050405020304" pitchFamily="18" charset="0"/>
              </a:rPr>
              <a:t>s</a:t>
            </a:r>
            <a:r>
              <a:rPr lang="en-US" altLang="zh-CN" sz="3200" b="0" dirty="0">
                <a:latin typeface="Times New Roman" panose="02020603050405020304" pitchFamily="18" charset="0"/>
              </a:rPr>
              <a:t>)=0</a:t>
            </a:r>
            <a:endParaRPr lang="en-US" altLang="zh-CN" sz="3200" b="0" dirty="0">
              <a:latin typeface="Times New Roman" panose="02020603050405020304" pitchFamily="18" charset="0"/>
            </a:endParaRPr>
          </a:p>
        </p:txBody>
      </p:sp>
      <p:graphicFrame>
        <p:nvGraphicFramePr>
          <p:cNvPr id="86035" name="Object 19"/>
          <p:cNvGraphicFramePr/>
          <p:nvPr/>
        </p:nvGraphicFramePr>
        <p:xfrm>
          <a:off x="2987675" y="2997200"/>
          <a:ext cx="3754438" cy="1238250"/>
        </p:xfrm>
        <a:graphic>
          <a:graphicData uri="http://schemas.openxmlformats.org/presentationml/2006/ole">
            <mc:AlternateContent xmlns:mc="http://schemas.openxmlformats.org/markup-compatibility/2006">
              <mc:Choice xmlns:v="urn:schemas-microsoft-com:vml" Requires="v">
                <p:oleObj spid="_x0000_s3320" name="" r:id="rId6" imgW="1447165" imgH="546100" progId="Equation.3">
                  <p:embed/>
                </p:oleObj>
              </mc:Choice>
              <mc:Fallback>
                <p:oleObj name="" r:id="rId6" imgW="1447165" imgH="546100" progId="Equation.3">
                  <p:embed/>
                  <p:pic>
                    <p:nvPicPr>
                      <p:cNvPr id="0" name="图片 3319"/>
                      <p:cNvPicPr/>
                      <p:nvPr/>
                    </p:nvPicPr>
                    <p:blipFill>
                      <a:blip r:embed="rId7">
                        <a:clrChange>
                          <a:clrFrom>
                            <a:srgbClr val="000000"/>
                          </a:clrFrom>
                          <a:clrTo>
                            <a:srgbClr val="FFFFFF"/>
                          </a:clrTo>
                        </a:clrChange>
                      </a:blip>
                      <a:stretch>
                        <a:fillRect/>
                      </a:stretch>
                    </p:blipFill>
                    <p:spPr>
                      <a:xfrm>
                        <a:off x="2987675" y="2997200"/>
                        <a:ext cx="3754438" cy="1238250"/>
                      </a:xfrm>
                      <a:prstGeom prst="rect">
                        <a:avLst/>
                      </a:prstGeom>
                      <a:noFill/>
                      <a:ln w="38100">
                        <a:noFill/>
                        <a:miter/>
                      </a:ln>
                    </p:spPr>
                  </p:pic>
                </p:oleObj>
              </mc:Fallback>
            </mc:AlternateContent>
          </a:graphicData>
        </a:graphic>
      </p:graphicFrame>
      <p:graphicFrame>
        <p:nvGraphicFramePr>
          <p:cNvPr id="86037" name="Object 21"/>
          <p:cNvGraphicFramePr/>
          <p:nvPr/>
        </p:nvGraphicFramePr>
        <p:xfrm>
          <a:off x="2051050" y="5373688"/>
          <a:ext cx="1958975" cy="935037"/>
        </p:xfrm>
        <a:graphic>
          <a:graphicData uri="http://schemas.openxmlformats.org/presentationml/2006/ole">
            <mc:AlternateContent xmlns:mc="http://schemas.openxmlformats.org/markup-compatibility/2006">
              <mc:Choice xmlns:v="urn:schemas-microsoft-com:vml" Requires="v">
                <p:oleObj spid="_x0000_s3317" name="" r:id="rId8" imgW="1053465" imgH="495300" progId="Equation.3">
                  <p:embed/>
                </p:oleObj>
              </mc:Choice>
              <mc:Fallback>
                <p:oleObj name="" r:id="rId8" imgW="1053465" imgH="495300" progId="Equation.3">
                  <p:embed/>
                  <p:pic>
                    <p:nvPicPr>
                      <p:cNvPr id="0" name="图片 3316"/>
                      <p:cNvPicPr/>
                      <p:nvPr/>
                    </p:nvPicPr>
                    <p:blipFill>
                      <a:blip r:embed="rId9">
                        <a:clrChange>
                          <a:clrFrom>
                            <a:srgbClr val="000000"/>
                          </a:clrFrom>
                          <a:clrTo>
                            <a:srgbClr val="FFFFFF"/>
                          </a:clrTo>
                        </a:clrChange>
                      </a:blip>
                      <a:stretch>
                        <a:fillRect/>
                      </a:stretch>
                    </p:blipFill>
                    <p:spPr>
                      <a:xfrm>
                        <a:off x="2051050" y="5373688"/>
                        <a:ext cx="1958975" cy="935037"/>
                      </a:xfrm>
                      <a:prstGeom prst="rect">
                        <a:avLst/>
                      </a:prstGeom>
                      <a:noFill/>
                      <a:ln w="38100">
                        <a:noFill/>
                        <a:miter/>
                      </a:ln>
                    </p:spPr>
                  </p:pic>
                </p:oleObj>
              </mc:Fallback>
            </mc:AlternateContent>
          </a:graphicData>
        </a:graphic>
      </p:graphicFrame>
      <p:grpSp>
        <p:nvGrpSpPr>
          <p:cNvPr id="35855" name="Group 25"/>
          <p:cNvGrpSpPr/>
          <p:nvPr/>
        </p:nvGrpSpPr>
        <p:grpSpPr>
          <a:xfrm>
            <a:off x="6588125" y="6446838"/>
            <a:ext cx="792163" cy="366712"/>
            <a:chOff x="4649" y="4020"/>
            <a:chExt cx="499" cy="231"/>
          </a:xfrm>
        </p:grpSpPr>
        <p:pic>
          <p:nvPicPr>
            <p:cNvPr id="35856" name="Picture 2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5857" name="Text Box 2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86029"/>
                                        </p:tgtEl>
                                        <p:attrNameLst>
                                          <p:attrName>style.visibility</p:attrName>
                                        </p:attrNameLst>
                                      </p:cBhvr>
                                      <p:to>
                                        <p:strVal val="visible"/>
                                      </p:to>
                                    </p:set>
                                    <p:anim calcmode="lin" valueType="num">
                                      <p:cBhvr>
                                        <p:cTn id="7" dur="1000" fill="hold"/>
                                        <p:tgtEl>
                                          <p:spTgt spid="86029"/>
                                        </p:tgtEl>
                                        <p:attrNameLst>
                                          <p:attrName>ppt_w</p:attrName>
                                        </p:attrNameLst>
                                      </p:cBhvr>
                                      <p:tavLst>
                                        <p:tav tm="0">
                                          <p:val>
                                            <p:fltVal val="0.000000"/>
                                          </p:val>
                                        </p:tav>
                                        <p:tav tm="100000">
                                          <p:val>
                                            <p:strVal val="#ppt_w"/>
                                          </p:val>
                                        </p:tav>
                                      </p:tavLst>
                                    </p:anim>
                                    <p:anim calcmode="lin" valueType="num">
                                      <p:cBhvr>
                                        <p:cTn id="8" dur="1000" fill="hold"/>
                                        <p:tgtEl>
                                          <p:spTgt spid="86029"/>
                                        </p:tgtEl>
                                        <p:attrNameLst>
                                          <p:attrName>ppt_h</p:attrName>
                                        </p:attrNameLst>
                                      </p:cBhvr>
                                      <p:tavLst>
                                        <p:tav tm="0">
                                          <p:val>
                                            <p:fltVal val="0.000000"/>
                                          </p:val>
                                        </p:tav>
                                        <p:tav tm="100000">
                                          <p:val>
                                            <p:strVal val="#ppt_h"/>
                                          </p:val>
                                        </p:tav>
                                      </p:tavLst>
                                    </p:anim>
                                    <p:anim calcmode="lin" valueType="num">
                                      <p:cBhvr>
                                        <p:cTn id="9" dur="1000" fill="hold"/>
                                        <p:tgtEl>
                                          <p:spTgt spid="86029"/>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86029"/>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86030"/>
                                        </p:tgtEl>
                                        <p:attrNameLst>
                                          <p:attrName>style.visibility</p:attrName>
                                        </p:attrNameLst>
                                      </p:cBhvr>
                                      <p:to>
                                        <p:strVal val="visible"/>
                                      </p:to>
                                    </p:set>
                                    <p:animEffect transition="in" filter="wipe(left)">
                                      <p:cBhvr>
                                        <p:cTn id="14" dur="1000"/>
                                        <p:tgtEl>
                                          <p:spTgt spid="86030"/>
                                        </p:tgtEl>
                                      </p:cBhvr>
                                    </p:animEffect>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86031"/>
                                        </p:tgtEl>
                                        <p:attrNameLst>
                                          <p:attrName>style.visibility</p:attrName>
                                        </p:attrNameLst>
                                      </p:cBhvr>
                                      <p:to>
                                        <p:strVal val="visible"/>
                                      </p:to>
                                    </p:set>
                                    <p:anim calcmode="lin" valueType="num">
                                      <p:cBhvr>
                                        <p:cTn id="19" dur="1000" fill="hold"/>
                                        <p:tgtEl>
                                          <p:spTgt spid="86031"/>
                                        </p:tgtEl>
                                        <p:attrNameLst>
                                          <p:attrName>ppt_w</p:attrName>
                                        </p:attrNameLst>
                                      </p:cBhvr>
                                      <p:tavLst>
                                        <p:tav tm="0">
                                          <p:val>
                                            <p:fltVal val="0.000000"/>
                                          </p:val>
                                        </p:tav>
                                        <p:tav tm="100000">
                                          <p:val>
                                            <p:strVal val="#ppt_w"/>
                                          </p:val>
                                        </p:tav>
                                      </p:tavLst>
                                    </p:anim>
                                    <p:anim calcmode="lin" valueType="num">
                                      <p:cBhvr>
                                        <p:cTn id="20" dur="1000" fill="hold"/>
                                        <p:tgtEl>
                                          <p:spTgt spid="86031"/>
                                        </p:tgtEl>
                                        <p:attrNameLst>
                                          <p:attrName>ppt_h</p:attrName>
                                        </p:attrNameLst>
                                      </p:cBhvr>
                                      <p:tavLst>
                                        <p:tav tm="0">
                                          <p:val>
                                            <p:fltVal val="0.000000"/>
                                          </p:val>
                                        </p:tav>
                                        <p:tav tm="100000">
                                          <p:val>
                                            <p:strVal val="#ppt_h"/>
                                          </p:val>
                                        </p:tav>
                                      </p:tavLst>
                                    </p:anim>
                                    <p:anim calcmode="lin" valueType="num">
                                      <p:cBhvr>
                                        <p:cTn id="21" dur="1000" fill="hold"/>
                                        <p:tgtEl>
                                          <p:spTgt spid="86031"/>
                                        </p:tgtEl>
                                        <p:attrNameLst>
                                          <p:attrName>ppt_x</p:attrName>
                                        </p:attrNameLst>
                                      </p:cBhvr>
                                      <p:tavLst>
                                        <p:tav tm="0" fmla="#ppt_x+(cos(-2*pi*(1-$))*-#ppt_x-sin(-2*pi*(1-$))*(1-#ppt_y))*(1-$)">
                                          <p:val>
                                            <p:fltVal val="0.000000"/>
                                          </p:val>
                                        </p:tav>
                                        <p:tav tm="100000">
                                          <p:val>
                                            <p:fltVal val="1.000000"/>
                                          </p:val>
                                        </p:tav>
                                      </p:tavLst>
                                    </p:anim>
                                    <p:anim calcmode="lin" valueType="num">
                                      <p:cBhvr>
                                        <p:cTn id="22" dur="1000" fill="hold"/>
                                        <p:tgtEl>
                                          <p:spTgt spid="8603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6033"/>
                                        </p:tgtEl>
                                        <p:attrNameLst>
                                          <p:attrName>style.visibility</p:attrName>
                                        </p:attrNameLst>
                                      </p:cBhvr>
                                      <p:to>
                                        <p:strVal val="visible"/>
                                      </p:to>
                                    </p:set>
                                    <p:animEffect transition="in" filter="wipe(left)">
                                      <p:cBhvr>
                                        <p:cTn id="27" dur="300"/>
                                        <p:tgtEl>
                                          <p:spTgt spid="86033"/>
                                        </p:tgtEl>
                                      </p:cBhvr>
                                    </p:animEffect>
                                  </p:childTnLst>
                                </p:cTn>
                              </p:par>
                            </p:childTnLst>
                          </p:cTn>
                        </p:par>
                        <p:par>
                          <p:cTn id="28" fill="hold">
                            <p:stCondLst>
                              <p:cond delay="1800"/>
                            </p:stCondLst>
                            <p:childTnLst>
                              <p:par>
                                <p:cTn id="29" presetID="22" presetClass="entr" presetSubtype="8" fill="hold" nodeType="afterEffect">
                                  <p:stCondLst>
                                    <p:cond delay="0"/>
                                  </p:stCondLst>
                                  <p:childTnLst>
                                    <p:set>
                                      <p:cBhvr>
                                        <p:cTn id="30" dur="1" fill="hold">
                                          <p:stCondLst>
                                            <p:cond delay="0"/>
                                          </p:stCondLst>
                                        </p:cTn>
                                        <p:tgtEl>
                                          <p:spTgt spid="86032"/>
                                        </p:tgtEl>
                                        <p:attrNameLst>
                                          <p:attrName>style.visibility</p:attrName>
                                        </p:attrNameLst>
                                      </p:cBhvr>
                                      <p:to>
                                        <p:strVal val="visible"/>
                                      </p:to>
                                    </p:set>
                                    <p:animEffect transition="in" filter="wipe(left)">
                                      <p:cBhvr>
                                        <p:cTn id="31" dur="2000"/>
                                        <p:tgtEl>
                                          <p:spTgt spid="860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86034"/>
                                        </p:tgtEl>
                                        <p:attrNameLst>
                                          <p:attrName>style.visibility</p:attrName>
                                        </p:attrNameLst>
                                      </p:cBhvr>
                                      <p:to>
                                        <p:strVal val="visible"/>
                                      </p:to>
                                    </p:set>
                                    <p:animEffect transition="in" filter="wipe(left)">
                                      <p:cBhvr>
                                        <p:cTn id="36" dur="300"/>
                                        <p:tgtEl>
                                          <p:spTgt spid="86034"/>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86035"/>
                                        </p:tgtEl>
                                        <p:attrNameLst>
                                          <p:attrName>style.visibility</p:attrName>
                                        </p:attrNameLst>
                                      </p:cBhvr>
                                      <p:to>
                                        <p:strVal val="visible"/>
                                      </p:to>
                                    </p:set>
                                    <p:animEffect transition="in" filter="wipe(left)">
                                      <p:cBhvr>
                                        <p:cTn id="40" dur="2000"/>
                                        <p:tgtEl>
                                          <p:spTgt spid="8603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86025"/>
                                        </p:tgtEl>
                                        <p:attrNameLst>
                                          <p:attrName>style.visibility</p:attrName>
                                        </p:attrNameLst>
                                      </p:cBhvr>
                                      <p:to>
                                        <p:strVal val="visible"/>
                                      </p:to>
                                    </p:set>
                                    <p:animEffect transition="in" filter="blinds(horizontal)">
                                      <p:cBhvr>
                                        <p:cTn id="45" dur="500"/>
                                        <p:tgtEl>
                                          <p:spTgt spid="86025"/>
                                        </p:tgtEl>
                                      </p:cBhvr>
                                    </p:animEffect>
                                  </p:childTnLst>
                                </p:cTn>
                              </p:par>
                            </p:childTnLst>
                          </p:cTn>
                        </p:par>
                        <p:par>
                          <p:cTn id="46" fill="hold">
                            <p:stCondLst>
                              <p:cond delay="500"/>
                            </p:stCondLst>
                            <p:childTnLst>
                              <p:par>
                                <p:cTn id="47" presetID="3" presetClass="entr" presetSubtype="10" fill="hold" grpId="0" nodeType="afterEffect">
                                  <p:stCondLst>
                                    <p:cond delay="0"/>
                                  </p:stCondLst>
                                  <p:childTnLst>
                                    <p:set>
                                      <p:cBhvr>
                                        <p:cTn id="48" dur="1" fill="hold">
                                          <p:stCondLst>
                                            <p:cond delay="0"/>
                                          </p:stCondLst>
                                        </p:cTn>
                                        <p:tgtEl>
                                          <p:spTgt spid="86027"/>
                                        </p:tgtEl>
                                        <p:attrNameLst>
                                          <p:attrName>style.visibility</p:attrName>
                                        </p:attrNameLst>
                                      </p:cBhvr>
                                      <p:to>
                                        <p:strVal val="visible"/>
                                      </p:to>
                                    </p:set>
                                    <p:animEffect transition="in" filter="blinds(horizontal)">
                                      <p:cBhvr>
                                        <p:cTn id="49" dur="500"/>
                                        <p:tgtEl>
                                          <p:spTgt spid="86027"/>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86037"/>
                                        </p:tgtEl>
                                        <p:attrNameLst>
                                          <p:attrName>style.visibility</p:attrName>
                                        </p:attrNameLst>
                                      </p:cBhvr>
                                      <p:to>
                                        <p:strVal val="visible"/>
                                      </p:to>
                                    </p:set>
                                    <p:animEffect transition="in" filter="blinds(horizontal)">
                                      <p:cBhvr>
                                        <p:cTn id="54" dur="500"/>
                                        <p:tgtEl>
                                          <p:spTgt spid="86037"/>
                                        </p:tgtEl>
                                      </p:cBhvr>
                                    </p:animEffect>
                                  </p:childTnLst>
                                </p:cTn>
                              </p:par>
                            </p:childTnLst>
                          </p:cTn>
                        </p:par>
                        <p:par>
                          <p:cTn id="55" fill="hold">
                            <p:stCondLst>
                              <p:cond delay="500"/>
                            </p:stCondLst>
                            <p:childTnLst>
                              <p:par>
                                <p:cTn id="56" presetID="3" presetClass="entr" presetSubtype="10" fill="hold" grpId="0" nodeType="afterEffect">
                                  <p:stCondLst>
                                    <p:cond delay="0"/>
                                  </p:stCondLst>
                                  <p:childTnLst>
                                    <p:set>
                                      <p:cBhvr>
                                        <p:cTn id="57" dur="1" fill="hold">
                                          <p:stCondLst>
                                            <p:cond delay="0"/>
                                          </p:stCondLst>
                                        </p:cTn>
                                        <p:tgtEl>
                                          <p:spTgt spid="86028"/>
                                        </p:tgtEl>
                                        <p:attrNameLst>
                                          <p:attrName>style.visibility</p:attrName>
                                        </p:attrNameLst>
                                      </p:cBhvr>
                                      <p:to>
                                        <p:strVal val="visible"/>
                                      </p:to>
                                    </p:set>
                                    <p:animEffect transition="in" filter="blinds(horizontal)">
                                      <p:cBhvr>
                                        <p:cTn id="58" dur="500"/>
                                        <p:tgtEl>
                                          <p:spTgt spid="86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7" grpId="0" animBg="1"/>
      <p:bldP spid="86028" grpId="0" animBg="1"/>
      <p:bldP spid="86029" grpId="0"/>
      <p:bldP spid="86030" grpId="0"/>
      <p:bldP spid="86031" grpId="0" animBg="1"/>
      <p:bldP spid="86033" grpId="0"/>
      <p:bldP spid="860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6869" name="Group 2"/>
          <p:cNvGrpSpPr/>
          <p:nvPr/>
        </p:nvGrpSpPr>
        <p:grpSpPr>
          <a:xfrm>
            <a:off x="8316913" y="6446838"/>
            <a:ext cx="792162" cy="366712"/>
            <a:chOff x="5193" y="4020"/>
            <a:chExt cx="499" cy="231"/>
          </a:xfrm>
        </p:grpSpPr>
        <p:pic>
          <p:nvPicPr>
            <p:cNvPr id="36883"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6884"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6870" name="Group 5"/>
          <p:cNvGrpSpPr/>
          <p:nvPr/>
        </p:nvGrpSpPr>
        <p:grpSpPr>
          <a:xfrm>
            <a:off x="7453313" y="6446838"/>
            <a:ext cx="792162" cy="366712"/>
            <a:chOff x="4649" y="4020"/>
            <a:chExt cx="499" cy="231"/>
          </a:xfrm>
        </p:grpSpPr>
        <p:pic>
          <p:nvPicPr>
            <p:cNvPr id="36881"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6882"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85026" name="Object 34"/>
          <p:cNvGraphicFramePr/>
          <p:nvPr/>
        </p:nvGraphicFramePr>
        <p:xfrm>
          <a:off x="3132138" y="1989138"/>
          <a:ext cx="2144712" cy="935037"/>
        </p:xfrm>
        <a:graphic>
          <a:graphicData uri="http://schemas.openxmlformats.org/presentationml/2006/ole">
            <mc:AlternateContent xmlns:mc="http://schemas.openxmlformats.org/markup-compatibility/2006">
              <mc:Choice xmlns:v="urn:schemas-microsoft-com:vml" Requires="v">
                <p:oleObj spid="_x0000_s3323" name="" r:id="rId2" imgW="1155065" imgH="495300" progId="Equation.3">
                  <p:embed/>
                </p:oleObj>
              </mc:Choice>
              <mc:Fallback>
                <p:oleObj name="" r:id="rId2" imgW="1155065" imgH="495300" progId="Equation.3">
                  <p:embed/>
                  <p:pic>
                    <p:nvPicPr>
                      <p:cNvPr id="0" name="图片 3322"/>
                      <p:cNvPicPr/>
                      <p:nvPr/>
                    </p:nvPicPr>
                    <p:blipFill>
                      <a:blip r:embed="rId3">
                        <a:clrChange>
                          <a:clrFrom>
                            <a:srgbClr val="000000"/>
                          </a:clrFrom>
                          <a:clrTo>
                            <a:srgbClr val="FFFFFF"/>
                          </a:clrTo>
                        </a:clrChange>
                      </a:blip>
                      <a:stretch>
                        <a:fillRect/>
                      </a:stretch>
                    </p:blipFill>
                    <p:spPr>
                      <a:xfrm>
                        <a:off x="3132138" y="1989138"/>
                        <a:ext cx="2144712" cy="935037"/>
                      </a:xfrm>
                      <a:prstGeom prst="rect">
                        <a:avLst/>
                      </a:prstGeom>
                      <a:noFill/>
                      <a:ln w="38100">
                        <a:noFill/>
                        <a:miter/>
                      </a:ln>
                    </p:spPr>
                  </p:pic>
                </p:oleObj>
              </mc:Fallback>
            </mc:AlternateContent>
          </a:graphicData>
        </a:graphic>
      </p:graphicFrame>
      <p:sp>
        <p:nvSpPr>
          <p:cNvPr id="85029" name="Text Box 37"/>
          <p:cNvSpPr txBox="1">
            <a:spLocks noChangeArrowheads="1"/>
          </p:cNvSpPr>
          <p:nvPr/>
        </p:nvSpPr>
        <p:spPr bwMode="auto">
          <a:xfrm>
            <a:off x="5508625" y="4292600"/>
            <a:ext cx="1612900"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转移导纳</a:t>
            </a:r>
            <a:endParaRPr kumimoji="1" lang="zh-CN" altLang="en-US" kern="1200" cap="none" spc="0" normalizeH="0" baseline="0" noProof="0">
              <a:latin typeface="楷体_GB2312" pitchFamily="49" charset="-122"/>
              <a:ea typeface="楷体_GB2312" pitchFamily="49" charset="-122"/>
              <a:cs typeface="+mn-cs"/>
            </a:endParaRPr>
          </a:p>
        </p:txBody>
      </p:sp>
      <p:sp>
        <p:nvSpPr>
          <p:cNvPr id="85030" name="Text Box 38"/>
          <p:cNvSpPr txBox="1">
            <a:spLocks noChangeArrowheads="1"/>
          </p:cNvSpPr>
          <p:nvPr/>
        </p:nvSpPr>
        <p:spPr bwMode="auto">
          <a:xfrm>
            <a:off x="5435600" y="2276475"/>
            <a:ext cx="2327275"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电流转移函数</a:t>
            </a:r>
            <a:endParaRPr kumimoji="1" lang="zh-CN" altLang="en-US" kern="1200" cap="none" spc="0" normalizeH="0" baseline="0" noProof="0">
              <a:latin typeface="楷体_GB2312" pitchFamily="49" charset="-122"/>
              <a:ea typeface="楷体_GB2312" pitchFamily="49" charset="-122"/>
              <a:cs typeface="+mn-cs"/>
            </a:endParaRPr>
          </a:p>
        </p:txBody>
      </p:sp>
      <p:sp>
        <p:nvSpPr>
          <p:cNvPr id="85038" name="Text Box 46"/>
          <p:cNvSpPr txBox="1"/>
          <p:nvPr/>
        </p:nvSpPr>
        <p:spPr>
          <a:xfrm>
            <a:off x="539750" y="1989138"/>
            <a:ext cx="3097213" cy="676275"/>
          </a:xfrm>
          <a:prstGeom prst="rect">
            <a:avLst/>
          </a:prstGeom>
          <a:noFill/>
          <a:ln w="9525">
            <a:noFill/>
          </a:ln>
        </p:spPr>
        <p:txBody>
          <a:bodyPr>
            <a:spAutoFit/>
          </a:bodyPr>
          <a:p>
            <a:pPr marL="476250" indent="-476250" algn="just">
              <a:lnSpc>
                <a:spcPct val="120000"/>
              </a:lnSpc>
              <a:spcBef>
                <a:spcPct val="50000"/>
              </a:spcBef>
            </a:pPr>
            <a:r>
              <a:rPr lang="zh-CN" altLang="en-US" dirty="0">
                <a:solidFill>
                  <a:srgbClr val="FFFF00"/>
                </a:solidFill>
                <a:latin typeface="Times New Roman" panose="02020603050405020304" pitchFamily="18" charset="0"/>
              </a:rPr>
              <a:t>令 </a:t>
            </a:r>
            <a:r>
              <a:rPr lang="zh-CN" altLang="en-US" b="0" dirty="0">
                <a:latin typeface="Times New Roman" panose="02020603050405020304" pitchFamily="18" charset="0"/>
              </a:rPr>
              <a:t> </a:t>
            </a:r>
            <a:r>
              <a:rPr lang="en-US" altLang="zh-CN" sz="3200" b="0" i="1" dirty="0">
                <a:latin typeface="Times New Roman" panose="02020603050405020304" pitchFamily="18" charset="0"/>
              </a:rPr>
              <a:t>U</a:t>
            </a:r>
            <a:r>
              <a:rPr lang="en-US" altLang="zh-CN" sz="3200" b="0" baseline="-25000" dirty="0">
                <a:latin typeface="Times New Roman" panose="02020603050405020304" pitchFamily="18" charset="0"/>
              </a:rPr>
              <a:t>2</a:t>
            </a:r>
            <a:r>
              <a:rPr lang="en-US" altLang="zh-CN" sz="3200" b="0" dirty="0">
                <a:latin typeface="Times New Roman" panose="02020603050405020304" pitchFamily="18" charset="0"/>
              </a:rPr>
              <a:t>(</a:t>
            </a:r>
            <a:r>
              <a:rPr lang="en-US" altLang="zh-CN" sz="3200" b="0" i="1" dirty="0">
                <a:latin typeface="Times New Roman" panose="02020603050405020304" pitchFamily="18" charset="0"/>
              </a:rPr>
              <a:t>s</a:t>
            </a:r>
            <a:r>
              <a:rPr lang="en-US" altLang="zh-CN" sz="3200" b="0" dirty="0">
                <a:latin typeface="Times New Roman" panose="02020603050405020304" pitchFamily="18" charset="0"/>
              </a:rPr>
              <a:t>)=0</a:t>
            </a:r>
            <a:endParaRPr lang="en-US" altLang="zh-CN" sz="3200" b="0" dirty="0">
              <a:latin typeface="Times New Roman" panose="02020603050405020304" pitchFamily="18" charset="0"/>
            </a:endParaRPr>
          </a:p>
        </p:txBody>
      </p:sp>
      <p:graphicFrame>
        <p:nvGraphicFramePr>
          <p:cNvPr id="36867" name="Object 50"/>
          <p:cNvGraphicFramePr/>
          <p:nvPr/>
        </p:nvGraphicFramePr>
        <p:xfrm>
          <a:off x="1403350" y="549275"/>
          <a:ext cx="6157913" cy="1238250"/>
        </p:xfrm>
        <a:graphic>
          <a:graphicData uri="http://schemas.openxmlformats.org/presentationml/2006/ole">
            <mc:AlternateContent xmlns:mc="http://schemas.openxmlformats.org/markup-compatibility/2006">
              <mc:Choice xmlns:v="urn:schemas-microsoft-com:vml" Requires="v">
                <p:oleObj spid="_x0000_s3325" name="" r:id="rId4" imgW="2373630" imgH="546100" progId="Equation.3">
                  <p:embed/>
                </p:oleObj>
              </mc:Choice>
              <mc:Fallback>
                <p:oleObj name="" r:id="rId4" imgW="2373630" imgH="546100" progId="Equation.3">
                  <p:embed/>
                  <p:pic>
                    <p:nvPicPr>
                      <p:cNvPr id="0" name="图片 3324"/>
                      <p:cNvPicPr/>
                      <p:nvPr/>
                    </p:nvPicPr>
                    <p:blipFill>
                      <a:blip r:embed="rId5">
                        <a:clrChange>
                          <a:clrFrom>
                            <a:srgbClr val="000000"/>
                          </a:clrFrom>
                          <a:clrTo>
                            <a:srgbClr val="FFFFFF"/>
                          </a:clrTo>
                        </a:clrChange>
                      </a:blip>
                      <a:stretch>
                        <a:fillRect/>
                      </a:stretch>
                    </p:blipFill>
                    <p:spPr>
                      <a:xfrm>
                        <a:off x="1403350" y="549275"/>
                        <a:ext cx="6157913" cy="1238250"/>
                      </a:xfrm>
                      <a:prstGeom prst="rect">
                        <a:avLst/>
                      </a:prstGeom>
                      <a:noFill/>
                      <a:ln w="38100">
                        <a:noFill/>
                        <a:miter/>
                      </a:ln>
                    </p:spPr>
                  </p:pic>
                </p:oleObj>
              </mc:Fallback>
            </mc:AlternateContent>
          </a:graphicData>
        </a:graphic>
      </p:graphicFrame>
      <p:graphicFrame>
        <p:nvGraphicFramePr>
          <p:cNvPr id="85043" name="Object 51"/>
          <p:cNvGraphicFramePr/>
          <p:nvPr/>
        </p:nvGraphicFramePr>
        <p:xfrm>
          <a:off x="3059113" y="3213100"/>
          <a:ext cx="4572000" cy="935038"/>
        </p:xfrm>
        <a:graphic>
          <a:graphicData uri="http://schemas.openxmlformats.org/presentationml/2006/ole">
            <mc:AlternateContent xmlns:mc="http://schemas.openxmlformats.org/markup-compatibility/2006">
              <mc:Choice xmlns:v="urn:schemas-microsoft-com:vml" Requires="v">
                <p:oleObj spid="_x0000_s3324" name="" r:id="rId6" imgW="2462530" imgH="495300" progId="Equation.3">
                  <p:embed/>
                </p:oleObj>
              </mc:Choice>
              <mc:Fallback>
                <p:oleObj name="" r:id="rId6" imgW="2462530" imgH="495300" progId="Equation.3">
                  <p:embed/>
                  <p:pic>
                    <p:nvPicPr>
                      <p:cNvPr id="0" name="图片 3323"/>
                      <p:cNvPicPr/>
                      <p:nvPr/>
                    </p:nvPicPr>
                    <p:blipFill>
                      <a:blip r:embed="rId7">
                        <a:clrChange>
                          <a:clrFrom>
                            <a:srgbClr val="000000"/>
                          </a:clrFrom>
                          <a:clrTo>
                            <a:srgbClr val="FFFFFF"/>
                          </a:clrTo>
                        </a:clrChange>
                      </a:blip>
                      <a:stretch>
                        <a:fillRect/>
                      </a:stretch>
                    </p:blipFill>
                    <p:spPr>
                      <a:xfrm>
                        <a:off x="3059113" y="3213100"/>
                        <a:ext cx="4572000" cy="935038"/>
                      </a:xfrm>
                      <a:prstGeom prst="rect">
                        <a:avLst/>
                      </a:prstGeom>
                      <a:noFill/>
                      <a:ln w="38100">
                        <a:noFill/>
                        <a:miter/>
                      </a:ln>
                    </p:spPr>
                  </p:pic>
                </p:oleObj>
              </mc:Fallback>
            </mc:AlternateContent>
          </a:graphicData>
        </a:graphic>
      </p:graphicFrame>
      <p:grpSp>
        <p:nvGrpSpPr>
          <p:cNvPr id="4" name="Group 52"/>
          <p:cNvGrpSpPr/>
          <p:nvPr/>
        </p:nvGrpSpPr>
        <p:grpSpPr>
          <a:xfrm>
            <a:off x="684213" y="4724400"/>
            <a:ext cx="1644650" cy="850900"/>
            <a:chOff x="385" y="3022"/>
            <a:chExt cx="1036" cy="536"/>
          </a:xfrm>
        </p:grpSpPr>
        <p:pic>
          <p:nvPicPr>
            <p:cNvPr id="36879" name="Picture 53" descr="123"/>
            <p:cNvPicPr>
              <a:picLocks noChangeAspect="1"/>
            </p:cNvPicPr>
            <p:nvPr/>
          </p:nvPicPr>
          <p:blipFill>
            <a:blip r:embed="rId8"/>
            <a:stretch>
              <a:fillRect/>
            </a:stretch>
          </p:blipFill>
          <p:spPr>
            <a:xfrm>
              <a:off x="385" y="3022"/>
              <a:ext cx="590" cy="536"/>
            </a:xfrm>
            <a:prstGeom prst="rect">
              <a:avLst/>
            </a:prstGeom>
            <a:noFill/>
            <a:ln w="9525">
              <a:noFill/>
            </a:ln>
          </p:spPr>
        </p:pic>
        <p:sp>
          <p:nvSpPr>
            <p:cNvPr id="36880" name="Text Box 54"/>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85047" name="Text Box 55"/>
          <p:cNvSpPr txBox="1"/>
          <p:nvPr/>
        </p:nvSpPr>
        <p:spPr>
          <a:xfrm>
            <a:off x="755650" y="4941888"/>
            <a:ext cx="7272338" cy="1117600"/>
          </a:xfrm>
          <a:prstGeom prst="rect">
            <a:avLst/>
          </a:prstGeom>
          <a:noFill/>
          <a:ln w="9525">
            <a:noFill/>
          </a:ln>
        </p:spPr>
        <p:txBody>
          <a:bodyPr>
            <a:spAutoFit/>
          </a:bodyPr>
          <a:p>
            <a:pPr marL="476250" indent="-476250" algn="just">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同理可得到用</a:t>
            </a:r>
            <a:r>
              <a:rPr lang="en-US" altLang="zh-CN" b="0" i="1" dirty="0">
                <a:latin typeface="Times New Roman" panose="02020603050405020304" pitchFamily="18" charset="0"/>
              </a:rPr>
              <a:t>Y</a:t>
            </a:r>
            <a:r>
              <a:rPr lang="zh-CN" altLang="en-US" b="0" i="1" dirty="0">
                <a:latin typeface="Times New Roman" panose="02020603050405020304" pitchFamily="18" charset="0"/>
              </a:rPr>
              <a:t>、</a:t>
            </a:r>
            <a:r>
              <a:rPr lang="en-US" altLang="zh-CN" b="0" i="1" dirty="0">
                <a:latin typeface="Times New Roman" panose="02020603050405020304" pitchFamily="18" charset="0"/>
              </a:rPr>
              <a:t>T</a:t>
            </a:r>
            <a:r>
              <a:rPr lang="zh-CN" altLang="en-US" b="0" i="1" dirty="0">
                <a:latin typeface="Times New Roman" panose="02020603050405020304" pitchFamily="18" charset="0"/>
              </a:rPr>
              <a:t>、</a:t>
            </a:r>
            <a:r>
              <a:rPr lang="en-US" altLang="zh-CN" b="0" i="1" dirty="0">
                <a:latin typeface="Times New Roman" panose="02020603050405020304" pitchFamily="18" charset="0"/>
              </a:rPr>
              <a:t>H</a:t>
            </a:r>
            <a:r>
              <a:rPr lang="zh-CN" altLang="en-US" dirty="0">
                <a:solidFill>
                  <a:srgbClr val="FFFF00"/>
                </a:solidFill>
                <a:latin typeface="楷体_GB2312" pitchFamily="49" charset="-122"/>
              </a:rPr>
              <a:t>参数表示的无端接二端口转移函数。</a:t>
            </a:r>
            <a:endParaRPr lang="zh-CN" altLang="en-US" dirty="0">
              <a:solidFill>
                <a:srgbClr val="FFFF00"/>
              </a:solidFill>
              <a:latin typeface="楷体_GB2312" pitchFamily="49" charset="-122"/>
            </a:endParaRPr>
          </a:p>
        </p:txBody>
      </p:sp>
      <p:grpSp>
        <p:nvGrpSpPr>
          <p:cNvPr id="36876" name="Group 60"/>
          <p:cNvGrpSpPr/>
          <p:nvPr/>
        </p:nvGrpSpPr>
        <p:grpSpPr>
          <a:xfrm>
            <a:off x="6588125" y="6446838"/>
            <a:ext cx="792163" cy="366712"/>
            <a:chOff x="4649" y="4020"/>
            <a:chExt cx="499" cy="231"/>
          </a:xfrm>
        </p:grpSpPr>
        <p:pic>
          <p:nvPicPr>
            <p:cNvPr id="36877" name="Picture 6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6878" name="Text Box 6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85038"/>
                                        </p:tgtEl>
                                        <p:attrNameLst>
                                          <p:attrName>style.visibility</p:attrName>
                                        </p:attrNameLst>
                                      </p:cBhvr>
                                      <p:to>
                                        <p:strVal val="visible"/>
                                      </p:to>
                                    </p:set>
                                    <p:animEffect transition="in" filter="wipe(left)">
                                      <p:cBhvr>
                                        <p:cTn id="7" dur="300"/>
                                        <p:tgtEl>
                                          <p:spTgt spid="850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5026"/>
                                        </p:tgtEl>
                                        <p:attrNameLst>
                                          <p:attrName>style.visibility</p:attrName>
                                        </p:attrNameLst>
                                      </p:cBhvr>
                                      <p:to>
                                        <p:strVal val="visible"/>
                                      </p:to>
                                    </p:set>
                                    <p:animEffect transition="in" filter="blinds(horizontal)">
                                      <p:cBhvr>
                                        <p:cTn id="12" dur="500"/>
                                        <p:tgtEl>
                                          <p:spTgt spid="85026"/>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85030"/>
                                        </p:tgtEl>
                                        <p:attrNameLst>
                                          <p:attrName>style.visibility</p:attrName>
                                        </p:attrNameLst>
                                      </p:cBhvr>
                                      <p:to>
                                        <p:strVal val="visible"/>
                                      </p:to>
                                    </p:set>
                                    <p:animEffect transition="in" filter="blinds(horizontal)">
                                      <p:cBhvr>
                                        <p:cTn id="16" dur="500"/>
                                        <p:tgtEl>
                                          <p:spTgt spid="8503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5043"/>
                                        </p:tgtEl>
                                        <p:attrNameLst>
                                          <p:attrName>style.visibility</p:attrName>
                                        </p:attrNameLst>
                                      </p:cBhvr>
                                      <p:to>
                                        <p:strVal val="visible"/>
                                      </p:to>
                                    </p:set>
                                    <p:animEffect transition="in" filter="blinds(horizontal)">
                                      <p:cBhvr>
                                        <p:cTn id="21" dur="500"/>
                                        <p:tgtEl>
                                          <p:spTgt spid="85043"/>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85029"/>
                                        </p:tgtEl>
                                        <p:attrNameLst>
                                          <p:attrName>style.visibility</p:attrName>
                                        </p:attrNameLst>
                                      </p:cBhvr>
                                      <p:to>
                                        <p:strVal val="visible"/>
                                      </p:to>
                                    </p:set>
                                    <p:animEffect transition="in" filter="blinds(horizontal)">
                                      <p:cBhvr>
                                        <p:cTn id="25" dur="500"/>
                                        <p:tgtEl>
                                          <p:spTgt spid="850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85047"/>
                                        </p:tgtEl>
                                        <p:attrNameLst>
                                          <p:attrName>style.visibility</p:attrName>
                                        </p:attrNameLst>
                                      </p:cBhvr>
                                      <p:to>
                                        <p:strVal val="visible"/>
                                      </p:to>
                                    </p:set>
                                    <p:animEffect transition="in" filter="wipe(left)">
                                      <p:cBhvr>
                                        <p:cTn id="34" dur="1000"/>
                                        <p:tgtEl>
                                          <p:spTgt spid="85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29" grpId="0" animBg="1"/>
      <p:bldP spid="85030" grpId="0" animBg="1"/>
      <p:bldP spid="85038" grpId="0"/>
      <p:bldP spid="8504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5778" name="Group 2"/>
          <p:cNvGrpSpPr/>
          <p:nvPr/>
        </p:nvGrpSpPr>
        <p:grpSpPr>
          <a:xfrm>
            <a:off x="8316913" y="6446838"/>
            <a:ext cx="792162" cy="366712"/>
            <a:chOff x="5193" y="4020"/>
            <a:chExt cx="499" cy="231"/>
          </a:xfrm>
        </p:grpSpPr>
        <p:pic>
          <p:nvPicPr>
            <p:cNvPr id="75812"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5813"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5779" name="Group 5"/>
          <p:cNvGrpSpPr/>
          <p:nvPr/>
        </p:nvGrpSpPr>
        <p:grpSpPr>
          <a:xfrm>
            <a:off x="7453313" y="6446838"/>
            <a:ext cx="792162" cy="366712"/>
            <a:chOff x="4649" y="4020"/>
            <a:chExt cx="499" cy="231"/>
          </a:xfrm>
        </p:grpSpPr>
        <p:pic>
          <p:nvPicPr>
            <p:cNvPr id="75810"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5811"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83977" name="Text Box 9"/>
          <p:cNvSpPr txBox="1"/>
          <p:nvPr/>
        </p:nvSpPr>
        <p:spPr>
          <a:xfrm>
            <a:off x="684213" y="549275"/>
            <a:ext cx="6624637" cy="579438"/>
          </a:xfrm>
          <a:prstGeom prst="rect">
            <a:avLst/>
          </a:prstGeom>
          <a:noFill/>
          <a:ln w="28575">
            <a:noFill/>
          </a:ln>
        </p:spPr>
        <p:txBody>
          <a:bodyPr>
            <a:spAutoFit/>
          </a:bodyPr>
          <a:p>
            <a:pPr>
              <a:spcBef>
                <a:spcPct val="50000"/>
              </a:spcBef>
            </a:pPr>
            <a:r>
              <a:rPr lang="en-US" altLang="zh-CN" sz="3200" b="0" dirty="0">
                <a:latin typeface="Times New Roman" panose="02020603050405020304" pitchFamily="18" charset="0"/>
                <a:sym typeface="Symbol" panose="05050102010706020507" pitchFamily="18" charset="2"/>
              </a:rPr>
              <a:t>2.</a:t>
            </a:r>
            <a:r>
              <a:rPr lang="en-US" altLang="zh-CN" sz="3200" dirty="0">
                <a:latin typeface="Arial" panose="020B0604020202020204" pitchFamily="34" charset="0"/>
                <a:sym typeface="Symbol" panose="05050102010706020507" pitchFamily="18" charset="2"/>
              </a:rPr>
              <a:t>  </a:t>
            </a:r>
            <a:r>
              <a:rPr lang="zh-CN" altLang="en-US" sz="3200" dirty="0">
                <a:latin typeface="Arial" panose="020B0604020202020204" pitchFamily="34" charset="0"/>
                <a:sym typeface="Symbol" panose="05050102010706020507" pitchFamily="18" charset="2"/>
              </a:rPr>
              <a:t>有端接二端口的转移函数</a:t>
            </a:r>
            <a:endParaRPr lang="zh-CN" altLang="en-US" sz="3200" dirty="0">
              <a:latin typeface="Arial" panose="020B0604020202020204" pitchFamily="34" charset="0"/>
              <a:sym typeface="Symbol" panose="05050102010706020507" pitchFamily="18" charset="2"/>
            </a:endParaRPr>
          </a:p>
        </p:txBody>
      </p:sp>
      <p:sp>
        <p:nvSpPr>
          <p:cNvPr id="83981" name="Rectangle 13"/>
          <p:cNvSpPr/>
          <p:nvPr/>
        </p:nvSpPr>
        <p:spPr>
          <a:xfrm>
            <a:off x="611188" y="1052513"/>
            <a:ext cx="7993062" cy="1630362"/>
          </a:xfrm>
          <a:prstGeom prst="rect">
            <a:avLst/>
          </a:prstGeom>
          <a:noFill/>
          <a:ln w="9525">
            <a:noFill/>
          </a:ln>
        </p:spPr>
        <p:txBody>
          <a:bodyPr anchor="ctr" anchorCtr="0">
            <a:spAutoFit/>
          </a:bodyPr>
          <a:p>
            <a:pPr>
              <a:lnSpc>
                <a:spcPct val="120000"/>
              </a:lnSpc>
            </a:pPr>
            <a:r>
              <a:rPr lang="en-US" altLang="zh-CN" dirty="0">
                <a:solidFill>
                  <a:srgbClr val="FFFF00"/>
                </a:solidFill>
                <a:latin typeface="楷体_GB2312" pitchFamily="49" charset="-122"/>
                <a:cs typeface="Times New Roman" panose="02020603050405020304" pitchFamily="18" charset="0"/>
              </a:rPr>
              <a:t>    </a:t>
            </a:r>
            <a:r>
              <a:rPr lang="zh-CN" altLang="en-US" dirty="0">
                <a:solidFill>
                  <a:srgbClr val="FFFF00"/>
                </a:solidFill>
                <a:latin typeface="楷体_GB2312" pitchFamily="49" charset="-122"/>
                <a:cs typeface="Times New Roman" panose="02020603050405020304" pitchFamily="18" charset="0"/>
              </a:rPr>
              <a:t>二端口的输出端口接有负载阻抗，</a:t>
            </a:r>
            <a:r>
              <a:rPr lang="zh-CN" altLang="en-US" dirty="0">
                <a:solidFill>
                  <a:srgbClr val="FFFF00"/>
                </a:solidFill>
                <a:latin typeface="Arial" panose="020B0604020202020204" pitchFamily="34" charset="0"/>
                <a:cs typeface="Times New Roman" panose="02020603050405020304" pitchFamily="18" charset="0"/>
              </a:rPr>
              <a:t>输入端口接有电压源和阻抗的串联组合或电流源和阻抗的并联组合，称为有端接的二端口。</a:t>
            </a:r>
            <a:endParaRPr lang="zh-CN" altLang="en-US" dirty="0">
              <a:solidFill>
                <a:srgbClr val="FFFF00"/>
              </a:solidFill>
              <a:latin typeface="Arial" panose="020B0604020202020204" pitchFamily="34" charset="0"/>
              <a:ea typeface="Times New Roman" panose="02020603050405020304" pitchFamily="18" charset="0"/>
            </a:endParaRPr>
          </a:p>
        </p:txBody>
      </p:sp>
      <p:sp>
        <p:nvSpPr>
          <p:cNvPr id="75782" name="Text Box 18"/>
          <p:cNvSpPr txBox="1"/>
          <p:nvPr/>
        </p:nvSpPr>
        <p:spPr>
          <a:xfrm>
            <a:off x="7092950" y="3789363"/>
            <a:ext cx="1368425" cy="519112"/>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grpSp>
        <p:nvGrpSpPr>
          <p:cNvPr id="4" name="Group 49"/>
          <p:cNvGrpSpPr/>
          <p:nvPr/>
        </p:nvGrpSpPr>
        <p:grpSpPr>
          <a:xfrm>
            <a:off x="684213" y="2708275"/>
            <a:ext cx="6553200" cy="2319338"/>
            <a:chOff x="431" y="1706"/>
            <a:chExt cx="4128" cy="1461"/>
          </a:xfrm>
        </p:grpSpPr>
        <p:sp>
          <p:nvSpPr>
            <p:cNvPr id="75788" name="Oval 20"/>
            <p:cNvSpPr/>
            <p:nvPr/>
          </p:nvSpPr>
          <p:spPr>
            <a:xfrm>
              <a:off x="1066" y="256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75789" name="Line 21"/>
            <p:cNvSpPr/>
            <p:nvPr/>
          </p:nvSpPr>
          <p:spPr>
            <a:xfrm>
              <a:off x="1247" y="2069"/>
              <a:ext cx="3184" cy="0"/>
            </a:xfrm>
            <a:prstGeom prst="line">
              <a:avLst/>
            </a:prstGeom>
            <a:ln w="28575" cap="flat" cmpd="sng">
              <a:solidFill>
                <a:srgbClr val="FFCC00"/>
              </a:solidFill>
              <a:prstDash val="solid"/>
              <a:headEnd type="none" w="med" len="med"/>
              <a:tailEnd type="none" w="med" len="med"/>
            </a:ln>
          </p:spPr>
        </p:sp>
        <p:sp>
          <p:nvSpPr>
            <p:cNvPr id="75790" name="Line 22"/>
            <p:cNvSpPr/>
            <p:nvPr/>
          </p:nvSpPr>
          <p:spPr>
            <a:xfrm>
              <a:off x="1247" y="3067"/>
              <a:ext cx="3175" cy="0"/>
            </a:xfrm>
            <a:prstGeom prst="line">
              <a:avLst/>
            </a:prstGeom>
            <a:ln w="28575" cap="flat" cmpd="sng">
              <a:solidFill>
                <a:srgbClr val="FFCC00"/>
              </a:solidFill>
              <a:prstDash val="solid"/>
              <a:headEnd type="none" w="med" len="med"/>
              <a:tailEnd type="none" w="med" len="med"/>
            </a:ln>
          </p:spPr>
        </p:sp>
        <p:sp>
          <p:nvSpPr>
            <p:cNvPr id="75791" name="Rectangle 23"/>
            <p:cNvSpPr/>
            <p:nvPr/>
          </p:nvSpPr>
          <p:spPr>
            <a:xfrm>
              <a:off x="2018" y="1979"/>
              <a:ext cx="1633" cy="1179"/>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75792" name="Text Box 24"/>
            <p:cNvSpPr txBox="1"/>
            <p:nvPr/>
          </p:nvSpPr>
          <p:spPr>
            <a:xfrm>
              <a:off x="1429" y="1752"/>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3" name="Text Box 25"/>
            <p:cNvSpPr txBox="1"/>
            <p:nvPr/>
          </p:nvSpPr>
          <p:spPr>
            <a:xfrm>
              <a:off x="3606" y="1706"/>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4" name="Text Box 26"/>
            <p:cNvSpPr txBox="1"/>
            <p:nvPr/>
          </p:nvSpPr>
          <p:spPr>
            <a:xfrm>
              <a:off x="1383" y="2341"/>
              <a:ext cx="647"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5" name="Text Box 27"/>
            <p:cNvSpPr txBox="1"/>
            <p:nvPr/>
          </p:nvSpPr>
          <p:spPr>
            <a:xfrm>
              <a:off x="1519" y="2024"/>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6" name="Text Box 28"/>
            <p:cNvSpPr txBox="1"/>
            <p:nvPr/>
          </p:nvSpPr>
          <p:spPr>
            <a:xfrm>
              <a:off x="1519"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7" name="Text Box 29"/>
            <p:cNvSpPr txBox="1"/>
            <p:nvPr/>
          </p:nvSpPr>
          <p:spPr>
            <a:xfrm>
              <a:off x="3697" y="2387"/>
              <a:ext cx="862"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8" name="Text Box 30"/>
            <p:cNvSpPr txBox="1"/>
            <p:nvPr/>
          </p:nvSpPr>
          <p:spPr>
            <a:xfrm>
              <a:off x="3878" y="2069"/>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799" name="Text Box 31"/>
            <p:cNvSpPr txBox="1"/>
            <p:nvPr/>
          </p:nvSpPr>
          <p:spPr>
            <a:xfrm>
              <a:off x="3833"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800" name="Line 32"/>
            <p:cNvSpPr/>
            <p:nvPr/>
          </p:nvSpPr>
          <p:spPr>
            <a:xfrm flipH="1">
              <a:off x="3787" y="2069"/>
              <a:ext cx="272" cy="1"/>
            </a:xfrm>
            <a:prstGeom prst="line">
              <a:avLst/>
            </a:prstGeom>
            <a:ln w="28575" cap="flat" cmpd="sng">
              <a:solidFill>
                <a:srgbClr val="00FFFF"/>
              </a:solidFill>
              <a:prstDash val="solid"/>
              <a:headEnd type="none" w="med" len="med"/>
              <a:tailEnd type="triangle" w="med" len="med"/>
            </a:ln>
          </p:spPr>
        </p:sp>
        <p:sp>
          <p:nvSpPr>
            <p:cNvPr id="75801" name="Line 33"/>
            <p:cNvSpPr/>
            <p:nvPr/>
          </p:nvSpPr>
          <p:spPr>
            <a:xfrm>
              <a:off x="1565" y="2069"/>
              <a:ext cx="273" cy="0"/>
            </a:xfrm>
            <a:prstGeom prst="line">
              <a:avLst/>
            </a:prstGeom>
            <a:ln w="28575" cap="flat" cmpd="sng">
              <a:solidFill>
                <a:srgbClr val="00FFFF"/>
              </a:solidFill>
              <a:prstDash val="solid"/>
              <a:headEnd type="none" w="med" len="med"/>
              <a:tailEnd type="triangle" w="med" len="med"/>
            </a:ln>
          </p:spPr>
        </p:sp>
        <p:sp>
          <p:nvSpPr>
            <p:cNvPr id="75802" name="Line 34"/>
            <p:cNvSpPr/>
            <p:nvPr/>
          </p:nvSpPr>
          <p:spPr>
            <a:xfrm>
              <a:off x="4422" y="2069"/>
              <a:ext cx="0" cy="998"/>
            </a:xfrm>
            <a:prstGeom prst="line">
              <a:avLst/>
            </a:prstGeom>
            <a:ln w="28575" cap="flat" cmpd="sng">
              <a:solidFill>
                <a:srgbClr val="FFCC00"/>
              </a:solidFill>
              <a:prstDash val="solid"/>
              <a:headEnd type="none" w="med" len="med"/>
              <a:tailEnd type="none" w="med" len="med"/>
            </a:ln>
          </p:spPr>
        </p:sp>
        <p:sp>
          <p:nvSpPr>
            <p:cNvPr id="75803" name="Rectangle 35"/>
            <p:cNvSpPr/>
            <p:nvPr/>
          </p:nvSpPr>
          <p:spPr>
            <a:xfrm>
              <a:off x="4359" y="238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5804" name="Line 36"/>
            <p:cNvSpPr/>
            <p:nvPr/>
          </p:nvSpPr>
          <p:spPr>
            <a:xfrm>
              <a:off x="1247" y="2069"/>
              <a:ext cx="0" cy="998"/>
            </a:xfrm>
            <a:prstGeom prst="line">
              <a:avLst/>
            </a:prstGeom>
            <a:ln w="28575" cap="flat" cmpd="sng">
              <a:solidFill>
                <a:srgbClr val="FFCC00"/>
              </a:solidFill>
              <a:prstDash val="solid"/>
              <a:headEnd type="none" w="med" len="med"/>
              <a:tailEnd type="none" w="med" len="med"/>
            </a:ln>
          </p:spPr>
        </p:sp>
        <p:sp>
          <p:nvSpPr>
            <p:cNvPr id="75805" name="Rectangle 37"/>
            <p:cNvSpPr/>
            <p:nvPr/>
          </p:nvSpPr>
          <p:spPr>
            <a:xfrm>
              <a:off x="1175" y="216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5806" name="Text Box 38"/>
            <p:cNvSpPr txBox="1"/>
            <p:nvPr/>
          </p:nvSpPr>
          <p:spPr>
            <a:xfrm>
              <a:off x="884" y="2097"/>
              <a:ext cx="36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5807" name="Text Box 39"/>
            <p:cNvSpPr txBox="1"/>
            <p:nvPr/>
          </p:nvSpPr>
          <p:spPr>
            <a:xfrm>
              <a:off x="884" y="2341"/>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808" name="Text Box 40"/>
            <p:cNvSpPr txBox="1"/>
            <p:nvPr/>
          </p:nvSpPr>
          <p:spPr>
            <a:xfrm>
              <a:off x="884" y="284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5809" name="Text Box 41"/>
            <p:cNvSpPr txBox="1"/>
            <p:nvPr/>
          </p:nvSpPr>
          <p:spPr>
            <a:xfrm>
              <a:off x="431" y="2614"/>
              <a:ext cx="57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sp>
        <p:nvSpPr>
          <p:cNvPr id="84010" name="AutoShape 42" descr="羊皮纸"/>
          <p:cNvSpPr/>
          <p:nvPr/>
        </p:nvSpPr>
        <p:spPr>
          <a:xfrm>
            <a:off x="1979613" y="5516563"/>
            <a:ext cx="2592387" cy="576262"/>
          </a:xfrm>
          <a:prstGeom prst="wedgeRoundRectCallout">
            <a:avLst>
              <a:gd name="adj1" fmla="val 41856"/>
              <a:gd name="adj2" fmla="val -180579"/>
              <a:gd name="adj3" fmla="val 16667"/>
            </a:avLst>
          </a:prstGeom>
          <a:blipFill rotWithShape="1">
            <a:blip r:embed="rId2"/>
          </a:blipFill>
          <a:ln w="9525">
            <a:noFill/>
          </a:ln>
        </p:spPr>
        <p:txBody>
          <a:bodyPr/>
          <a:p>
            <a:pPr algn="ctr"/>
            <a:r>
              <a:rPr lang="zh-CN" altLang="en-US" dirty="0">
                <a:solidFill>
                  <a:schemeClr val="tx1"/>
                </a:solidFill>
                <a:latin typeface="Arial" panose="020B0604020202020204" pitchFamily="34" charset="0"/>
              </a:rPr>
              <a:t>双端接两端口</a:t>
            </a:r>
            <a:endParaRPr lang="zh-CN" altLang="en-US" dirty="0">
              <a:solidFill>
                <a:schemeClr val="tx1"/>
              </a:solidFill>
              <a:latin typeface="Arial" panose="020B0604020202020204" pitchFamily="34" charset="0"/>
            </a:endParaRPr>
          </a:p>
        </p:txBody>
      </p:sp>
      <p:grpSp>
        <p:nvGrpSpPr>
          <p:cNvPr id="75785" name="Group 46"/>
          <p:cNvGrpSpPr/>
          <p:nvPr/>
        </p:nvGrpSpPr>
        <p:grpSpPr>
          <a:xfrm>
            <a:off x="6588125" y="6446838"/>
            <a:ext cx="792163" cy="366712"/>
            <a:chOff x="4649" y="4020"/>
            <a:chExt cx="499" cy="231"/>
          </a:xfrm>
        </p:grpSpPr>
        <p:pic>
          <p:nvPicPr>
            <p:cNvPr id="75786" name="Picture 4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5787" name="Text Box 4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3977"/>
                                        </p:tgtEl>
                                        <p:attrNameLst>
                                          <p:attrName>style.visibility</p:attrName>
                                        </p:attrNameLst>
                                      </p:cBhvr>
                                      <p:to>
                                        <p:strVal val="visible"/>
                                      </p:to>
                                    </p:set>
                                    <p:anim calcmode="lin" valueType="num">
                                      <p:cBhvr additive="base">
                                        <p:cTn id="7" dur="500" fill="hold"/>
                                        <p:tgtEl>
                                          <p:spTgt spid="83977"/>
                                        </p:tgtEl>
                                        <p:attrNameLst>
                                          <p:attrName>ppt_x</p:attrName>
                                        </p:attrNameLst>
                                      </p:cBhvr>
                                      <p:tavLst>
                                        <p:tav tm="0">
                                          <p:val>
                                            <p:strVal val="0-#ppt_w/2"/>
                                          </p:val>
                                        </p:tav>
                                        <p:tav tm="100000">
                                          <p:val>
                                            <p:strVal val="#ppt_x"/>
                                          </p:val>
                                        </p:tav>
                                      </p:tavLst>
                                    </p:anim>
                                    <p:anim calcmode="lin" valueType="num">
                                      <p:cBhvr additive="base">
                                        <p:cTn id="8" dur="500" fill="hold"/>
                                        <p:tgtEl>
                                          <p:spTgt spid="839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3981"/>
                                        </p:tgtEl>
                                        <p:attrNameLst>
                                          <p:attrName>style.visibility</p:attrName>
                                        </p:attrNameLst>
                                      </p:cBhvr>
                                      <p:to>
                                        <p:strVal val="visible"/>
                                      </p:to>
                                    </p:set>
                                    <p:animEffect transition="in" filter="blinds(horizontal)">
                                      <p:cBhvr>
                                        <p:cTn id="13" dur="500"/>
                                        <p:tgtEl>
                                          <p:spTgt spid="8398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childTnLst>
                          </p:cTn>
                        </p:par>
                        <p:par>
                          <p:cTn id="19" fill="hold">
                            <p:stCondLst>
                              <p:cond delay="500"/>
                            </p:stCondLst>
                            <p:childTnLst>
                              <p:par>
                                <p:cTn id="20" presetID="20" presetClass="entr" presetSubtype="0" fill="hold" grpId="0" nodeType="afterEffect">
                                  <p:stCondLst>
                                    <p:cond delay="0"/>
                                  </p:stCondLst>
                                  <p:childTnLst>
                                    <p:set>
                                      <p:cBhvr>
                                        <p:cTn id="21" dur="1" fill="hold">
                                          <p:stCondLst>
                                            <p:cond delay="0"/>
                                          </p:stCondLst>
                                        </p:cTn>
                                        <p:tgtEl>
                                          <p:spTgt spid="84010"/>
                                        </p:tgtEl>
                                        <p:attrNameLst>
                                          <p:attrName>style.visibility</p:attrName>
                                        </p:attrNameLst>
                                      </p:cBhvr>
                                      <p:to>
                                        <p:strVal val="visible"/>
                                      </p:to>
                                    </p:set>
                                    <p:animEffect transition="in" filter="wedge">
                                      <p:cBhvr>
                                        <p:cTn id="22" dur="2000"/>
                                        <p:tgtEl>
                                          <p:spTgt spid="84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7" grpId="0"/>
      <p:bldP spid="83981" grpId="0"/>
      <p:bldP spid="840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6802" name="Group 2"/>
          <p:cNvGrpSpPr/>
          <p:nvPr/>
        </p:nvGrpSpPr>
        <p:grpSpPr>
          <a:xfrm>
            <a:off x="8316913" y="6446838"/>
            <a:ext cx="792162" cy="366712"/>
            <a:chOff x="5193" y="4020"/>
            <a:chExt cx="499" cy="231"/>
          </a:xfrm>
        </p:grpSpPr>
        <p:pic>
          <p:nvPicPr>
            <p:cNvPr id="76856"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6857"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6803" name="Group 5"/>
          <p:cNvGrpSpPr/>
          <p:nvPr/>
        </p:nvGrpSpPr>
        <p:grpSpPr>
          <a:xfrm>
            <a:off x="7453313" y="6446838"/>
            <a:ext cx="792162" cy="366712"/>
            <a:chOff x="4649" y="4020"/>
            <a:chExt cx="499" cy="231"/>
          </a:xfrm>
        </p:grpSpPr>
        <p:pic>
          <p:nvPicPr>
            <p:cNvPr id="76854"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6855"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76804" name="Text Box 62"/>
          <p:cNvSpPr txBox="1"/>
          <p:nvPr/>
        </p:nvSpPr>
        <p:spPr>
          <a:xfrm>
            <a:off x="3132138" y="5589588"/>
            <a:ext cx="3095625" cy="519112"/>
          </a:xfrm>
          <a:prstGeom prst="rect">
            <a:avLst/>
          </a:prstGeom>
          <a:noFill/>
          <a:ln w="9525">
            <a:noFill/>
          </a:ln>
        </p:spPr>
        <p:txBody>
          <a:bodyPr>
            <a:spAutoFit/>
          </a:bodyPr>
          <a:p>
            <a:pPr>
              <a:spcBef>
                <a:spcPct val="50000"/>
              </a:spcBef>
            </a:pPr>
            <a:r>
              <a:rPr lang="zh-CN" altLang="en-US" dirty="0">
                <a:latin typeface="Arial" panose="020B0604020202020204" pitchFamily="34" charset="0"/>
              </a:rPr>
              <a:t>单端接两端口</a:t>
            </a:r>
            <a:endParaRPr lang="zh-CN" altLang="en-US" dirty="0">
              <a:latin typeface="Arial" panose="020B0604020202020204" pitchFamily="34" charset="0"/>
            </a:endParaRPr>
          </a:p>
        </p:txBody>
      </p:sp>
      <p:grpSp>
        <p:nvGrpSpPr>
          <p:cNvPr id="76805" name="Group 66"/>
          <p:cNvGrpSpPr/>
          <p:nvPr/>
        </p:nvGrpSpPr>
        <p:grpSpPr>
          <a:xfrm>
            <a:off x="6588125" y="6446838"/>
            <a:ext cx="792163" cy="366712"/>
            <a:chOff x="4649" y="4020"/>
            <a:chExt cx="499" cy="231"/>
          </a:xfrm>
        </p:grpSpPr>
        <p:pic>
          <p:nvPicPr>
            <p:cNvPr id="76852" name="Picture 6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6853" name="Text Box 6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76806" name="Group 69"/>
          <p:cNvGrpSpPr/>
          <p:nvPr/>
        </p:nvGrpSpPr>
        <p:grpSpPr>
          <a:xfrm>
            <a:off x="684213" y="476250"/>
            <a:ext cx="6553200" cy="2319338"/>
            <a:chOff x="431" y="1706"/>
            <a:chExt cx="4128" cy="1461"/>
          </a:xfrm>
        </p:grpSpPr>
        <p:sp>
          <p:nvSpPr>
            <p:cNvPr id="76830" name="Oval 70"/>
            <p:cNvSpPr/>
            <p:nvPr/>
          </p:nvSpPr>
          <p:spPr>
            <a:xfrm>
              <a:off x="1066" y="256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76831" name="Line 71"/>
            <p:cNvSpPr/>
            <p:nvPr/>
          </p:nvSpPr>
          <p:spPr>
            <a:xfrm>
              <a:off x="1247" y="2069"/>
              <a:ext cx="3184" cy="0"/>
            </a:xfrm>
            <a:prstGeom prst="line">
              <a:avLst/>
            </a:prstGeom>
            <a:ln w="28575" cap="flat" cmpd="sng">
              <a:solidFill>
                <a:srgbClr val="FFCC00"/>
              </a:solidFill>
              <a:prstDash val="solid"/>
              <a:headEnd type="none" w="med" len="med"/>
              <a:tailEnd type="none" w="med" len="med"/>
            </a:ln>
          </p:spPr>
        </p:sp>
        <p:sp>
          <p:nvSpPr>
            <p:cNvPr id="76832" name="Line 72"/>
            <p:cNvSpPr/>
            <p:nvPr/>
          </p:nvSpPr>
          <p:spPr>
            <a:xfrm>
              <a:off x="1247" y="3067"/>
              <a:ext cx="3175" cy="0"/>
            </a:xfrm>
            <a:prstGeom prst="line">
              <a:avLst/>
            </a:prstGeom>
            <a:ln w="28575" cap="flat" cmpd="sng">
              <a:solidFill>
                <a:srgbClr val="FFCC00"/>
              </a:solidFill>
              <a:prstDash val="solid"/>
              <a:headEnd type="none" w="med" len="med"/>
              <a:tailEnd type="none" w="med" len="med"/>
            </a:ln>
          </p:spPr>
        </p:sp>
        <p:sp>
          <p:nvSpPr>
            <p:cNvPr id="76833" name="Rectangle 73"/>
            <p:cNvSpPr/>
            <p:nvPr/>
          </p:nvSpPr>
          <p:spPr>
            <a:xfrm>
              <a:off x="2018" y="1979"/>
              <a:ext cx="1633" cy="1179"/>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76834" name="Text Box 74"/>
            <p:cNvSpPr txBox="1"/>
            <p:nvPr/>
          </p:nvSpPr>
          <p:spPr>
            <a:xfrm>
              <a:off x="1429" y="1752"/>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35" name="Text Box 75"/>
            <p:cNvSpPr txBox="1"/>
            <p:nvPr/>
          </p:nvSpPr>
          <p:spPr>
            <a:xfrm>
              <a:off x="3606" y="1706"/>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36" name="Text Box 76"/>
            <p:cNvSpPr txBox="1"/>
            <p:nvPr/>
          </p:nvSpPr>
          <p:spPr>
            <a:xfrm>
              <a:off x="1383" y="2341"/>
              <a:ext cx="647"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37" name="Text Box 77"/>
            <p:cNvSpPr txBox="1"/>
            <p:nvPr/>
          </p:nvSpPr>
          <p:spPr>
            <a:xfrm>
              <a:off x="1519" y="2024"/>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38" name="Text Box 78"/>
            <p:cNvSpPr txBox="1"/>
            <p:nvPr/>
          </p:nvSpPr>
          <p:spPr>
            <a:xfrm>
              <a:off x="1519"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39" name="Text Box 79"/>
            <p:cNvSpPr txBox="1"/>
            <p:nvPr/>
          </p:nvSpPr>
          <p:spPr>
            <a:xfrm>
              <a:off x="3697" y="2387"/>
              <a:ext cx="862"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40" name="Text Box 80"/>
            <p:cNvSpPr txBox="1"/>
            <p:nvPr/>
          </p:nvSpPr>
          <p:spPr>
            <a:xfrm>
              <a:off x="3878" y="2069"/>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41" name="Text Box 81"/>
            <p:cNvSpPr txBox="1"/>
            <p:nvPr/>
          </p:nvSpPr>
          <p:spPr>
            <a:xfrm>
              <a:off x="3833"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42" name="Line 82"/>
            <p:cNvSpPr/>
            <p:nvPr/>
          </p:nvSpPr>
          <p:spPr>
            <a:xfrm flipH="1">
              <a:off x="3787" y="2069"/>
              <a:ext cx="272" cy="1"/>
            </a:xfrm>
            <a:prstGeom prst="line">
              <a:avLst/>
            </a:prstGeom>
            <a:ln w="28575" cap="flat" cmpd="sng">
              <a:solidFill>
                <a:srgbClr val="00FFFF"/>
              </a:solidFill>
              <a:prstDash val="solid"/>
              <a:headEnd type="none" w="med" len="med"/>
              <a:tailEnd type="triangle" w="med" len="med"/>
            </a:ln>
          </p:spPr>
        </p:sp>
        <p:sp>
          <p:nvSpPr>
            <p:cNvPr id="76843" name="Line 83"/>
            <p:cNvSpPr/>
            <p:nvPr/>
          </p:nvSpPr>
          <p:spPr>
            <a:xfrm>
              <a:off x="1565" y="2069"/>
              <a:ext cx="273" cy="0"/>
            </a:xfrm>
            <a:prstGeom prst="line">
              <a:avLst/>
            </a:prstGeom>
            <a:ln w="28575" cap="flat" cmpd="sng">
              <a:solidFill>
                <a:srgbClr val="00FFFF"/>
              </a:solidFill>
              <a:prstDash val="solid"/>
              <a:headEnd type="none" w="med" len="med"/>
              <a:tailEnd type="triangle" w="med" len="med"/>
            </a:ln>
          </p:spPr>
        </p:sp>
        <p:sp>
          <p:nvSpPr>
            <p:cNvPr id="76844" name="Line 84"/>
            <p:cNvSpPr/>
            <p:nvPr/>
          </p:nvSpPr>
          <p:spPr>
            <a:xfrm>
              <a:off x="4422" y="2069"/>
              <a:ext cx="0" cy="998"/>
            </a:xfrm>
            <a:prstGeom prst="line">
              <a:avLst/>
            </a:prstGeom>
            <a:ln w="28575" cap="flat" cmpd="sng">
              <a:solidFill>
                <a:srgbClr val="FFCC00"/>
              </a:solidFill>
              <a:prstDash val="solid"/>
              <a:headEnd type="none" w="med" len="med"/>
              <a:tailEnd type="none" w="med" len="med"/>
            </a:ln>
          </p:spPr>
        </p:sp>
        <p:sp>
          <p:nvSpPr>
            <p:cNvPr id="76845" name="Rectangle 85"/>
            <p:cNvSpPr/>
            <p:nvPr/>
          </p:nvSpPr>
          <p:spPr>
            <a:xfrm>
              <a:off x="4359" y="238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6846" name="Line 86"/>
            <p:cNvSpPr/>
            <p:nvPr/>
          </p:nvSpPr>
          <p:spPr>
            <a:xfrm>
              <a:off x="1247" y="2069"/>
              <a:ext cx="0" cy="998"/>
            </a:xfrm>
            <a:prstGeom prst="line">
              <a:avLst/>
            </a:prstGeom>
            <a:ln w="28575" cap="flat" cmpd="sng">
              <a:solidFill>
                <a:srgbClr val="FFCC00"/>
              </a:solidFill>
              <a:prstDash val="solid"/>
              <a:headEnd type="none" w="med" len="med"/>
              <a:tailEnd type="none" w="med" len="med"/>
            </a:ln>
          </p:spPr>
        </p:sp>
        <p:sp>
          <p:nvSpPr>
            <p:cNvPr id="76847" name="Rectangle 87"/>
            <p:cNvSpPr/>
            <p:nvPr/>
          </p:nvSpPr>
          <p:spPr>
            <a:xfrm>
              <a:off x="1175" y="216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6848" name="Text Box 88"/>
            <p:cNvSpPr txBox="1"/>
            <p:nvPr/>
          </p:nvSpPr>
          <p:spPr>
            <a:xfrm>
              <a:off x="884" y="2097"/>
              <a:ext cx="36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6849" name="Text Box 89"/>
            <p:cNvSpPr txBox="1"/>
            <p:nvPr/>
          </p:nvSpPr>
          <p:spPr>
            <a:xfrm>
              <a:off x="884" y="2341"/>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50" name="Text Box 90"/>
            <p:cNvSpPr txBox="1"/>
            <p:nvPr/>
          </p:nvSpPr>
          <p:spPr>
            <a:xfrm>
              <a:off x="884" y="284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51" name="Text Box 91"/>
            <p:cNvSpPr txBox="1"/>
            <p:nvPr/>
          </p:nvSpPr>
          <p:spPr>
            <a:xfrm>
              <a:off x="431" y="2614"/>
              <a:ext cx="57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grpSp>
        <p:nvGrpSpPr>
          <p:cNvPr id="76807" name="Group 117"/>
          <p:cNvGrpSpPr/>
          <p:nvPr/>
        </p:nvGrpSpPr>
        <p:grpSpPr>
          <a:xfrm>
            <a:off x="684213" y="2997200"/>
            <a:ext cx="6911975" cy="2319338"/>
            <a:chOff x="431" y="1888"/>
            <a:chExt cx="4354" cy="1461"/>
          </a:xfrm>
        </p:grpSpPr>
        <p:sp>
          <p:nvSpPr>
            <p:cNvPr id="76808" name="Oval 93"/>
            <p:cNvSpPr/>
            <p:nvPr/>
          </p:nvSpPr>
          <p:spPr>
            <a:xfrm>
              <a:off x="1066" y="275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76809" name="Line 94"/>
            <p:cNvSpPr/>
            <p:nvPr/>
          </p:nvSpPr>
          <p:spPr>
            <a:xfrm>
              <a:off x="1247" y="2251"/>
              <a:ext cx="3184" cy="0"/>
            </a:xfrm>
            <a:prstGeom prst="line">
              <a:avLst/>
            </a:prstGeom>
            <a:ln w="28575" cap="flat" cmpd="sng">
              <a:solidFill>
                <a:srgbClr val="FFCC00"/>
              </a:solidFill>
              <a:prstDash val="solid"/>
              <a:headEnd type="none" w="med" len="med"/>
              <a:tailEnd type="none" w="med" len="med"/>
            </a:ln>
          </p:spPr>
        </p:sp>
        <p:sp>
          <p:nvSpPr>
            <p:cNvPr id="76810" name="Line 95"/>
            <p:cNvSpPr/>
            <p:nvPr/>
          </p:nvSpPr>
          <p:spPr>
            <a:xfrm>
              <a:off x="1247" y="3249"/>
              <a:ext cx="3175" cy="0"/>
            </a:xfrm>
            <a:prstGeom prst="line">
              <a:avLst/>
            </a:prstGeom>
            <a:ln w="28575" cap="flat" cmpd="sng">
              <a:solidFill>
                <a:srgbClr val="FFCC00"/>
              </a:solidFill>
              <a:prstDash val="solid"/>
              <a:headEnd type="none" w="med" len="med"/>
              <a:tailEnd type="none" w="med" len="med"/>
            </a:ln>
          </p:spPr>
        </p:sp>
        <p:sp>
          <p:nvSpPr>
            <p:cNvPr id="76811" name="Rectangle 96"/>
            <p:cNvSpPr/>
            <p:nvPr/>
          </p:nvSpPr>
          <p:spPr>
            <a:xfrm>
              <a:off x="2018" y="2161"/>
              <a:ext cx="1633" cy="1179"/>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76812" name="Text Box 97"/>
            <p:cNvSpPr txBox="1"/>
            <p:nvPr/>
          </p:nvSpPr>
          <p:spPr>
            <a:xfrm>
              <a:off x="1429" y="1934"/>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3" name="Text Box 98"/>
            <p:cNvSpPr txBox="1"/>
            <p:nvPr/>
          </p:nvSpPr>
          <p:spPr>
            <a:xfrm>
              <a:off x="3787" y="1888"/>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4" name="Text Box 99"/>
            <p:cNvSpPr txBox="1"/>
            <p:nvPr/>
          </p:nvSpPr>
          <p:spPr>
            <a:xfrm>
              <a:off x="1383" y="2523"/>
              <a:ext cx="647"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5" name="Text Box 100"/>
            <p:cNvSpPr txBox="1"/>
            <p:nvPr/>
          </p:nvSpPr>
          <p:spPr>
            <a:xfrm>
              <a:off x="1519" y="2206"/>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6" name="Text Box 101"/>
            <p:cNvSpPr txBox="1"/>
            <p:nvPr/>
          </p:nvSpPr>
          <p:spPr>
            <a:xfrm>
              <a:off x="1519" y="293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7" name="Text Box 102"/>
            <p:cNvSpPr txBox="1"/>
            <p:nvPr/>
          </p:nvSpPr>
          <p:spPr>
            <a:xfrm>
              <a:off x="3923" y="2568"/>
              <a:ext cx="862"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8" name="Text Box 103"/>
            <p:cNvSpPr txBox="1"/>
            <p:nvPr/>
          </p:nvSpPr>
          <p:spPr>
            <a:xfrm>
              <a:off x="4076" y="2251"/>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19" name="Text Box 104"/>
            <p:cNvSpPr txBox="1"/>
            <p:nvPr/>
          </p:nvSpPr>
          <p:spPr>
            <a:xfrm>
              <a:off x="4031" y="293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20" name="Line 105"/>
            <p:cNvSpPr/>
            <p:nvPr/>
          </p:nvSpPr>
          <p:spPr>
            <a:xfrm flipH="1">
              <a:off x="3985" y="2251"/>
              <a:ext cx="272" cy="1"/>
            </a:xfrm>
            <a:prstGeom prst="line">
              <a:avLst/>
            </a:prstGeom>
            <a:ln w="28575" cap="flat" cmpd="sng">
              <a:solidFill>
                <a:srgbClr val="00FFFF"/>
              </a:solidFill>
              <a:prstDash val="solid"/>
              <a:headEnd type="none" w="med" len="med"/>
              <a:tailEnd type="triangle" w="med" len="med"/>
            </a:ln>
          </p:spPr>
        </p:sp>
        <p:sp>
          <p:nvSpPr>
            <p:cNvPr id="76821" name="Line 106"/>
            <p:cNvSpPr/>
            <p:nvPr/>
          </p:nvSpPr>
          <p:spPr>
            <a:xfrm>
              <a:off x="1565" y="2251"/>
              <a:ext cx="273" cy="0"/>
            </a:xfrm>
            <a:prstGeom prst="line">
              <a:avLst/>
            </a:prstGeom>
            <a:ln w="28575" cap="flat" cmpd="sng">
              <a:solidFill>
                <a:srgbClr val="00FFFF"/>
              </a:solidFill>
              <a:prstDash val="solid"/>
              <a:headEnd type="none" w="med" len="med"/>
              <a:tailEnd type="triangle" w="med" len="med"/>
            </a:ln>
          </p:spPr>
        </p:sp>
        <p:sp>
          <p:nvSpPr>
            <p:cNvPr id="76822" name="Line 109"/>
            <p:cNvSpPr/>
            <p:nvPr/>
          </p:nvSpPr>
          <p:spPr>
            <a:xfrm>
              <a:off x="1247" y="2251"/>
              <a:ext cx="0" cy="998"/>
            </a:xfrm>
            <a:prstGeom prst="line">
              <a:avLst/>
            </a:prstGeom>
            <a:ln w="28575" cap="flat" cmpd="sng">
              <a:solidFill>
                <a:srgbClr val="FFCC00"/>
              </a:solidFill>
              <a:prstDash val="solid"/>
              <a:headEnd type="none" w="med" len="med"/>
              <a:tailEnd type="none" w="med" len="med"/>
            </a:ln>
          </p:spPr>
        </p:sp>
        <p:sp>
          <p:nvSpPr>
            <p:cNvPr id="76823" name="Rectangle 110"/>
            <p:cNvSpPr/>
            <p:nvPr/>
          </p:nvSpPr>
          <p:spPr>
            <a:xfrm>
              <a:off x="1175" y="234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6824" name="Text Box 111"/>
            <p:cNvSpPr txBox="1"/>
            <p:nvPr/>
          </p:nvSpPr>
          <p:spPr>
            <a:xfrm>
              <a:off x="884" y="2279"/>
              <a:ext cx="36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6825" name="Text Box 112"/>
            <p:cNvSpPr txBox="1"/>
            <p:nvPr/>
          </p:nvSpPr>
          <p:spPr>
            <a:xfrm>
              <a:off x="884" y="2523"/>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26" name="Text Box 113"/>
            <p:cNvSpPr txBox="1"/>
            <p:nvPr/>
          </p:nvSpPr>
          <p:spPr>
            <a:xfrm>
              <a:off x="884" y="3022"/>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27" name="Text Box 114"/>
            <p:cNvSpPr txBox="1"/>
            <p:nvPr/>
          </p:nvSpPr>
          <p:spPr>
            <a:xfrm>
              <a:off x="431" y="2796"/>
              <a:ext cx="57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76828" name="Oval 115"/>
            <p:cNvSpPr/>
            <p:nvPr/>
          </p:nvSpPr>
          <p:spPr>
            <a:xfrm>
              <a:off x="4422" y="3203"/>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6829" name="Oval 116"/>
            <p:cNvSpPr/>
            <p:nvPr/>
          </p:nvSpPr>
          <p:spPr>
            <a:xfrm>
              <a:off x="4422" y="221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895" name="Group 2"/>
          <p:cNvGrpSpPr/>
          <p:nvPr/>
        </p:nvGrpSpPr>
        <p:grpSpPr>
          <a:xfrm>
            <a:off x="8316913" y="6446838"/>
            <a:ext cx="792162" cy="366712"/>
            <a:chOff x="5193" y="4020"/>
            <a:chExt cx="499" cy="231"/>
          </a:xfrm>
        </p:grpSpPr>
        <p:pic>
          <p:nvPicPr>
            <p:cNvPr id="37934"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7935"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7896" name="Group 5"/>
          <p:cNvGrpSpPr/>
          <p:nvPr/>
        </p:nvGrpSpPr>
        <p:grpSpPr>
          <a:xfrm>
            <a:off x="7453313" y="6446838"/>
            <a:ext cx="792162" cy="366712"/>
            <a:chOff x="4649" y="4020"/>
            <a:chExt cx="499" cy="231"/>
          </a:xfrm>
        </p:grpSpPr>
        <p:pic>
          <p:nvPicPr>
            <p:cNvPr id="37932"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7933"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54"/>
          <p:cNvGrpSpPr/>
          <p:nvPr/>
        </p:nvGrpSpPr>
        <p:grpSpPr>
          <a:xfrm>
            <a:off x="250825" y="333375"/>
            <a:ext cx="1644650" cy="850900"/>
            <a:chOff x="385" y="3022"/>
            <a:chExt cx="1036" cy="536"/>
          </a:xfrm>
        </p:grpSpPr>
        <p:pic>
          <p:nvPicPr>
            <p:cNvPr id="37930" name="Picture 55"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37931" name="Text Box 56"/>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88121" name="Text Box 57"/>
          <p:cNvSpPr txBox="1"/>
          <p:nvPr/>
        </p:nvSpPr>
        <p:spPr>
          <a:xfrm>
            <a:off x="395288" y="476250"/>
            <a:ext cx="8497887" cy="604838"/>
          </a:xfrm>
          <a:prstGeom prst="rect">
            <a:avLst/>
          </a:prstGeom>
          <a:noFill/>
          <a:ln w="9525">
            <a:noFill/>
          </a:ln>
        </p:spPr>
        <p:txBody>
          <a:bodyPr>
            <a:spAutoFit/>
          </a:bodyPr>
          <a:p>
            <a:pPr marL="476250" indent="-476250" algn="just">
              <a:lnSpc>
                <a:spcPct val="120000"/>
              </a:lnSpc>
              <a:spcBef>
                <a:spcPct val="50000"/>
              </a:spcBef>
            </a:pPr>
            <a:r>
              <a:rPr lang="en-US" altLang="zh-CN" dirty="0">
                <a:solidFill>
                  <a:srgbClr val="FFFF00"/>
                </a:solidFill>
                <a:latin typeface="Arial" panose="020B0604020202020204" pitchFamily="34" charset="0"/>
              </a:rPr>
              <a:t>               </a:t>
            </a:r>
            <a:r>
              <a:rPr lang="zh-CN" altLang="zh-CN" dirty="0">
                <a:solidFill>
                  <a:srgbClr val="FFFF00"/>
                </a:solidFill>
                <a:latin typeface="Arial" panose="020B0604020202020204" pitchFamily="34" charset="0"/>
              </a:rPr>
              <a:t>有端接二端口的转移函数与端接阻抗有关。</a:t>
            </a:r>
            <a:endParaRPr lang="zh-CN" altLang="en-US" dirty="0">
              <a:solidFill>
                <a:srgbClr val="FFFF00"/>
              </a:solidFill>
              <a:latin typeface="Arial" panose="020B0604020202020204" pitchFamily="34" charset="0"/>
            </a:endParaRPr>
          </a:p>
        </p:txBody>
      </p:sp>
      <p:sp>
        <p:nvSpPr>
          <p:cNvPr id="88122" name="Text Box 58"/>
          <p:cNvSpPr txBox="1"/>
          <p:nvPr/>
        </p:nvSpPr>
        <p:spPr>
          <a:xfrm>
            <a:off x="539750" y="1125538"/>
            <a:ext cx="1439863" cy="579437"/>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4-2</a:t>
            </a:r>
            <a:endParaRPr lang="en-US" altLang="zh-CN" sz="3200" b="0" dirty="0">
              <a:latin typeface="Times New Roman" panose="02020603050405020304" pitchFamily="18" charset="0"/>
              <a:ea typeface="宋体" panose="02010600030101010101" pitchFamily="2" charset="-122"/>
            </a:endParaRPr>
          </a:p>
        </p:txBody>
      </p:sp>
      <p:sp>
        <p:nvSpPr>
          <p:cNvPr id="88123" name="Text Box 59"/>
          <p:cNvSpPr txBox="1"/>
          <p:nvPr/>
        </p:nvSpPr>
        <p:spPr>
          <a:xfrm>
            <a:off x="1619250" y="1052513"/>
            <a:ext cx="7272338" cy="604837"/>
          </a:xfrm>
          <a:prstGeom prst="rect">
            <a:avLst/>
          </a:prstGeom>
          <a:noFill/>
          <a:ln w="9525">
            <a:noFill/>
          </a:ln>
        </p:spPr>
        <p:txBody>
          <a:bodyPr>
            <a:spAutoFit/>
          </a:bodyPr>
          <a:p>
            <a:pPr marL="476250" indent="-476250" algn="just">
              <a:lnSpc>
                <a:spcPct val="120000"/>
              </a:lnSpc>
              <a:spcBef>
                <a:spcPct val="50000"/>
              </a:spcBef>
            </a:pPr>
            <a:r>
              <a:rPr lang="zh-CN" altLang="en-US" dirty="0">
                <a:solidFill>
                  <a:srgbClr val="FFFF00"/>
                </a:solidFill>
                <a:latin typeface="楷体_GB2312" pitchFamily="49" charset="-122"/>
              </a:rPr>
              <a:t>写出图示单端接二端口的转移函数。</a:t>
            </a:r>
            <a:endParaRPr lang="zh-CN" altLang="en-US" dirty="0">
              <a:solidFill>
                <a:srgbClr val="FFFF00"/>
              </a:solidFill>
              <a:latin typeface="楷体_GB2312" pitchFamily="49" charset="-122"/>
            </a:endParaRPr>
          </a:p>
        </p:txBody>
      </p:sp>
      <p:sp>
        <p:nvSpPr>
          <p:cNvPr id="88124" name="Text Box 60"/>
          <p:cNvSpPr txBox="1"/>
          <p:nvPr/>
        </p:nvSpPr>
        <p:spPr>
          <a:xfrm>
            <a:off x="755650" y="3789363"/>
            <a:ext cx="647700"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graphicFrame>
        <p:nvGraphicFramePr>
          <p:cNvPr id="88149" name="Object 85"/>
          <p:cNvGraphicFramePr/>
          <p:nvPr/>
        </p:nvGraphicFramePr>
        <p:xfrm>
          <a:off x="1692275" y="3860800"/>
          <a:ext cx="5184775" cy="530225"/>
        </p:xfrm>
        <a:graphic>
          <a:graphicData uri="http://schemas.openxmlformats.org/presentationml/2006/ole">
            <mc:AlternateContent xmlns:mc="http://schemas.openxmlformats.org/markup-compatibility/2006">
              <mc:Choice xmlns:v="urn:schemas-microsoft-com:vml" Requires="v">
                <p:oleObj spid="_x0000_s3343" name="" r:id="rId3" imgW="2272030" imgH="241300" progId="Equation.3">
                  <p:embed/>
                </p:oleObj>
              </mc:Choice>
              <mc:Fallback>
                <p:oleObj name="" r:id="rId3" imgW="2272030" imgH="241300" progId="Equation.3">
                  <p:embed/>
                  <p:pic>
                    <p:nvPicPr>
                      <p:cNvPr id="0" name="图片 3342"/>
                      <p:cNvPicPr/>
                      <p:nvPr/>
                    </p:nvPicPr>
                    <p:blipFill>
                      <a:blip r:embed="rId4">
                        <a:clrChange>
                          <a:clrFrom>
                            <a:srgbClr val="000000"/>
                          </a:clrFrom>
                          <a:clrTo>
                            <a:srgbClr val="FFFFFF"/>
                          </a:clrTo>
                        </a:clrChange>
                      </a:blip>
                      <a:stretch>
                        <a:fillRect/>
                      </a:stretch>
                    </p:blipFill>
                    <p:spPr>
                      <a:xfrm>
                        <a:off x="1692275" y="3860800"/>
                        <a:ext cx="5184775" cy="530225"/>
                      </a:xfrm>
                      <a:prstGeom prst="rect">
                        <a:avLst/>
                      </a:prstGeom>
                      <a:noFill/>
                      <a:ln w="38100">
                        <a:noFill/>
                        <a:miter/>
                      </a:ln>
                    </p:spPr>
                  </p:pic>
                </p:oleObj>
              </mc:Fallback>
            </mc:AlternateContent>
          </a:graphicData>
        </a:graphic>
      </p:graphicFrame>
      <p:graphicFrame>
        <p:nvGraphicFramePr>
          <p:cNvPr id="88148" name="Object 84"/>
          <p:cNvGraphicFramePr/>
          <p:nvPr/>
        </p:nvGraphicFramePr>
        <p:xfrm>
          <a:off x="1692275" y="6092825"/>
          <a:ext cx="2736850" cy="549275"/>
        </p:xfrm>
        <a:graphic>
          <a:graphicData uri="http://schemas.openxmlformats.org/presentationml/2006/ole">
            <mc:AlternateContent xmlns:mc="http://schemas.openxmlformats.org/markup-compatibility/2006">
              <mc:Choice xmlns:v="urn:schemas-microsoft-com:vml" Requires="v">
                <p:oleObj spid="_x0000_s3344" name="" r:id="rId5" imgW="1218565" imgH="241300" progId="Equation.3">
                  <p:embed/>
                </p:oleObj>
              </mc:Choice>
              <mc:Fallback>
                <p:oleObj name="" r:id="rId5" imgW="1218565" imgH="241300" progId="Equation.3">
                  <p:embed/>
                  <p:pic>
                    <p:nvPicPr>
                      <p:cNvPr id="0" name="图片 3343"/>
                      <p:cNvPicPr/>
                      <p:nvPr/>
                    </p:nvPicPr>
                    <p:blipFill>
                      <a:blip r:embed="rId6">
                        <a:clrChange>
                          <a:clrFrom>
                            <a:srgbClr val="000000"/>
                          </a:clrFrom>
                          <a:clrTo>
                            <a:srgbClr val="FFFFFF"/>
                          </a:clrTo>
                        </a:clrChange>
                      </a:blip>
                      <a:stretch>
                        <a:fillRect/>
                      </a:stretch>
                    </p:blipFill>
                    <p:spPr>
                      <a:xfrm>
                        <a:off x="1692275" y="6092825"/>
                        <a:ext cx="2736850" cy="549275"/>
                      </a:xfrm>
                      <a:prstGeom prst="rect">
                        <a:avLst/>
                      </a:prstGeom>
                      <a:noFill/>
                      <a:ln w="38100">
                        <a:noFill/>
                        <a:miter/>
                      </a:ln>
                    </p:spPr>
                  </p:pic>
                </p:oleObj>
              </mc:Fallback>
            </mc:AlternateContent>
          </a:graphicData>
        </a:graphic>
      </p:graphicFrame>
      <p:sp>
        <p:nvSpPr>
          <p:cNvPr id="37902" name="Rectangle 87"/>
          <p:cNvSpPr/>
          <p:nvPr/>
        </p:nvSpPr>
        <p:spPr>
          <a:xfrm>
            <a:off x="0" y="3306763"/>
            <a:ext cx="3841750" cy="244475"/>
          </a:xfrm>
          <a:prstGeom prst="rect">
            <a:avLst/>
          </a:prstGeom>
          <a:noFill/>
          <a:ln w="9525">
            <a:noFill/>
          </a:ln>
        </p:spPr>
        <p:txBody>
          <a:bodyPr wrap="none" anchor="ctr" anchorCtr="0">
            <a:spAutoFit/>
          </a:bodyPr>
          <a:p>
            <a:pPr>
              <a:buNone/>
            </a:pPr>
            <a:r>
              <a:rPr lang="en-US" altLang="zh-CN" sz="1000" b="0" dirty="0">
                <a:solidFill>
                  <a:schemeClr val="tx1"/>
                </a:solidFill>
                <a:latin typeface="Times New Roman" panose="02020603050405020304" pitchFamily="18" charset="0"/>
                <a:ea typeface="宋体" panose="02010600030101010101" pitchFamily="2" charset="-122"/>
              </a:rPr>
              <a:t>				</a:t>
            </a:r>
            <a:endParaRPr lang="en-US" altLang="zh-CN" sz="1800" b="0" dirty="0">
              <a:solidFill>
                <a:schemeClr val="tx1"/>
              </a:solidFill>
              <a:latin typeface="Arial" panose="020B0604020202020204" pitchFamily="34" charset="0"/>
              <a:ea typeface="宋体" panose="02010600030101010101" pitchFamily="2" charset="-122"/>
            </a:endParaRPr>
          </a:p>
        </p:txBody>
      </p:sp>
      <p:graphicFrame>
        <p:nvGraphicFramePr>
          <p:cNvPr id="88156" name="Object 92"/>
          <p:cNvGraphicFramePr/>
          <p:nvPr/>
        </p:nvGraphicFramePr>
        <p:xfrm>
          <a:off x="1692275" y="5516563"/>
          <a:ext cx="5184775" cy="554037"/>
        </p:xfrm>
        <a:graphic>
          <a:graphicData uri="http://schemas.openxmlformats.org/presentationml/2006/ole">
            <mc:AlternateContent xmlns:mc="http://schemas.openxmlformats.org/markup-compatibility/2006">
              <mc:Choice xmlns:v="urn:schemas-microsoft-com:vml" Requires="v">
                <p:oleObj spid="_x0000_s3342" name="" r:id="rId7" imgW="2284730" imgH="241300" progId="Equation.3">
                  <p:embed/>
                </p:oleObj>
              </mc:Choice>
              <mc:Fallback>
                <p:oleObj name="" r:id="rId7" imgW="2284730" imgH="241300" progId="Equation.3">
                  <p:embed/>
                  <p:pic>
                    <p:nvPicPr>
                      <p:cNvPr id="0" name="图片 3341"/>
                      <p:cNvPicPr/>
                      <p:nvPr/>
                    </p:nvPicPr>
                    <p:blipFill>
                      <a:blip r:embed="rId8">
                        <a:clrChange>
                          <a:clrFrom>
                            <a:srgbClr val="000000"/>
                          </a:clrFrom>
                          <a:clrTo>
                            <a:srgbClr val="FFFFFF"/>
                          </a:clrTo>
                        </a:clrChange>
                      </a:blip>
                      <a:stretch>
                        <a:fillRect/>
                      </a:stretch>
                    </p:blipFill>
                    <p:spPr>
                      <a:xfrm>
                        <a:off x="1692275" y="5516563"/>
                        <a:ext cx="5184775" cy="554037"/>
                      </a:xfrm>
                      <a:prstGeom prst="rect">
                        <a:avLst/>
                      </a:prstGeom>
                      <a:noFill/>
                      <a:ln w="38100">
                        <a:noFill/>
                        <a:miter/>
                      </a:ln>
                    </p:spPr>
                  </p:pic>
                </p:oleObj>
              </mc:Fallback>
            </mc:AlternateContent>
          </a:graphicData>
        </a:graphic>
      </p:graphicFrame>
      <p:graphicFrame>
        <p:nvGraphicFramePr>
          <p:cNvPr id="88157" name="Object 93"/>
          <p:cNvGraphicFramePr/>
          <p:nvPr/>
        </p:nvGraphicFramePr>
        <p:xfrm>
          <a:off x="1692275" y="4365625"/>
          <a:ext cx="5040313" cy="549275"/>
        </p:xfrm>
        <a:graphic>
          <a:graphicData uri="http://schemas.openxmlformats.org/presentationml/2006/ole">
            <mc:AlternateContent xmlns:mc="http://schemas.openxmlformats.org/markup-compatibility/2006">
              <mc:Choice xmlns:v="urn:schemas-microsoft-com:vml" Requires="v">
                <p:oleObj spid="_x0000_s3341" name="" r:id="rId9" imgW="2233930" imgH="241300" progId="Equation.3">
                  <p:embed/>
                </p:oleObj>
              </mc:Choice>
              <mc:Fallback>
                <p:oleObj name="" r:id="rId9" imgW="2233930" imgH="241300" progId="Equation.3">
                  <p:embed/>
                  <p:pic>
                    <p:nvPicPr>
                      <p:cNvPr id="0" name="图片 3340"/>
                      <p:cNvPicPr/>
                      <p:nvPr/>
                    </p:nvPicPr>
                    <p:blipFill>
                      <a:blip r:embed="rId10">
                        <a:clrChange>
                          <a:clrFrom>
                            <a:srgbClr val="000000"/>
                          </a:clrFrom>
                          <a:clrTo>
                            <a:srgbClr val="FFFFFF"/>
                          </a:clrTo>
                        </a:clrChange>
                      </a:blip>
                      <a:stretch>
                        <a:fillRect/>
                      </a:stretch>
                    </p:blipFill>
                    <p:spPr>
                      <a:xfrm>
                        <a:off x="1692275" y="4365625"/>
                        <a:ext cx="5040313" cy="549275"/>
                      </a:xfrm>
                      <a:prstGeom prst="rect">
                        <a:avLst/>
                      </a:prstGeom>
                      <a:noFill/>
                      <a:ln w="38100">
                        <a:noFill/>
                        <a:miter/>
                      </a:ln>
                    </p:spPr>
                  </p:pic>
                </p:oleObj>
              </mc:Fallback>
            </mc:AlternateContent>
          </a:graphicData>
        </a:graphic>
      </p:graphicFrame>
      <p:sp>
        <p:nvSpPr>
          <p:cNvPr id="37903" name="Rectangle 95"/>
          <p:cNvSpPr/>
          <p:nvPr/>
        </p:nvSpPr>
        <p:spPr>
          <a:xfrm>
            <a:off x="0" y="30876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88161" name="Object 97"/>
          <p:cNvGraphicFramePr/>
          <p:nvPr/>
        </p:nvGraphicFramePr>
        <p:xfrm>
          <a:off x="1619250" y="4941888"/>
          <a:ext cx="5040313" cy="549275"/>
        </p:xfrm>
        <a:graphic>
          <a:graphicData uri="http://schemas.openxmlformats.org/presentationml/2006/ole">
            <mc:AlternateContent xmlns:mc="http://schemas.openxmlformats.org/markup-compatibility/2006">
              <mc:Choice xmlns:v="urn:schemas-microsoft-com:vml" Requires="v">
                <p:oleObj spid="_x0000_s3340" name="" r:id="rId11" imgW="2246630" imgH="241300" progId="Equation.3">
                  <p:embed/>
                </p:oleObj>
              </mc:Choice>
              <mc:Fallback>
                <p:oleObj name="" r:id="rId11" imgW="2246630" imgH="241300" progId="Equation.3">
                  <p:embed/>
                  <p:pic>
                    <p:nvPicPr>
                      <p:cNvPr id="0" name="图片 3339"/>
                      <p:cNvPicPr/>
                      <p:nvPr/>
                    </p:nvPicPr>
                    <p:blipFill>
                      <a:blip r:embed="rId12">
                        <a:clrChange>
                          <a:clrFrom>
                            <a:srgbClr val="000000"/>
                          </a:clrFrom>
                          <a:clrTo>
                            <a:srgbClr val="FFFFFF"/>
                          </a:clrTo>
                        </a:clrChange>
                      </a:blip>
                      <a:stretch>
                        <a:fillRect/>
                      </a:stretch>
                    </p:blipFill>
                    <p:spPr>
                      <a:xfrm>
                        <a:off x="1619250" y="4941888"/>
                        <a:ext cx="5040313" cy="549275"/>
                      </a:xfrm>
                      <a:prstGeom prst="rect">
                        <a:avLst/>
                      </a:prstGeom>
                      <a:noFill/>
                      <a:ln w="38100">
                        <a:noFill/>
                        <a:miter/>
                      </a:ln>
                    </p:spPr>
                  </p:pic>
                </p:oleObj>
              </mc:Fallback>
            </mc:AlternateContent>
          </a:graphicData>
        </a:graphic>
      </p:graphicFrame>
      <p:grpSp>
        <p:nvGrpSpPr>
          <p:cNvPr id="37904" name="Group 101"/>
          <p:cNvGrpSpPr/>
          <p:nvPr/>
        </p:nvGrpSpPr>
        <p:grpSpPr>
          <a:xfrm>
            <a:off x="6588125" y="6446838"/>
            <a:ext cx="792163" cy="366712"/>
            <a:chOff x="4649" y="4020"/>
            <a:chExt cx="499" cy="231"/>
          </a:xfrm>
        </p:grpSpPr>
        <p:pic>
          <p:nvPicPr>
            <p:cNvPr id="37928" name="Picture 10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7929" name="Text Box 10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6" name="Group 106"/>
          <p:cNvGrpSpPr/>
          <p:nvPr/>
        </p:nvGrpSpPr>
        <p:grpSpPr>
          <a:xfrm>
            <a:off x="684213" y="1484313"/>
            <a:ext cx="6553200" cy="2319337"/>
            <a:chOff x="431" y="1706"/>
            <a:chExt cx="4128" cy="1461"/>
          </a:xfrm>
        </p:grpSpPr>
        <p:sp>
          <p:nvSpPr>
            <p:cNvPr id="37906" name="Oval 107"/>
            <p:cNvSpPr/>
            <p:nvPr/>
          </p:nvSpPr>
          <p:spPr>
            <a:xfrm>
              <a:off x="1066" y="256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37907" name="Line 108"/>
            <p:cNvSpPr/>
            <p:nvPr/>
          </p:nvSpPr>
          <p:spPr>
            <a:xfrm>
              <a:off x="1247" y="2069"/>
              <a:ext cx="3184" cy="0"/>
            </a:xfrm>
            <a:prstGeom prst="line">
              <a:avLst/>
            </a:prstGeom>
            <a:ln w="28575" cap="flat" cmpd="sng">
              <a:solidFill>
                <a:srgbClr val="FFCC00"/>
              </a:solidFill>
              <a:prstDash val="solid"/>
              <a:headEnd type="none" w="med" len="med"/>
              <a:tailEnd type="none" w="med" len="med"/>
            </a:ln>
          </p:spPr>
        </p:sp>
        <p:sp>
          <p:nvSpPr>
            <p:cNvPr id="37908" name="Line 109"/>
            <p:cNvSpPr/>
            <p:nvPr/>
          </p:nvSpPr>
          <p:spPr>
            <a:xfrm>
              <a:off x="1247" y="3067"/>
              <a:ext cx="3175" cy="0"/>
            </a:xfrm>
            <a:prstGeom prst="line">
              <a:avLst/>
            </a:prstGeom>
            <a:ln w="28575" cap="flat" cmpd="sng">
              <a:solidFill>
                <a:srgbClr val="FFCC00"/>
              </a:solidFill>
              <a:prstDash val="solid"/>
              <a:headEnd type="none" w="med" len="med"/>
              <a:tailEnd type="none" w="med" len="med"/>
            </a:ln>
          </p:spPr>
        </p:sp>
        <p:sp>
          <p:nvSpPr>
            <p:cNvPr id="37909" name="Rectangle 110"/>
            <p:cNvSpPr/>
            <p:nvPr/>
          </p:nvSpPr>
          <p:spPr>
            <a:xfrm>
              <a:off x="2018" y="1979"/>
              <a:ext cx="1633" cy="1179"/>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dirty="0">
                  <a:latin typeface="楷体_GB2312" pitchFamily="49" charset="-122"/>
                </a:rPr>
                <a:t>线性</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b="0" i="1" dirty="0">
                  <a:latin typeface="Times New Roman" panose="02020603050405020304" pitchFamily="18" charset="0"/>
                </a:rPr>
                <a:t>、</a:t>
              </a:r>
              <a:endParaRPr lang="zh-CN" altLang="en-US" b="0" i="1" dirty="0">
                <a:latin typeface="Times New Roman" panose="02020603050405020304" pitchFamily="18" charset="0"/>
              </a:endParaRPr>
            </a:p>
            <a:p>
              <a:pPr algn="ctr"/>
              <a:r>
                <a:rPr lang="en-US" altLang="zh-CN" b="0" i="1" dirty="0">
                  <a:latin typeface="Times New Roman" panose="02020603050405020304" pitchFamily="18" charset="0"/>
                </a:rPr>
                <a:t>M</a:t>
              </a:r>
              <a:r>
                <a:rPr lang="zh-CN" altLang="en-US" b="0" i="1" dirty="0">
                  <a:latin typeface="Times New Roman" panose="02020603050405020304" pitchFamily="18" charset="0"/>
                </a:rPr>
                <a:t>、</a:t>
              </a:r>
              <a:r>
                <a:rPr lang="zh-CN" altLang="en-US" dirty="0">
                  <a:latin typeface="楷体_GB2312" pitchFamily="49" charset="-122"/>
                </a:rPr>
                <a:t>受控源</a:t>
              </a:r>
              <a:endParaRPr lang="zh-CN" altLang="en-US" b="0" dirty="0">
                <a:latin typeface="楷体_GB2312" pitchFamily="49" charset="-122"/>
              </a:endParaRPr>
            </a:p>
          </p:txBody>
        </p:sp>
        <p:sp>
          <p:nvSpPr>
            <p:cNvPr id="37910" name="Text Box 111"/>
            <p:cNvSpPr txBox="1"/>
            <p:nvPr/>
          </p:nvSpPr>
          <p:spPr>
            <a:xfrm>
              <a:off x="1429" y="1752"/>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1" name="Text Box 112"/>
            <p:cNvSpPr txBox="1"/>
            <p:nvPr/>
          </p:nvSpPr>
          <p:spPr>
            <a:xfrm>
              <a:off x="3606" y="1706"/>
              <a:ext cx="560"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2" name="Text Box 113"/>
            <p:cNvSpPr txBox="1"/>
            <p:nvPr/>
          </p:nvSpPr>
          <p:spPr>
            <a:xfrm>
              <a:off x="1383" y="2341"/>
              <a:ext cx="647"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r>
                <a:rPr lang="en-US" altLang="zh-CN" b="0" i="1"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3" name="Text Box 114"/>
            <p:cNvSpPr txBox="1"/>
            <p:nvPr/>
          </p:nvSpPr>
          <p:spPr>
            <a:xfrm>
              <a:off x="1519" y="2024"/>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4" name="Text Box 115"/>
            <p:cNvSpPr txBox="1"/>
            <p:nvPr/>
          </p:nvSpPr>
          <p:spPr>
            <a:xfrm>
              <a:off x="1519"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5" name="Text Box 116"/>
            <p:cNvSpPr txBox="1"/>
            <p:nvPr/>
          </p:nvSpPr>
          <p:spPr>
            <a:xfrm>
              <a:off x="3697" y="2387"/>
              <a:ext cx="862"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6" name="Text Box 117"/>
            <p:cNvSpPr txBox="1"/>
            <p:nvPr/>
          </p:nvSpPr>
          <p:spPr>
            <a:xfrm>
              <a:off x="3878" y="2069"/>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7" name="Text Box 118"/>
            <p:cNvSpPr txBox="1"/>
            <p:nvPr/>
          </p:nvSpPr>
          <p:spPr>
            <a:xfrm>
              <a:off x="3833"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18" name="Line 119"/>
            <p:cNvSpPr/>
            <p:nvPr/>
          </p:nvSpPr>
          <p:spPr>
            <a:xfrm flipH="1">
              <a:off x="3787" y="2069"/>
              <a:ext cx="272" cy="1"/>
            </a:xfrm>
            <a:prstGeom prst="line">
              <a:avLst/>
            </a:prstGeom>
            <a:ln w="28575" cap="flat" cmpd="sng">
              <a:solidFill>
                <a:srgbClr val="00FFFF"/>
              </a:solidFill>
              <a:prstDash val="solid"/>
              <a:headEnd type="none" w="med" len="med"/>
              <a:tailEnd type="triangle" w="med" len="med"/>
            </a:ln>
          </p:spPr>
        </p:sp>
        <p:sp>
          <p:nvSpPr>
            <p:cNvPr id="37919" name="Line 120"/>
            <p:cNvSpPr/>
            <p:nvPr/>
          </p:nvSpPr>
          <p:spPr>
            <a:xfrm>
              <a:off x="1565" y="2069"/>
              <a:ext cx="273" cy="0"/>
            </a:xfrm>
            <a:prstGeom prst="line">
              <a:avLst/>
            </a:prstGeom>
            <a:ln w="28575" cap="flat" cmpd="sng">
              <a:solidFill>
                <a:srgbClr val="00FFFF"/>
              </a:solidFill>
              <a:prstDash val="solid"/>
              <a:headEnd type="none" w="med" len="med"/>
              <a:tailEnd type="triangle" w="med" len="med"/>
            </a:ln>
          </p:spPr>
        </p:sp>
        <p:sp>
          <p:nvSpPr>
            <p:cNvPr id="37920" name="Line 121"/>
            <p:cNvSpPr/>
            <p:nvPr/>
          </p:nvSpPr>
          <p:spPr>
            <a:xfrm>
              <a:off x="4422" y="2069"/>
              <a:ext cx="0" cy="998"/>
            </a:xfrm>
            <a:prstGeom prst="line">
              <a:avLst/>
            </a:prstGeom>
            <a:ln w="28575" cap="flat" cmpd="sng">
              <a:solidFill>
                <a:srgbClr val="FFCC00"/>
              </a:solidFill>
              <a:prstDash val="solid"/>
              <a:headEnd type="none" w="med" len="med"/>
              <a:tailEnd type="none" w="med" len="med"/>
            </a:ln>
          </p:spPr>
        </p:sp>
        <p:sp>
          <p:nvSpPr>
            <p:cNvPr id="37921" name="Rectangle 122"/>
            <p:cNvSpPr/>
            <p:nvPr/>
          </p:nvSpPr>
          <p:spPr>
            <a:xfrm>
              <a:off x="4359" y="238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7922" name="Line 123"/>
            <p:cNvSpPr/>
            <p:nvPr/>
          </p:nvSpPr>
          <p:spPr>
            <a:xfrm>
              <a:off x="1247" y="2069"/>
              <a:ext cx="0" cy="998"/>
            </a:xfrm>
            <a:prstGeom prst="line">
              <a:avLst/>
            </a:prstGeom>
            <a:ln w="28575" cap="flat" cmpd="sng">
              <a:solidFill>
                <a:srgbClr val="FFCC00"/>
              </a:solidFill>
              <a:prstDash val="solid"/>
              <a:headEnd type="none" w="med" len="med"/>
              <a:tailEnd type="none" w="med" len="med"/>
            </a:ln>
          </p:spPr>
        </p:sp>
        <p:sp>
          <p:nvSpPr>
            <p:cNvPr id="37923" name="Rectangle 124"/>
            <p:cNvSpPr/>
            <p:nvPr/>
          </p:nvSpPr>
          <p:spPr>
            <a:xfrm>
              <a:off x="1175" y="216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7924" name="Text Box 125"/>
            <p:cNvSpPr txBox="1"/>
            <p:nvPr/>
          </p:nvSpPr>
          <p:spPr>
            <a:xfrm>
              <a:off x="884" y="2097"/>
              <a:ext cx="363" cy="327"/>
            </a:xfrm>
            <a:prstGeom prst="rect">
              <a:avLst/>
            </a:prstGeom>
            <a:noFill/>
            <a:ln w="38100">
              <a:noFill/>
            </a:ln>
          </p:spPr>
          <p:txBody>
            <a:bodyPr>
              <a:spAutoFit/>
            </a:bodyPr>
            <a:p>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37925" name="Text Box 126"/>
            <p:cNvSpPr txBox="1"/>
            <p:nvPr/>
          </p:nvSpPr>
          <p:spPr>
            <a:xfrm>
              <a:off x="884" y="2341"/>
              <a:ext cx="229" cy="327"/>
            </a:xfrm>
            <a:prstGeom prst="rect">
              <a:avLst/>
            </a:prstGeom>
            <a:noFill/>
            <a:ln w="38100">
              <a:noFill/>
            </a:ln>
          </p:spPr>
          <p:txBody>
            <a:bodyPr wrap="none">
              <a:spAutoFit/>
            </a:bodyPr>
            <a:p>
              <a:r>
                <a:rPr lang="en-US" altLang="zh-CN" b="0" dirty="0">
                  <a:latin typeface="宋体" panose="02010600030101010101" pitchFamily="2" charset="-122"/>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26" name="Text Box 127"/>
            <p:cNvSpPr txBox="1"/>
            <p:nvPr/>
          </p:nvSpPr>
          <p:spPr>
            <a:xfrm>
              <a:off x="884" y="284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37927" name="Text Box 128"/>
            <p:cNvSpPr txBox="1"/>
            <p:nvPr/>
          </p:nvSpPr>
          <p:spPr>
            <a:xfrm>
              <a:off x="431" y="2614"/>
              <a:ext cx="57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r>
                <a:rPr lang="en-US" altLang="zh-CN" b="0" i="1" dirty="0">
                  <a:latin typeface="Times New Roman" panose="02020603050405020304" pitchFamily="18" charset="0"/>
                  <a:ea typeface="宋体" panose="02010600030101010101" pitchFamily="2" charset="-122"/>
                </a:rPr>
                <a:t>s</a:t>
              </a: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8121"/>
                                        </p:tgtEl>
                                        <p:attrNameLst>
                                          <p:attrName>style.visibility</p:attrName>
                                        </p:attrNameLst>
                                      </p:cBhvr>
                                      <p:to>
                                        <p:strVal val="visible"/>
                                      </p:to>
                                    </p:set>
                                    <p:animEffect transition="in" filter="wipe(left)">
                                      <p:cBhvr>
                                        <p:cTn id="11" dur="1000"/>
                                        <p:tgtEl>
                                          <p:spTgt spid="88121"/>
                                        </p:tgtEl>
                                      </p:cBhvr>
                                    </p:animEffect>
                                  </p:childTnLst>
                                </p:cTn>
                              </p:par>
                            </p:childTnLst>
                          </p:cTn>
                        </p:par>
                      </p:childTnLst>
                    </p:cTn>
                  </p:par>
                  <p:par>
                    <p:cTn id="12" fill="hold">
                      <p:stCondLst>
                        <p:cond delay="indefinite"/>
                      </p:stCondLst>
                      <p:childTnLst>
                        <p:par>
                          <p:cTn id="13" fill="hold">
                            <p:stCondLst>
                              <p:cond delay="0"/>
                            </p:stCondLst>
                            <p:childTnLst>
                              <p:par>
                                <p:cTn id="14" presetID="15" presetClass="entr" presetSubtype="0" fill="hold" grpId="0" nodeType="clickEffect">
                                  <p:stCondLst>
                                    <p:cond delay="0"/>
                                  </p:stCondLst>
                                  <p:childTnLst>
                                    <p:set>
                                      <p:cBhvr>
                                        <p:cTn id="15" dur="1" fill="hold">
                                          <p:stCondLst>
                                            <p:cond delay="0"/>
                                          </p:stCondLst>
                                        </p:cTn>
                                        <p:tgtEl>
                                          <p:spTgt spid="88122"/>
                                        </p:tgtEl>
                                        <p:attrNameLst>
                                          <p:attrName>style.visibility</p:attrName>
                                        </p:attrNameLst>
                                      </p:cBhvr>
                                      <p:to>
                                        <p:strVal val="visible"/>
                                      </p:to>
                                    </p:set>
                                    <p:anim calcmode="lin" valueType="num">
                                      <p:cBhvr>
                                        <p:cTn id="16" dur="1000" fill="hold"/>
                                        <p:tgtEl>
                                          <p:spTgt spid="88122"/>
                                        </p:tgtEl>
                                        <p:attrNameLst>
                                          <p:attrName>ppt_w</p:attrName>
                                        </p:attrNameLst>
                                      </p:cBhvr>
                                      <p:tavLst>
                                        <p:tav tm="0">
                                          <p:val>
                                            <p:fltVal val="0.000000"/>
                                          </p:val>
                                        </p:tav>
                                        <p:tav tm="100000">
                                          <p:val>
                                            <p:strVal val="#ppt_w"/>
                                          </p:val>
                                        </p:tav>
                                      </p:tavLst>
                                    </p:anim>
                                    <p:anim calcmode="lin" valueType="num">
                                      <p:cBhvr>
                                        <p:cTn id="17" dur="1000" fill="hold"/>
                                        <p:tgtEl>
                                          <p:spTgt spid="88122"/>
                                        </p:tgtEl>
                                        <p:attrNameLst>
                                          <p:attrName>ppt_h</p:attrName>
                                        </p:attrNameLst>
                                      </p:cBhvr>
                                      <p:tavLst>
                                        <p:tav tm="0">
                                          <p:val>
                                            <p:fltVal val="0.000000"/>
                                          </p:val>
                                        </p:tav>
                                        <p:tav tm="100000">
                                          <p:val>
                                            <p:strVal val="#ppt_h"/>
                                          </p:val>
                                        </p:tav>
                                      </p:tavLst>
                                    </p:anim>
                                    <p:anim calcmode="lin" valueType="num">
                                      <p:cBhvr>
                                        <p:cTn id="18" dur="1000" fill="hold"/>
                                        <p:tgtEl>
                                          <p:spTgt spid="88122"/>
                                        </p:tgtEl>
                                        <p:attrNameLst>
                                          <p:attrName>ppt_x</p:attrName>
                                        </p:attrNameLst>
                                      </p:cBhvr>
                                      <p:tavLst>
                                        <p:tav tm="0" fmla="#ppt_x+(cos(-2*pi*(1-$))*-#ppt_x-sin(-2*pi*(1-$))*(1-#ppt_y))*(1-$)">
                                          <p:val>
                                            <p:fltVal val="0.000000"/>
                                          </p:val>
                                        </p:tav>
                                        <p:tav tm="100000">
                                          <p:val>
                                            <p:fltVal val="1.000000"/>
                                          </p:val>
                                        </p:tav>
                                      </p:tavLst>
                                    </p:anim>
                                    <p:anim calcmode="lin" valueType="num">
                                      <p:cBhvr>
                                        <p:cTn id="19" dur="1000" fill="hold"/>
                                        <p:tgtEl>
                                          <p:spTgt spid="88122"/>
                                        </p:tgtEl>
                                        <p:attrNameLst>
                                          <p:attrName>ppt_y</p:attrName>
                                        </p:attrNameLst>
                                      </p:cBhvr>
                                      <p:tavLst>
                                        <p:tav tm="0" fmla="#ppt_y+(sin(-2*pi*(1-$))*-#ppt_x+cos(-2*pi*(1-$))*(1-#ppt_y))*(1-$)">
                                          <p:val>
                                            <p:fltVal val="0.000000"/>
                                          </p:val>
                                        </p:tav>
                                        <p:tav tm="100000">
                                          <p:val>
                                            <p:fltVal val="1.000000"/>
                                          </p:val>
                                        </p:tav>
                                      </p:tavLst>
                                    </p:anim>
                                  </p:childTnLst>
                                </p:cTn>
                              </p:par>
                            </p:childTnLst>
                          </p:cTn>
                        </p:par>
                        <p:par>
                          <p:cTn id="20" fill="hold">
                            <p:stCondLst>
                              <p:cond delay="1000"/>
                            </p:stCondLst>
                            <p:childTnLst>
                              <p:par>
                                <p:cTn id="21" presetID="3" presetClass="entr" presetSubtype="1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88123"/>
                                        </p:tgtEl>
                                        <p:attrNameLst>
                                          <p:attrName>style.visibility</p:attrName>
                                        </p:attrNameLst>
                                      </p:cBhvr>
                                      <p:to>
                                        <p:strVal val="visible"/>
                                      </p:to>
                                    </p:set>
                                    <p:animEffect transition="in" filter="wipe(left)">
                                      <p:cBhvr>
                                        <p:cTn id="27" dur="1000"/>
                                        <p:tgtEl>
                                          <p:spTgt spid="88123"/>
                                        </p:tgtEl>
                                      </p:cBhvr>
                                    </p:animEffect>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88124"/>
                                        </p:tgtEl>
                                        <p:attrNameLst>
                                          <p:attrName>style.visibility</p:attrName>
                                        </p:attrNameLst>
                                      </p:cBhvr>
                                      <p:to>
                                        <p:strVal val="visible"/>
                                      </p:to>
                                    </p:set>
                                    <p:anim calcmode="lin" valueType="num">
                                      <p:cBhvr>
                                        <p:cTn id="32" dur="1000" fill="hold"/>
                                        <p:tgtEl>
                                          <p:spTgt spid="88124"/>
                                        </p:tgtEl>
                                        <p:attrNameLst>
                                          <p:attrName>ppt_w</p:attrName>
                                        </p:attrNameLst>
                                      </p:cBhvr>
                                      <p:tavLst>
                                        <p:tav tm="0">
                                          <p:val>
                                            <p:fltVal val="0.000000"/>
                                          </p:val>
                                        </p:tav>
                                        <p:tav tm="100000">
                                          <p:val>
                                            <p:strVal val="#ppt_w"/>
                                          </p:val>
                                        </p:tav>
                                      </p:tavLst>
                                    </p:anim>
                                    <p:anim calcmode="lin" valueType="num">
                                      <p:cBhvr>
                                        <p:cTn id="33" dur="1000" fill="hold"/>
                                        <p:tgtEl>
                                          <p:spTgt spid="88124"/>
                                        </p:tgtEl>
                                        <p:attrNameLst>
                                          <p:attrName>ppt_h</p:attrName>
                                        </p:attrNameLst>
                                      </p:cBhvr>
                                      <p:tavLst>
                                        <p:tav tm="0">
                                          <p:val>
                                            <p:fltVal val="0.000000"/>
                                          </p:val>
                                        </p:tav>
                                        <p:tav tm="100000">
                                          <p:val>
                                            <p:strVal val="#ppt_h"/>
                                          </p:val>
                                        </p:tav>
                                      </p:tavLst>
                                    </p:anim>
                                    <p:anim calcmode="lin" valueType="num">
                                      <p:cBhvr>
                                        <p:cTn id="34" dur="1000" fill="hold"/>
                                        <p:tgtEl>
                                          <p:spTgt spid="88124"/>
                                        </p:tgtEl>
                                        <p:attrNameLst>
                                          <p:attrName>ppt_x</p:attrName>
                                        </p:attrNameLst>
                                      </p:cBhvr>
                                      <p:tavLst>
                                        <p:tav tm="0" fmla="#ppt_x+(cos(-2*pi*(1-$))*-#ppt_x-sin(-2*pi*(1-$))*(1-#ppt_y))*(1-$)">
                                          <p:val>
                                            <p:fltVal val="0.000000"/>
                                          </p:val>
                                        </p:tav>
                                        <p:tav tm="100000">
                                          <p:val>
                                            <p:fltVal val="1.000000"/>
                                          </p:val>
                                        </p:tav>
                                      </p:tavLst>
                                    </p:anim>
                                    <p:anim calcmode="lin" valueType="num">
                                      <p:cBhvr>
                                        <p:cTn id="35" dur="1000" fill="hold"/>
                                        <p:tgtEl>
                                          <p:spTgt spid="8812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88149"/>
                                        </p:tgtEl>
                                        <p:attrNameLst>
                                          <p:attrName>style.visibility</p:attrName>
                                        </p:attrNameLst>
                                      </p:cBhvr>
                                      <p:to>
                                        <p:strVal val="visible"/>
                                      </p:to>
                                    </p:set>
                                    <p:animEffect transition="in" filter="blinds(horizontal)">
                                      <p:cBhvr>
                                        <p:cTn id="40" dur="500"/>
                                        <p:tgtEl>
                                          <p:spTgt spid="8814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88157"/>
                                        </p:tgtEl>
                                        <p:attrNameLst>
                                          <p:attrName>style.visibility</p:attrName>
                                        </p:attrNameLst>
                                      </p:cBhvr>
                                      <p:to>
                                        <p:strVal val="visible"/>
                                      </p:to>
                                    </p:set>
                                    <p:animEffect transition="in" filter="blinds(horizontal)">
                                      <p:cBhvr>
                                        <p:cTn id="45" dur="500"/>
                                        <p:tgtEl>
                                          <p:spTgt spid="8815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88161"/>
                                        </p:tgtEl>
                                        <p:attrNameLst>
                                          <p:attrName>style.visibility</p:attrName>
                                        </p:attrNameLst>
                                      </p:cBhvr>
                                      <p:to>
                                        <p:strVal val="visible"/>
                                      </p:to>
                                    </p:set>
                                    <p:animEffect transition="in" filter="blinds(horizontal)">
                                      <p:cBhvr>
                                        <p:cTn id="50" dur="500"/>
                                        <p:tgtEl>
                                          <p:spTgt spid="88161"/>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88156"/>
                                        </p:tgtEl>
                                        <p:attrNameLst>
                                          <p:attrName>style.visibility</p:attrName>
                                        </p:attrNameLst>
                                      </p:cBhvr>
                                      <p:to>
                                        <p:strVal val="visible"/>
                                      </p:to>
                                    </p:set>
                                    <p:animEffect transition="in" filter="blinds(horizontal)">
                                      <p:cBhvr>
                                        <p:cTn id="55" dur="500"/>
                                        <p:tgtEl>
                                          <p:spTgt spid="88156"/>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88148"/>
                                        </p:tgtEl>
                                        <p:attrNameLst>
                                          <p:attrName>style.visibility</p:attrName>
                                        </p:attrNameLst>
                                      </p:cBhvr>
                                      <p:to>
                                        <p:strVal val="visible"/>
                                      </p:to>
                                    </p:set>
                                    <p:animEffect transition="in" filter="blinds(horizontal)">
                                      <p:cBhvr>
                                        <p:cTn id="60" dur="500"/>
                                        <p:tgtEl>
                                          <p:spTgt spid="88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21" grpId="0"/>
      <p:bldP spid="88122" grpId="0"/>
      <p:bldP spid="88123" grpId="0"/>
      <p:bldP spid="8812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918" name="Group 2"/>
          <p:cNvGrpSpPr/>
          <p:nvPr/>
        </p:nvGrpSpPr>
        <p:grpSpPr>
          <a:xfrm>
            <a:off x="8316913" y="6446838"/>
            <a:ext cx="792162" cy="366712"/>
            <a:chOff x="5193" y="4020"/>
            <a:chExt cx="499" cy="231"/>
          </a:xfrm>
        </p:grpSpPr>
        <p:pic>
          <p:nvPicPr>
            <p:cNvPr id="38934"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8935"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8919" name="Group 5"/>
          <p:cNvGrpSpPr/>
          <p:nvPr/>
        </p:nvGrpSpPr>
        <p:grpSpPr>
          <a:xfrm>
            <a:off x="7453313" y="6446838"/>
            <a:ext cx="792162" cy="366712"/>
            <a:chOff x="4649" y="4020"/>
            <a:chExt cx="499" cy="231"/>
          </a:xfrm>
        </p:grpSpPr>
        <p:pic>
          <p:nvPicPr>
            <p:cNvPr id="38932"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8933"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89130" name="Text Box 42"/>
          <p:cNvSpPr txBox="1">
            <a:spLocks noChangeArrowheads="1"/>
          </p:cNvSpPr>
          <p:nvPr/>
        </p:nvSpPr>
        <p:spPr bwMode="auto">
          <a:xfrm>
            <a:off x="5076825" y="2276475"/>
            <a:ext cx="1612900"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转移阻抗</a:t>
            </a:r>
            <a:endParaRPr kumimoji="1" lang="zh-CN" altLang="en-US" kern="1200" cap="none" spc="0" normalizeH="0" baseline="0" noProof="0">
              <a:latin typeface="楷体_GB2312" pitchFamily="49" charset="-122"/>
              <a:ea typeface="楷体_GB2312" pitchFamily="49" charset="-122"/>
              <a:cs typeface="+mn-cs"/>
            </a:endParaRPr>
          </a:p>
        </p:txBody>
      </p:sp>
      <p:sp>
        <p:nvSpPr>
          <p:cNvPr id="89135" name="Line 47"/>
          <p:cNvSpPr/>
          <p:nvPr/>
        </p:nvSpPr>
        <p:spPr>
          <a:xfrm>
            <a:off x="900113" y="981075"/>
            <a:ext cx="576262" cy="0"/>
          </a:xfrm>
          <a:prstGeom prst="line">
            <a:avLst/>
          </a:prstGeom>
          <a:ln w="76200" cap="flat" cmpd="sng">
            <a:solidFill>
              <a:srgbClr val="3399FF"/>
            </a:solidFill>
            <a:prstDash val="solid"/>
            <a:headEnd type="none" w="med" len="med"/>
            <a:tailEnd type="triangle" w="med" len="med"/>
          </a:ln>
        </p:spPr>
      </p:sp>
      <p:graphicFrame>
        <p:nvGraphicFramePr>
          <p:cNvPr id="89136" name="Object 48"/>
          <p:cNvGraphicFramePr/>
          <p:nvPr/>
        </p:nvGraphicFramePr>
        <p:xfrm>
          <a:off x="1835150" y="549275"/>
          <a:ext cx="2879725" cy="1408113"/>
        </p:xfrm>
        <a:graphic>
          <a:graphicData uri="http://schemas.openxmlformats.org/presentationml/2006/ole">
            <mc:AlternateContent xmlns:mc="http://schemas.openxmlformats.org/markup-compatibility/2006">
              <mc:Choice xmlns:v="urn:schemas-microsoft-com:vml" Requires="v">
                <p:oleObj spid="_x0000_s3347" name="" r:id="rId2" imgW="1345565" imgH="660400" progId="Equation.3">
                  <p:embed/>
                </p:oleObj>
              </mc:Choice>
              <mc:Fallback>
                <p:oleObj name="" r:id="rId2" imgW="1345565" imgH="660400" progId="Equation.3">
                  <p:embed/>
                  <p:pic>
                    <p:nvPicPr>
                      <p:cNvPr id="0" name="图片 3346"/>
                      <p:cNvPicPr/>
                      <p:nvPr/>
                    </p:nvPicPr>
                    <p:blipFill>
                      <a:blip r:embed="rId3">
                        <a:clrChange>
                          <a:clrFrom>
                            <a:srgbClr val="000000"/>
                          </a:clrFrom>
                          <a:clrTo>
                            <a:srgbClr val="FFFFFF"/>
                          </a:clrTo>
                        </a:clrChange>
                      </a:blip>
                      <a:stretch>
                        <a:fillRect/>
                      </a:stretch>
                    </p:blipFill>
                    <p:spPr>
                      <a:xfrm>
                        <a:off x="1835150" y="549275"/>
                        <a:ext cx="2879725" cy="1408113"/>
                      </a:xfrm>
                      <a:prstGeom prst="rect">
                        <a:avLst/>
                      </a:prstGeom>
                      <a:noFill/>
                      <a:ln w="38100">
                        <a:noFill/>
                        <a:miter/>
                      </a:ln>
                    </p:spPr>
                  </p:pic>
                </p:oleObj>
              </mc:Fallback>
            </mc:AlternateContent>
          </a:graphicData>
        </a:graphic>
      </p:graphicFrame>
      <p:sp>
        <p:nvSpPr>
          <p:cNvPr id="89137" name="Text Box 49"/>
          <p:cNvSpPr txBox="1">
            <a:spLocks noChangeArrowheads="1"/>
          </p:cNvSpPr>
          <p:nvPr/>
        </p:nvSpPr>
        <p:spPr bwMode="auto">
          <a:xfrm>
            <a:off x="5148263" y="765175"/>
            <a:ext cx="1612900"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转移导纳</a:t>
            </a:r>
            <a:endParaRPr kumimoji="1" lang="zh-CN" altLang="en-US" kern="1200" cap="none" spc="0" normalizeH="0" baseline="0" noProof="0">
              <a:latin typeface="楷体_GB2312" pitchFamily="49" charset="-122"/>
              <a:ea typeface="楷体_GB2312" pitchFamily="49" charset="-122"/>
              <a:cs typeface="+mn-cs"/>
            </a:endParaRPr>
          </a:p>
        </p:txBody>
      </p:sp>
      <p:sp>
        <p:nvSpPr>
          <p:cNvPr id="38923" name="Rectangle 51"/>
          <p:cNvSpPr/>
          <p:nvPr/>
        </p:nvSpPr>
        <p:spPr>
          <a:xfrm>
            <a:off x="0" y="32146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89138" name="Object 50"/>
          <p:cNvGraphicFramePr/>
          <p:nvPr/>
        </p:nvGraphicFramePr>
        <p:xfrm>
          <a:off x="1763713" y="2060575"/>
          <a:ext cx="3024187" cy="1084263"/>
        </p:xfrm>
        <a:graphic>
          <a:graphicData uri="http://schemas.openxmlformats.org/presentationml/2006/ole">
            <mc:AlternateContent xmlns:mc="http://schemas.openxmlformats.org/markup-compatibility/2006">
              <mc:Choice xmlns:v="urn:schemas-microsoft-com:vml" Requires="v">
                <p:oleObj spid="_x0000_s3345" name="" r:id="rId4" imgW="1370965" imgH="495300" progId="Equation.3">
                  <p:embed/>
                </p:oleObj>
              </mc:Choice>
              <mc:Fallback>
                <p:oleObj name="" r:id="rId4" imgW="1370965" imgH="495300" progId="Equation.3">
                  <p:embed/>
                  <p:pic>
                    <p:nvPicPr>
                      <p:cNvPr id="0" name="图片 3344"/>
                      <p:cNvPicPr/>
                      <p:nvPr/>
                    </p:nvPicPr>
                    <p:blipFill>
                      <a:blip r:embed="rId5">
                        <a:clrChange>
                          <a:clrFrom>
                            <a:srgbClr val="000000"/>
                          </a:clrFrom>
                          <a:clrTo>
                            <a:srgbClr val="FFFFFF"/>
                          </a:clrTo>
                        </a:clrChange>
                      </a:blip>
                      <a:stretch>
                        <a:fillRect/>
                      </a:stretch>
                    </p:blipFill>
                    <p:spPr>
                      <a:xfrm>
                        <a:off x="1763713" y="2060575"/>
                        <a:ext cx="3024187" cy="1084263"/>
                      </a:xfrm>
                      <a:prstGeom prst="rect">
                        <a:avLst/>
                      </a:prstGeom>
                      <a:noFill/>
                      <a:ln w="38100">
                        <a:noFill/>
                        <a:miter/>
                      </a:ln>
                    </p:spPr>
                  </p:pic>
                </p:oleObj>
              </mc:Fallback>
            </mc:AlternateContent>
          </a:graphicData>
        </a:graphic>
      </p:graphicFrame>
      <p:sp>
        <p:nvSpPr>
          <p:cNvPr id="38924" name="Rectangle 53"/>
          <p:cNvSpPr/>
          <p:nvPr/>
        </p:nvSpPr>
        <p:spPr>
          <a:xfrm>
            <a:off x="0" y="32146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89140" name="Object 52"/>
          <p:cNvGraphicFramePr/>
          <p:nvPr/>
        </p:nvGraphicFramePr>
        <p:xfrm>
          <a:off x="827088" y="3284538"/>
          <a:ext cx="5632450" cy="1203325"/>
        </p:xfrm>
        <a:graphic>
          <a:graphicData uri="http://schemas.openxmlformats.org/presentationml/2006/ole">
            <mc:AlternateContent xmlns:mc="http://schemas.openxmlformats.org/markup-compatibility/2006">
              <mc:Choice xmlns:v="urn:schemas-microsoft-com:vml" Requires="v">
                <p:oleObj spid="_x0000_s3346" name="" r:id="rId6" imgW="2297430" imgH="495300" progId="Equation.3">
                  <p:embed/>
                </p:oleObj>
              </mc:Choice>
              <mc:Fallback>
                <p:oleObj name="" r:id="rId6" imgW="2297430" imgH="495300" progId="Equation.3">
                  <p:embed/>
                  <p:pic>
                    <p:nvPicPr>
                      <p:cNvPr id="0" name="图片 3345"/>
                      <p:cNvPicPr/>
                      <p:nvPr/>
                    </p:nvPicPr>
                    <p:blipFill>
                      <a:blip r:embed="rId7">
                        <a:clrChange>
                          <a:clrFrom>
                            <a:srgbClr val="000000"/>
                          </a:clrFrom>
                          <a:clrTo>
                            <a:srgbClr val="FFFFFF"/>
                          </a:clrTo>
                        </a:clrChange>
                      </a:blip>
                      <a:stretch>
                        <a:fillRect/>
                      </a:stretch>
                    </p:blipFill>
                    <p:spPr>
                      <a:xfrm>
                        <a:off x="827088" y="3284538"/>
                        <a:ext cx="5632450" cy="1203325"/>
                      </a:xfrm>
                      <a:prstGeom prst="rect">
                        <a:avLst/>
                      </a:prstGeom>
                      <a:noFill/>
                      <a:ln w="38100">
                        <a:noFill/>
                        <a:miter/>
                      </a:ln>
                    </p:spPr>
                  </p:pic>
                </p:oleObj>
              </mc:Fallback>
            </mc:AlternateContent>
          </a:graphicData>
        </a:graphic>
      </p:graphicFrame>
      <p:sp>
        <p:nvSpPr>
          <p:cNvPr id="89142" name="Text Box 54"/>
          <p:cNvSpPr txBox="1">
            <a:spLocks noChangeArrowheads="1"/>
          </p:cNvSpPr>
          <p:nvPr/>
        </p:nvSpPr>
        <p:spPr bwMode="auto">
          <a:xfrm>
            <a:off x="6516688" y="3644900"/>
            <a:ext cx="2327275"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电流转移函数</a:t>
            </a:r>
            <a:endParaRPr kumimoji="1" lang="zh-CN" altLang="en-US" kern="1200" cap="none" spc="0" normalizeH="0" baseline="0" noProof="0">
              <a:latin typeface="楷体_GB2312" pitchFamily="49" charset="-122"/>
              <a:ea typeface="楷体_GB2312" pitchFamily="49" charset="-122"/>
              <a:cs typeface="+mn-cs"/>
            </a:endParaRPr>
          </a:p>
        </p:txBody>
      </p:sp>
      <p:sp>
        <p:nvSpPr>
          <p:cNvPr id="38926" name="Rectangle 56"/>
          <p:cNvSpPr/>
          <p:nvPr/>
        </p:nvSpPr>
        <p:spPr>
          <a:xfrm>
            <a:off x="0" y="3205163"/>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sp>
        <p:nvSpPr>
          <p:cNvPr id="38927" name="Rectangle 58"/>
          <p:cNvSpPr/>
          <p:nvPr/>
        </p:nvSpPr>
        <p:spPr>
          <a:xfrm>
            <a:off x="0" y="3138488"/>
            <a:ext cx="9144000" cy="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89145" name="Object 57"/>
          <p:cNvGraphicFramePr/>
          <p:nvPr/>
        </p:nvGraphicFramePr>
        <p:xfrm>
          <a:off x="755650" y="4868863"/>
          <a:ext cx="5329238" cy="1441450"/>
        </p:xfrm>
        <a:graphic>
          <a:graphicData uri="http://schemas.openxmlformats.org/presentationml/2006/ole">
            <mc:AlternateContent xmlns:mc="http://schemas.openxmlformats.org/markup-compatibility/2006">
              <mc:Choice xmlns:v="urn:schemas-microsoft-com:vml" Requires="v">
                <p:oleObj spid="_x0000_s3350" name="" r:id="rId8" imgW="2424430" imgH="660400" progId="Equation.3">
                  <p:embed/>
                </p:oleObj>
              </mc:Choice>
              <mc:Fallback>
                <p:oleObj name="" r:id="rId8" imgW="2424430" imgH="660400" progId="Equation.3">
                  <p:embed/>
                  <p:pic>
                    <p:nvPicPr>
                      <p:cNvPr id="0" name="图片 3349"/>
                      <p:cNvPicPr/>
                      <p:nvPr/>
                    </p:nvPicPr>
                    <p:blipFill>
                      <a:blip r:embed="rId9">
                        <a:clrChange>
                          <a:clrFrom>
                            <a:srgbClr val="000000"/>
                          </a:clrFrom>
                          <a:clrTo>
                            <a:srgbClr val="FFFFFF"/>
                          </a:clrTo>
                        </a:clrChange>
                      </a:blip>
                      <a:stretch>
                        <a:fillRect/>
                      </a:stretch>
                    </p:blipFill>
                    <p:spPr>
                      <a:xfrm>
                        <a:off x="755650" y="4868863"/>
                        <a:ext cx="5329238" cy="1441450"/>
                      </a:xfrm>
                      <a:prstGeom prst="rect">
                        <a:avLst/>
                      </a:prstGeom>
                      <a:noFill/>
                      <a:ln w="38100">
                        <a:noFill/>
                        <a:miter/>
                      </a:ln>
                    </p:spPr>
                  </p:pic>
                </p:oleObj>
              </mc:Fallback>
            </mc:AlternateContent>
          </a:graphicData>
        </a:graphic>
      </p:graphicFrame>
      <p:sp>
        <p:nvSpPr>
          <p:cNvPr id="89147" name="Text Box 59"/>
          <p:cNvSpPr txBox="1">
            <a:spLocks noChangeArrowheads="1"/>
          </p:cNvSpPr>
          <p:nvPr/>
        </p:nvSpPr>
        <p:spPr bwMode="auto">
          <a:xfrm>
            <a:off x="6300788" y="5157788"/>
            <a:ext cx="2328863" cy="519113"/>
          </a:xfrm>
          <a:prstGeom prst="rect">
            <a:avLst/>
          </a:prstGeom>
          <a:solidFill>
            <a:srgbClr val="3399FF"/>
          </a:solidFill>
          <a:ln w="9525">
            <a:noFill/>
            <a:miter lim="800000"/>
          </a:ln>
          <a:effectLst>
            <a:outerShdw dist="107763" dir="18900000" algn="ctr" rotWithShape="0">
              <a:srgbClr val="808080">
                <a:alpha val="50000"/>
              </a:srgbClr>
            </a:outerShdw>
          </a:effectLst>
        </p:spPr>
        <p:txBody>
          <a:bodyPr wrap="none">
            <a:spAutoFit/>
          </a:bodyPr>
          <a:lstStyle/>
          <a:p>
            <a:pPr marR="0" defTabSz="914400">
              <a:buClrTx/>
              <a:buSzTx/>
              <a:buFontTx/>
              <a:buNone/>
              <a:defRPr/>
            </a:pPr>
            <a:r>
              <a:rPr kumimoji="1" lang="zh-CN" altLang="en-US" kern="1200" cap="none" spc="0" normalizeH="0" baseline="0" noProof="0">
                <a:latin typeface="楷体_GB2312" pitchFamily="49" charset="-122"/>
                <a:ea typeface="楷体_GB2312" pitchFamily="49" charset="-122"/>
                <a:cs typeface="+mn-cs"/>
              </a:rPr>
              <a:t>电压转移函数</a:t>
            </a:r>
            <a:endParaRPr kumimoji="1" lang="zh-CN" altLang="en-US" kern="1200" cap="none" spc="0" normalizeH="0" baseline="0" noProof="0">
              <a:latin typeface="楷体_GB2312" pitchFamily="49" charset="-122"/>
              <a:ea typeface="楷体_GB2312" pitchFamily="49" charset="-122"/>
              <a:cs typeface="+mn-cs"/>
            </a:endParaRPr>
          </a:p>
        </p:txBody>
      </p:sp>
      <p:grpSp>
        <p:nvGrpSpPr>
          <p:cNvPr id="38929" name="Group 63"/>
          <p:cNvGrpSpPr/>
          <p:nvPr/>
        </p:nvGrpSpPr>
        <p:grpSpPr>
          <a:xfrm>
            <a:off x="6588125" y="6446838"/>
            <a:ext cx="792163" cy="366712"/>
            <a:chOff x="4649" y="4020"/>
            <a:chExt cx="499" cy="231"/>
          </a:xfrm>
        </p:grpSpPr>
        <p:pic>
          <p:nvPicPr>
            <p:cNvPr id="38930" name="Picture 6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38931" name="Text Box 6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0"/>
                                  </p:stCondLst>
                                  <p:childTnLst>
                                    <p:set>
                                      <p:cBhvr>
                                        <p:cTn id="6" dur="1" fill="hold">
                                          <p:stCondLst>
                                            <p:cond delay="0"/>
                                          </p:stCondLst>
                                        </p:cTn>
                                        <p:tgtEl>
                                          <p:spTgt spid="89135"/>
                                        </p:tgtEl>
                                        <p:attrNameLst>
                                          <p:attrName>style.visibility</p:attrName>
                                        </p:attrNameLst>
                                      </p:cBhvr>
                                      <p:to>
                                        <p:strVal val="visible"/>
                                      </p:to>
                                    </p:set>
                                    <p:animEffect transition="in" filter="slide(fromLeft)">
                                      <p:cBhvr>
                                        <p:cTn id="7" dur="500"/>
                                        <p:tgtEl>
                                          <p:spTgt spid="89135"/>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89136"/>
                                        </p:tgtEl>
                                        <p:attrNameLst>
                                          <p:attrName>style.visibility</p:attrName>
                                        </p:attrNameLst>
                                      </p:cBhvr>
                                      <p:to>
                                        <p:strVal val="visible"/>
                                      </p:to>
                                    </p:set>
                                    <p:animEffect transition="in" filter="blinds(horizontal)">
                                      <p:cBhvr>
                                        <p:cTn id="11" dur="500"/>
                                        <p:tgtEl>
                                          <p:spTgt spid="8913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89137"/>
                                        </p:tgtEl>
                                        <p:attrNameLst>
                                          <p:attrName>style.visibility</p:attrName>
                                        </p:attrNameLst>
                                      </p:cBhvr>
                                      <p:to>
                                        <p:strVal val="visible"/>
                                      </p:to>
                                    </p:set>
                                    <p:animEffect transition="in" filter="blinds(horizontal)">
                                      <p:cBhvr>
                                        <p:cTn id="15" dur="500"/>
                                        <p:tgtEl>
                                          <p:spTgt spid="8913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9138"/>
                                        </p:tgtEl>
                                        <p:attrNameLst>
                                          <p:attrName>style.visibility</p:attrName>
                                        </p:attrNameLst>
                                      </p:cBhvr>
                                      <p:to>
                                        <p:strVal val="visible"/>
                                      </p:to>
                                    </p:set>
                                    <p:animEffect transition="in" filter="blinds(horizontal)">
                                      <p:cBhvr>
                                        <p:cTn id="20" dur="500"/>
                                        <p:tgtEl>
                                          <p:spTgt spid="89138"/>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89130"/>
                                        </p:tgtEl>
                                        <p:attrNameLst>
                                          <p:attrName>style.visibility</p:attrName>
                                        </p:attrNameLst>
                                      </p:cBhvr>
                                      <p:to>
                                        <p:strVal val="visible"/>
                                      </p:to>
                                    </p:set>
                                    <p:animEffect transition="in" filter="blinds(horizontal)">
                                      <p:cBhvr>
                                        <p:cTn id="24" dur="500"/>
                                        <p:tgtEl>
                                          <p:spTgt spid="8913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9140"/>
                                        </p:tgtEl>
                                        <p:attrNameLst>
                                          <p:attrName>style.visibility</p:attrName>
                                        </p:attrNameLst>
                                      </p:cBhvr>
                                      <p:to>
                                        <p:strVal val="visible"/>
                                      </p:to>
                                    </p:set>
                                    <p:animEffect transition="in" filter="blinds(horizontal)">
                                      <p:cBhvr>
                                        <p:cTn id="29" dur="500"/>
                                        <p:tgtEl>
                                          <p:spTgt spid="89140"/>
                                        </p:tgtEl>
                                      </p:cBhvr>
                                    </p:animEffect>
                                  </p:childTnLst>
                                </p:cTn>
                              </p:par>
                            </p:childTnLst>
                          </p:cTn>
                        </p:par>
                        <p:par>
                          <p:cTn id="30" fill="hold">
                            <p:stCondLst>
                              <p:cond delay="500"/>
                            </p:stCondLst>
                            <p:childTnLst>
                              <p:par>
                                <p:cTn id="31" presetID="3" presetClass="entr" presetSubtype="10" fill="hold" grpId="0" nodeType="afterEffect">
                                  <p:stCondLst>
                                    <p:cond delay="0"/>
                                  </p:stCondLst>
                                  <p:childTnLst>
                                    <p:set>
                                      <p:cBhvr>
                                        <p:cTn id="32" dur="1" fill="hold">
                                          <p:stCondLst>
                                            <p:cond delay="0"/>
                                          </p:stCondLst>
                                        </p:cTn>
                                        <p:tgtEl>
                                          <p:spTgt spid="89142"/>
                                        </p:tgtEl>
                                        <p:attrNameLst>
                                          <p:attrName>style.visibility</p:attrName>
                                        </p:attrNameLst>
                                      </p:cBhvr>
                                      <p:to>
                                        <p:strVal val="visible"/>
                                      </p:to>
                                    </p:set>
                                    <p:animEffect transition="in" filter="blinds(horizontal)">
                                      <p:cBhvr>
                                        <p:cTn id="33" dur="500"/>
                                        <p:tgtEl>
                                          <p:spTgt spid="8914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89145"/>
                                        </p:tgtEl>
                                        <p:attrNameLst>
                                          <p:attrName>style.visibility</p:attrName>
                                        </p:attrNameLst>
                                      </p:cBhvr>
                                      <p:to>
                                        <p:strVal val="visible"/>
                                      </p:to>
                                    </p:set>
                                    <p:animEffect transition="in" filter="blinds(horizontal)">
                                      <p:cBhvr>
                                        <p:cTn id="38" dur="500"/>
                                        <p:tgtEl>
                                          <p:spTgt spid="89145"/>
                                        </p:tgtEl>
                                      </p:cBhvr>
                                    </p:animEffect>
                                  </p:childTnLst>
                                </p:cTn>
                              </p:par>
                            </p:childTnLst>
                          </p:cTn>
                        </p:par>
                        <p:par>
                          <p:cTn id="39" fill="hold">
                            <p:stCondLst>
                              <p:cond delay="500"/>
                            </p:stCondLst>
                            <p:childTnLst>
                              <p:par>
                                <p:cTn id="40" presetID="3" presetClass="entr" presetSubtype="10" fill="hold" grpId="0" nodeType="afterEffect">
                                  <p:stCondLst>
                                    <p:cond delay="0"/>
                                  </p:stCondLst>
                                  <p:childTnLst>
                                    <p:set>
                                      <p:cBhvr>
                                        <p:cTn id="41" dur="1" fill="hold">
                                          <p:stCondLst>
                                            <p:cond delay="0"/>
                                          </p:stCondLst>
                                        </p:cTn>
                                        <p:tgtEl>
                                          <p:spTgt spid="89147"/>
                                        </p:tgtEl>
                                        <p:attrNameLst>
                                          <p:attrName>style.visibility</p:attrName>
                                        </p:attrNameLst>
                                      </p:cBhvr>
                                      <p:to>
                                        <p:strVal val="visible"/>
                                      </p:to>
                                    </p:set>
                                    <p:animEffect transition="in" filter="blinds(horizontal)">
                                      <p:cBhvr>
                                        <p:cTn id="42" dur="500"/>
                                        <p:tgtEl>
                                          <p:spTgt spid="89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30" grpId="0" animBg="1"/>
      <p:bldP spid="89137" grpId="0" animBg="1"/>
      <p:bldP spid="89142" grpId="0" animBg="1"/>
      <p:bldP spid="8914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p:nvPr/>
        </p:nvSpPr>
        <p:spPr>
          <a:xfrm>
            <a:off x="1331913" y="549275"/>
            <a:ext cx="6288087" cy="552450"/>
          </a:xfrm>
          <a:prstGeom prst="rect">
            <a:avLst/>
          </a:prstGeom>
          <a:noFill/>
          <a:ln w="9525">
            <a:noFill/>
          </a:ln>
        </p:spPr>
        <p:txBody>
          <a:bodyPr anchor="ctr" anchorCtr="0"/>
          <a:p>
            <a:pPr algn="ctr"/>
            <a:r>
              <a:rPr lang="en-US" altLang="zh-CN" sz="4000" b="0" dirty="0">
                <a:latin typeface="Times New Roman" panose="02020603050405020304" pitchFamily="18" charset="0"/>
              </a:rPr>
              <a:t>16-5</a:t>
            </a:r>
            <a:r>
              <a:rPr lang="en-US" altLang="zh-CN" sz="4000" dirty="0">
                <a:latin typeface="楷体_GB2312" pitchFamily="49" charset="-122"/>
              </a:rPr>
              <a:t>  </a:t>
            </a:r>
            <a:r>
              <a:rPr lang="zh-CN" altLang="en-US" sz="4000" dirty="0">
                <a:latin typeface="楷体_GB2312" pitchFamily="49" charset="-122"/>
              </a:rPr>
              <a:t>二端口的连接</a:t>
            </a:r>
            <a:endParaRPr lang="zh-CN" altLang="en-US" sz="4000" dirty="0">
              <a:latin typeface="楷体_GB2312" pitchFamily="49" charset="-122"/>
            </a:endParaRPr>
          </a:p>
        </p:txBody>
      </p:sp>
      <p:sp>
        <p:nvSpPr>
          <p:cNvPr id="60419" name="Text Box 3"/>
          <p:cNvSpPr txBox="1"/>
          <p:nvPr/>
        </p:nvSpPr>
        <p:spPr>
          <a:xfrm>
            <a:off x="468313" y="1125538"/>
            <a:ext cx="8135937" cy="1630362"/>
          </a:xfrm>
          <a:prstGeom prst="rect">
            <a:avLst/>
          </a:prstGeom>
          <a:noFill/>
          <a:ln w="9525">
            <a:noFill/>
          </a:ln>
        </p:spPr>
        <p:txBody>
          <a:bodyPr>
            <a:spAutoFit/>
          </a:bodyPr>
          <a:p>
            <a:pPr marL="342900" indent="-342900">
              <a:lnSpc>
                <a:spcPct val="120000"/>
              </a:lnSpc>
              <a:spcBef>
                <a:spcPct val="20000"/>
              </a:spcBef>
            </a:pPr>
            <a:r>
              <a:rPr lang="en-US" altLang="zh-CN" dirty="0">
                <a:solidFill>
                  <a:srgbClr val="FFFF00"/>
                </a:solidFill>
                <a:latin typeface="楷体_GB2312" pitchFamily="49" charset="-122"/>
                <a:sym typeface="Symbol" panose="05050102010706020507" pitchFamily="18" charset="2"/>
              </a:rPr>
              <a:t>      </a:t>
            </a:r>
            <a:r>
              <a:rPr lang="zh-CN" altLang="en-US" dirty="0">
                <a:solidFill>
                  <a:srgbClr val="FFFF00"/>
                </a:solidFill>
                <a:latin typeface="楷体_GB2312" pitchFamily="49" charset="-122"/>
                <a:sym typeface="Symbol" panose="05050102010706020507" pitchFamily="18" charset="2"/>
              </a:rPr>
              <a:t>一个复杂二端口网络可以看作是由若干简单的二端口按某种方式连接而成，这将使电路分析得到简化。</a:t>
            </a:r>
            <a:endParaRPr lang="zh-CN" altLang="en-US" dirty="0">
              <a:solidFill>
                <a:srgbClr val="FFFF00"/>
              </a:solidFill>
              <a:latin typeface="楷体_GB2312" pitchFamily="49" charset="-122"/>
              <a:sym typeface="Symbol" panose="05050102010706020507" pitchFamily="18" charset="2"/>
            </a:endParaRPr>
          </a:p>
        </p:txBody>
      </p:sp>
      <p:sp>
        <p:nvSpPr>
          <p:cNvPr id="60421" name="Text Box 5"/>
          <p:cNvSpPr txBox="1"/>
          <p:nvPr/>
        </p:nvSpPr>
        <p:spPr>
          <a:xfrm>
            <a:off x="611188" y="2781300"/>
            <a:ext cx="3311525"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1.</a:t>
            </a:r>
            <a:r>
              <a:rPr lang="en-US" altLang="zh-CN" sz="3200" dirty="0">
                <a:latin typeface="楷体_GB2312" pitchFamily="49" charset="-122"/>
              </a:rPr>
              <a:t> </a:t>
            </a:r>
            <a:r>
              <a:rPr lang="zh-CN" altLang="en-US" sz="3200" dirty="0">
                <a:latin typeface="楷体_GB2312" pitchFamily="49" charset="-122"/>
              </a:rPr>
              <a:t>级联</a:t>
            </a:r>
            <a:r>
              <a:rPr lang="en-US" altLang="zh-CN" sz="3200" dirty="0">
                <a:latin typeface="楷体_GB2312" pitchFamily="49" charset="-122"/>
              </a:rPr>
              <a:t>(</a:t>
            </a:r>
            <a:r>
              <a:rPr lang="zh-CN" altLang="en-US" sz="3200" dirty="0">
                <a:latin typeface="楷体_GB2312" pitchFamily="49" charset="-122"/>
              </a:rPr>
              <a:t>链联</a:t>
            </a:r>
            <a:r>
              <a:rPr lang="en-US" altLang="zh-CN" sz="3200" dirty="0">
                <a:latin typeface="楷体_GB2312" pitchFamily="49" charset="-122"/>
              </a:rPr>
              <a:t>)</a:t>
            </a:r>
            <a:endParaRPr lang="en-US" altLang="zh-CN" sz="3200" dirty="0">
              <a:latin typeface="楷体_GB2312" pitchFamily="49" charset="-122"/>
            </a:endParaRPr>
          </a:p>
        </p:txBody>
      </p:sp>
      <p:grpSp>
        <p:nvGrpSpPr>
          <p:cNvPr id="2" name="Group 136"/>
          <p:cNvGrpSpPr/>
          <p:nvPr/>
        </p:nvGrpSpPr>
        <p:grpSpPr>
          <a:xfrm>
            <a:off x="312738" y="3716338"/>
            <a:ext cx="1165225" cy="1647825"/>
            <a:chOff x="197" y="2341"/>
            <a:chExt cx="734" cy="1038"/>
          </a:xfrm>
        </p:grpSpPr>
        <p:sp>
          <p:nvSpPr>
            <p:cNvPr id="40010" name="Line 28"/>
            <p:cNvSpPr/>
            <p:nvPr/>
          </p:nvSpPr>
          <p:spPr>
            <a:xfrm>
              <a:off x="357" y="2749"/>
              <a:ext cx="574" cy="1"/>
            </a:xfrm>
            <a:prstGeom prst="line">
              <a:avLst/>
            </a:prstGeom>
            <a:ln w="38100" cap="flat" cmpd="sng">
              <a:solidFill>
                <a:srgbClr val="FF3300"/>
              </a:solidFill>
              <a:prstDash val="solid"/>
              <a:headEnd type="none" w="med" len="med"/>
              <a:tailEnd type="none" w="med" len="med"/>
            </a:ln>
          </p:spPr>
        </p:sp>
        <p:sp>
          <p:nvSpPr>
            <p:cNvPr id="40011" name="Line 29"/>
            <p:cNvSpPr/>
            <p:nvPr/>
          </p:nvSpPr>
          <p:spPr>
            <a:xfrm flipV="1">
              <a:off x="357" y="3345"/>
              <a:ext cx="562" cy="0"/>
            </a:xfrm>
            <a:prstGeom prst="line">
              <a:avLst/>
            </a:prstGeom>
            <a:ln w="38100" cap="flat" cmpd="sng">
              <a:solidFill>
                <a:srgbClr val="FF3300"/>
              </a:solidFill>
              <a:prstDash val="solid"/>
              <a:headEnd type="none" w="med" len="med"/>
              <a:tailEnd type="none" w="med" len="med"/>
            </a:ln>
          </p:spPr>
        </p:sp>
        <p:sp>
          <p:nvSpPr>
            <p:cNvPr id="40012" name="Line 30"/>
            <p:cNvSpPr/>
            <p:nvPr/>
          </p:nvSpPr>
          <p:spPr>
            <a:xfrm>
              <a:off x="431" y="2750"/>
              <a:ext cx="294" cy="0"/>
            </a:xfrm>
            <a:prstGeom prst="line">
              <a:avLst/>
            </a:prstGeom>
            <a:ln w="28575" cap="flat" cmpd="sng">
              <a:solidFill>
                <a:srgbClr val="00FFFF"/>
              </a:solidFill>
              <a:prstDash val="solid"/>
              <a:headEnd type="none" w="med" len="med"/>
              <a:tailEnd type="triangle" w="med" len="med"/>
            </a:ln>
          </p:spPr>
        </p:sp>
        <p:sp>
          <p:nvSpPr>
            <p:cNvPr id="40013" name="Text Box 31"/>
            <p:cNvSpPr txBox="1"/>
            <p:nvPr/>
          </p:nvSpPr>
          <p:spPr>
            <a:xfrm>
              <a:off x="198" y="2727"/>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0014" name="Text Box 32"/>
            <p:cNvSpPr txBox="1"/>
            <p:nvPr/>
          </p:nvSpPr>
          <p:spPr>
            <a:xfrm>
              <a:off x="203" y="3091"/>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graphicFrame>
          <p:nvGraphicFramePr>
            <p:cNvPr id="39948" name="Object 33"/>
            <p:cNvGraphicFramePr/>
            <p:nvPr/>
          </p:nvGraphicFramePr>
          <p:xfrm>
            <a:off x="476" y="2341"/>
            <a:ext cx="208" cy="372"/>
          </p:xfrm>
          <a:graphic>
            <a:graphicData uri="http://schemas.openxmlformats.org/presentationml/2006/ole">
              <mc:AlternateContent xmlns:mc="http://schemas.openxmlformats.org/markup-compatibility/2006">
                <mc:Choice xmlns:v="urn:schemas-microsoft-com:vml" Requires="v">
                  <p:oleObj spid="_x0000_s3351" name="" r:id="rId1" imgW="165100" imgH="291465" progId="Equation.3">
                    <p:embed/>
                  </p:oleObj>
                </mc:Choice>
                <mc:Fallback>
                  <p:oleObj name="" r:id="rId1" imgW="165100" imgH="291465" progId="Equation.3">
                    <p:embed/>
                    <p:pic>
                      <p:nvPicPr>
                        <p:cNvPr id="0" name="图片 3350"/>
                        <p:cNvPicPr/>
                        <p:nvPr/>
                      </p:nvPicPr>
                      <p:blipFill>
                        <a:blip r:embed="rId2">
                          <a:clrChange>
                            <a:clrFrom>
                              <a:srgbClr val="000000"/>
                            </a:clrFrom>
                            <a:clrTo>
                              <a:srgbClr val="FFFF00"/>
                            </a:clrTo>
                          </a:clrChange>
                        </a:blip>
                        <a:stretch>
                          <a:fillRect/>
                        </a:stretch>
                      </p:blipFill>
                      <p:spPr>
                        <a:xfrm>
                          <a:off x="476" y="2341"/>
                          <a:ext cx="208" cy="372"/>
                        </a:xfrm>
                        <a:prstGeom prst="rect">
                          <a:avLst/>
                        </a:prstGeom>
                        <a:noFill/>
                        <a:ln w="38100">
                          <a:noFill/>
                          <a:miter/>
                        </a:ln>
                      </p:spPr>
                    </p:pic>
                  </p:oleObj>
                </mc:Fallback>
              </mc:AlternateContent>
            </a:graphicData>
          </a:graphic>
        </p:graphicFrame>
        <p:sp>
          <p:nvSpPr>
            <p:cNvPr id="40015" name="Oval 34"/>
            <p:cNvSpPr/>
            <p:nvPr/>
          </p:nvSpPr>
          <p:spPr>
            <a:xfrm>
              <a:off x="283" y="2712"/>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0016" name="Oval 35"/>
            <p:cNvSpPr/>
            <p:nvPr/>
          </p:nvSpPr>
          <p:spPr>
            <a:xfrm>
              <a:off x="283" y="3306"/>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39949" name="Object 36"/>
            <p:cNvGraphicFramePr/>
            <p:nvPr/>
          </p:nvGraphicFramePr>
          <p:xfrm>
            <a:off x="197" y="2820"/>
            <a:ext cx="272" cy="371"/>
          </p:xfrm>
          <a:graphic>
            <a:graphicData uri="http://schemas.openxmlformats.org/presentationml/2006/ole">
              <mc:AlternateContent xmlns:mc="http://schemas.openxmlformats.org/markup-compatibility/2006">
                <mc:Choice xmlns:v="urn:schemas-microsoft-com:vml" Requires="v">
                  <p:oleObj spid="_x0000_s3348" name="" r:id="rId3" imgW="215900" imgH="291465" progId="Equation.3">
                    <p:embed/>
                  </p:oleObj>
                </mc:Choice>
                <mc:Fallback>
                  <p:oleObj name="" r:id="rId3" imgW="215900" imgH="291465" progId="Equation.3">
                    <p:embed/>
                    <p:pic>
                      <p:nvPicPr>
                        <p:cNvPr id="0" name="图片 3347"/>
                        <p:cNvPicPr/>
                        <p:nvPr/>
                      </p:nvPicPr>
                      <p:blipFill>
                        <a:blip r:embed="rId4">
                          <a:clrChange>
                            <a:clrFrom>
                              <a:srgbClr val="000000"/>
                            </a:clrFrom>
                            <a:clrTo>
                              <a:srgbClr val="FFFF00"/>
                            </a:clrTo>
                          </a:clrChange>
                        </a:blip>
                        <a:stretch>
                          <a:fillRect/>
                        </a:stretch>
                      </p:blipFill>
                      <p:spPr>
                        <a:xfrm>
                          <a:off x="197" y="2820"/>
                          <a:ext cx="272" cy="371"/>
                        </a:xfrm>
                        <a:prstGeom prst="rect">
                          <a:avLst/>
                        </a:prstGeom>
                        <a:noFill/>
                        <a:ln w="38100">
                          <a:noFill/>
                          <a:miter/>
                        </a:ln>
                      </p:spPr>
                    </p:pic>
                  </p:oleObj>
                </mc:Fallback>
              </mc:AlternateContent>
            </a:graphicData>
          </a:graphic>
        </p:graphicFrame>
      </p:grpSp>
      <p:grpSp>
        <p:nvGrpSpPr>
          <p:cNvPr id="3" name="Group 137"/>
          <p:cNvGrpSpPr/>
          <p:nvPr/>
        </p:nvGrpSpPr>
        <p:grpSpPr>
          <a:xfrm>
            <a:off x="7554913" y="3789363"/>
            <a:ext cx="1214437" cy="1576387"/>
            <a:chOff x="4759" y="2387"/>
            <a:chExt cx="765" cy="993"/>
          </a:xfrm>
        </p:grpSpPr>
        <p:sp>
          <p:nvSpPr>
            <p:cNvPr id="40003" name="Line 38"/>
            <p:cNvSpPr/>
            <p:nvPr/>
          </p:nvSpPr>
          <p:spPr>
            <a:xfrm>
              <a:off x="4759" y="2769"/>
              <a:ext cx="556" cy="1"/>
            </a:xfrm>
            <a:prstGeom prst="line">
              <a:avLst/>
            </a:prstGeom>
            <a:ln w="38100" cap="flat" cmpd="sng">
              <a:solidFill>
                <a:srgbClr val="FF3300"/>
              </a:solidFill>
              <a:prstDash val="solid"/>
              <a:headEnd type="none" w="med" len="med"/>
              <a:tailEnd type="none" w="med" len="med"/>
            </a:ln>
          </p:spPr>
        </p:sp>
        <p:sp>
          <p:nvSpPr>
            <p:cNvPr id="40004" name="Line 39"/>
            <p:cNvSpPr/>
            <p:nvPr/>
          </p:nvSpPr>
          <p:spPr>
            <a:xfrm>
              <a:off x="4763" y="3350"/>
              <a:ext cx="550" cy="1"/>
            </a:xfrm>
            <a:prstGeom prst="line">
              <a:avLst/>
            </a:prstGeom>
            <a:ln w="38100" cap="flat" cmpd="sng">
              <a:solidFill>
                <a:srgbClr val="FF3300"/>
              </a:solidFill>
              <a:prstDash val="solid"/>
              <a:headEnd type="none" w="med" len="med"/>
              <a:tailEnd type="none" w="med" len="med"/>
            </a:ln>
          </p:spPr>
        </p:sp>
        <p:sp>
          <p:nvSpPr>
            <p:cNvPr id="40005" name="Line 40"/>
            <p:cNvSpPr/>
            <p:nvPr/>
          </p:nvSpPr>
          <p:spPr>
            <a:xfrm flipH="1">
              <a:off x="4921" y="2768"/>
              <a:ext cx="294" cy="0"/>
            </a:xfrm>
            <a:prstGeom prst="line">
              <a:avLst/>
            </a:prstGeom>
            <a:ln w="28575" cap="flat" cmpd="sng">
              <a:solidFill>
                <a:srgbClr val="00FFFF"/>
              </a:solidFill>
              <a:prstDash val="solid"/>
              <a:headEnd type="none" w="med" len="med"/>
              <a:tailEnd type="triangle" w="med" len="med"/>
            </a:ln>
          </p:spPr>
        </p:sp>
        <p:sp>
          <p:nvSpPr>
            <p:cNvPr id="40006" name="Text Box 41"/>
            <p:cNvSpPr txBox="1"/>
            <p:nvPr/>
          </p:nvSpPr>
          <p:spPr>
            <a:xfrm>
              <a:off x="5231" y="2739"/>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0007" name="Text Box 42"/>
            <p:cNvSpPr txBox="1"/>
            <p:nvPr/>
          </p:nvSpPr>
          <p:spPr>
            <a:xfrm>
              <a:off x="5242" y="3085"/>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0008" name="Oval 43"/>
            <p:cNvSpPr/>
            <p:nvPr/>
          </p:nvSpPr>
          <p:spPr>
            <a:xfrm>
              <a:off x="5310" y="2730"/>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0009" name="Oval 44"/>
            <p:cNvSpPr/>
            <p:nvPr/>
          </p:nvSpPr>
          <p:spPr>
            <a:xfrm>
              <a:off x="5316" y="3312"/>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39946" name="Object 45"/>
            <p:cNvGraphicFramePr/>
            <p:nvPr/>
          </p:nvGraphicFramePr>
          <p:xfrm>
            <a:off x="5012" y="2387"/>
            <a:ext cx="240" cy="370"/>
          </p:xfrm>
          <a:graphic>
            <a:graphicData uri="http://schemas.openxmlformats.org/presentationml/2006/ole">
              <mc:AlternateContent xmlns:mc="http://schemas.openxmlformats.org/markup-compatibility/2006">
                <mc:Choice xmlns:v="urn:schemas-microsoft-com:vml" Requires="v">
                  <p:oleObj spid="_x0000_s3349" name="" r:id="rId5" imgW="190500" imgH="292100" progId="Equation.3">
                    <p:embed/>
                  </p:oleObj>
                </mc:Choice>
                <mc:Fallback>
                  <p:oleObj name="" r:id="rId5" imgW="190500" imgH="292100" progId="Equation.3">
                    <p:embed/>
                    <p:pic>
                      <p:nvPicPr>
                        <p:cNvPr id="0" name="图片 3348"/>
                        <p:cNvPicPr/>
                        <p:nvPr/>
                      </p:nvPicPr>
                      <p:blipFill>
                        <a:blip r:embed="rId6">
                          <a:clrChange>
                            <a:clrFrom>
                              <a:srgbClr val="000000"/>
                            </a:clrFrom>
                            <a:clrTo>
                              <a:srgbClr val="FFFF00"/>
                            </a:clrTo>
                          </a:clrChange>
                        </a:blip>
                        <a:stretch>
                          <a:fillRect/>
                        </a:stretch>
                      </p:blipFill>
                      <p:spPr>
                        <a:xfrm>
                          <a:off x="5012" y="2387"/>
                          <a:ext cx="240" cy="370"/>
                        </a:xfrm>
                        <a:prstGeom prst="rect">
                          <a:avLst/>
                        </a:prstGeom>
                        <a:noFill/>
                        <a:ln w="38100">
                          <a:noFill/>
                          <a:miter/>
                        </a:ln>
                      </p:spPr>
                    </p:pic>
                  </p:oleObj>
                </mc:Fallback>
              </mc:AlternateContent>
            </a:graphicData>
          </a:graphic>
        </p:graphicFrame>
        <p:graphicFrame>
          <p:nvGraphicFramePr>
            <p:cNvPr id="39947" name="Object 46"/>
            <p:cNvGraphicFramePr/>
            <p:nvPr/>
          </p:nvGraphicFramePr>
          <p:xfrm>
            <a:off x="5220" y="2832"/>
            <a:ext cx="304" cy="371"/>
          </p:xfrm>
          <a:graphic>
            <a:graphicData uri="http://schemas.openxmlformats.org/presentationml/2006/ole">
              <mc:AlternateContent xmlns:mc="http://schemas.openxmlformats.org/markup-compatibility/2006">
                <mc:Choice xmlns:v="urn:schemas-microsoft-com:vml" Requires="v">
                  <p:oleObj spid="_x0000_s3352" name="" r:id="rId7" imgW="241300" imgH="292100" progId="Equation.3">
                    <p:embed/>
                  </p:oleObj>
                </mc:Choice>
                <mc:Fallback>
                  <p:oleObj name="" r:id="rId7" imgW="241300" imgH="292100" progId="Equation.3">
                    <p:embed/>
                    <p:pic>
                      <p:nvPicPr>
                        <p:cNvPr id="0" name="图片 3351"/>
                        <p:cNvPicPr/>
                        <p:nvPr/>
                      </p:nvPicPr>
                      <p:blipFill>
                        <a:blip r:embed="rId8">
                          <a:clrChange>
                            <a:clrFrom>
                              <a:srgbClr val="000000"/>
                            </a:clrFrom>
                            <a:clrTo>
                              <a:srgbClr val="FFFF00"/>
                            </a:clrTo>
                          </a:clrChange>
                        </a:blip>
                        <a:stretch>
                          <a:fillRect/>
                        </a:stretch>
                      </p:blipFill>
                      <p:spPr>
                        <a:xfrm>
                          <a:off x="5220" y="2832"/>
                          <a:ext cx="304" cy="371"/>
                        </a:xfrm>
                        <a:prstGeom prst="rect">
                          <a:avLst/>
                        </a:prstGeom>
                        <a:noFill/>
                        <a:ln w="38100">
                          <a:noFill/>
                          <a:miter/>
                        </a:ln>
                      </p:spPr>
                    </p:pic>
                  </p:oleObj>
                </mc:Fallback>
              </mc:AlternateContent>
            </a:graphicData>
          </a:graphic>
        </p:graphicFrame>
      </p:grpSp>
      <p:grpSp>
        <p:nvGrpSpPr>
          <p:cNvPr id="4" name="Group 68"/>
          <p:cNvGrpSpPr/>
          <p:nvPr/>
        </p:nvGrpSpPr>
        <p:grpSpPr>
          <a:xfrm>
            <a:off x="4125913" y="4381500"/>
            <a:ext cx="762000" cy="923925"/>
            <a:chOff x="2790" y="1164"/>
            <a:chExt cx="480" cy="582"/>
          </a:xfrm>
        </p:grpSpPr>
        <p:sp>
          <p:nvSpPr>
            <p:cNvPr id="40001" name="Line 69"/>
            <p:cNvSpPr/>
            <p:nvPr/>
          </p:nvSpPr>
          <p:spPr>
            <a:xfrm>
              <a:off x="2790" y="1164"/>
              <a:ext cx="474" cy="0"/>
            </a:xfrm>
            <a:prstGeom prst="line">
              <a:avLst/>
            </a:prstGeom>
            <a:ln w="38100" cap="flat" cmpd="sng">
              <a:solidFill>
                <a:srgbClr val="FF3300"/>
              </a:solidFill>
              <a:prstDash val="solid"/>
              <a:headEnd type="none" w="med" len="med"/>
              <a:tailEnd type="none" w="med" len="med"/>
            </a:ln>
          </p:spPr>
        </p:sp>
        <p:sp>
          <p:nvSpPr>
            <p:cNvPr id="40002" name="Line 70"/>
            <p:cNvSpPr/>
            <p:nvPr/>
          </p:nvSpPr>
          <p:spPr>
            <a:xfrm>
              <a:off x="2796" y="1746"/>
              <a:ext cx="474" cy="0"/>
            </a:xfrm>
            <a:prstGeom prst="line">
              <a:avLst/>
            </a:prstGeom>
            <a:ln w="38100" cap="flat" cmpd="sng">
              <a:solidFill>
                <a:srgbClr val="FF3300"/>
              </a:solidFill>
              <a:prstDash val="solid"/>
              <a:headEnd type="none" w="med" len="med"/>
              <a:tailEnd type="none" w="med" len="med"/>
            </a:ln>
          </p:spPr>
        </p:sp>
      </p:grpSp>
      <p:sp>
        <p:nvSpPr>
          <p:cNvPr id="60487" name="Rectangle 71"/>
          <p:cNvSpPr/>
          <p:nvPr/>
        </p:nvSpPr>
        <p:spPr>
          <a:xfrm>
            <a:off x="1258888" y="3789363"/>
            <a:ext cx="6477000" cy="2019300"/>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60488" name="Rectangle 72"/>
          <p:cNvSpPr/>
          <p:nvPr/>
        </p:nvSpPr>
        <p:spPr>
          <a:xfrm>
            <a:off x="4140200" y="3716338"/>
            <a:ext cx="635000" cy="641350"/>
          </a:xfrm>
          <a:prstGeom prst="rect">
            <a:avLst/>
          </a:prstGeom>
          <a:noFill/>
          <a:ln w="9525">
            <a:noFill/>
          </a:ln>
        </p:spPr>
        <p:txBody>
          <a:bodyPr anchor="ctr" anchorCtr="0">
            <a:spAutoFit/>
          </a:bodyPr>
          <a:p>
            <a:pPr algn="ctr"/>
            <a:r>
              <a:rPr lang="en-US" altLang="zh-CN" sz="3600" b="0" i="1" dirty="0">
                <a:solidFill>
                  <a:srgbClr val="FF3300"/>
                </a:solidFill>
                <a:latin typeface="Times New Roman" panose="02020603050405020304" pitchFamily="18" charset="0"/>
                <a:ea typeface="宋体" panose="02010600030101010101" pitchFamily="2" charset="-122"/>
              </a:rPr>
              <a:t>T</a:t>
            </a:r>
            <a:endParaRPr lang="en-US" altLang="zh-CN" sz="3600" b="0" dirty="0">
              <a:solidFill>
                <a:srgbClr val="FF3300"/>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39958" name="Group 77"/>
          <p:cNvGrpSpPr/>
          <p:nvPr/>
        </p:nvGrpSpPr>
        <p:grpSpPr>
          <a:xfrm>
            <a:off x="8316913" y="6446838"/>
            <a:ext cx="792162" cy="366712"/>
            <a:chOff x="5193" y="4020"/>
            <a:chExt cx="499" cy="231"/>
          </a:xfrm>
        </p:grpSpPr>
        <p:pic>
          <p:nvPicPr>
            <p:cNvPr id="39999" name="Picture 78"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40000" name="Text Box 7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39959" name="Group 80"/>
          <p:cNvGrpSpPr/>
          <p:nvPr/>
        </p:nvGrpSpPr>
        <p:grpSpPr>
          <a:xfrm>
            <a:off x="7453313" y="6446838"/>
            <a:ext cx="792162" cy="366712"/>
            <a:chOff x="4649" y="4020"/>
            <a:chExt cx="499" cy="231"/>
          </a:xfrm>
        </p:grpSpPr>
        <p:pic>
          <p:nvPicPr>
            <p:cNvPr id="39997" name="Picture 81"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39998" name="Text Box 8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7" name="Group 134"/>
          <p:cNvGrpSpPr/>
          <p:nvPr/>
        </p:nvGrpSpPr>
        <p:grpSpPr>
          <a:xfrm>
            <a:off x="1331913" y="3716338"/>
            <a:ext cx="3025775" cy="1803400"/>
            <a:chOff x="839" y="2341"/>
            <a:chExt cx="1906" cy="1136"/>
          </a:xfrm>
        </p:grpSpPr>
        <p:sp>
          <p:nvSpPr>
            <p:cNvPr id="39981" name="Rectangle 87"/>
            <p:cNvSpPr/>
            <p:nvPr/>
          </p:nvSpPr>
          <p:spPr>
            <a:xfrm>
              <a:off x="1405" y="2645"/>
              <a:ext cx="713" cy="832"/>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39982" name="Rectangle 88"/>
            <p:cNvSpPr/>
            <p:nvPr/>
          </p:nvSpPr>
          <p:spPr>
            <a:xfrm>
              <a:off x="1638" y="2842"/>
              <a:ext cx="256" cy="346"/>
            </a:xfrm>
            <a:prstGeom prst="rect">
              <a:avLst/>
            </a:prstGeom>
            <a:noFill/>
            <a:ln w="38100">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39983" name="Line 89"/>
            <p:cNvSpPr/>
            <p:nvPr/>
          </p:nvSpPr>
          <p:spPr>
            <a:xfrm>
              <a:off x="999" y="2763"/>
              <a:ext cx="418" cy="1"/>
            </a:xfrm>
            <a:prstGeom prst="line">
              <a:avLst/>
            </a:prstGeom>
            <a:ln w="28575" cap="flat" cmpd="sng">
              <a:solidFill>
                <a:srgbClr val="FFCC00"/>
              </a:solidFill>
              <a:prstDash val="solid"/>
              <a:headEnd type="none" w="med" len="med"/>
              <a:tailEnd type="none" w="med" len="med"/>
            </a:ln>
          </p:spPr>
        </p:sp>
        <p:sp>
          <p:nvSpPr>
            <p:cNvPr id="39984" name="Line 90"/>
            <p:cNvSpPr/>
            <p:nvPr/>
          </p:nvSpPr>
          <p:spPr>
            <a:xfrm flipV="1">
              <a:off x="993" y="3353"/>
              <a:ext cx="418" cy="0"/>
            </a:xfrm>
            <a:prstGeom prst="line">
              <a:avLst/>
            </a:prstGeom>
            <a:ln w="28575" cap="flat" cmpd="sng">
              <a:solidFill>
                <a:srgbClr val="FFCC00"/>
              </a:solidFill>
              <a:prstDash val="solid"/>
              <a:headEnd type="none" w="med" len="med"/>
              <a:tailEnd type="none" w="med" len="med"/>
            </a:ln>
          </p:spPr>
        </p:sp>
        <p:sp>
          <p:nvSpPr>
            <p:cNvPr id="39985" name="Line 91"/>
            <p:cNvSpPr/>
            <p:nvPr/>
          </p:nvSpPr>
          <p:spPr>
            <a:xfrm>
              <a:off x="1066" y="2768"/>
              <a:ext cx="294" cy="0"/>
            </a:xfrm>
            <a:prstGeom prst="line">
              <a:avLst/>
            </a:prstGeom>
            <a:ln w="28575" cap="flat" cmpd="sng">
              <a:solidFill>
                <a:srgbClr val="00FFFF"/>
              </a:solidFill>
              <a:prstDash val="solid"/>
              <a:headEnd type="none" w="med" len="med"/>
              <a:tailEnd type="triangle" w="med" len="med"/>
            </a:ln>
          </p:spPr>
        </p:sp>
        <p:sp>
          <p:nvSpPr>
            <p:cNvPr id="39986" name="Text Box 92"/>
            <p:cNvSpPr txBox="1"/>
            <p:nvPr/>
          </p:nvSpPr>
          <p:spPr>
            <a:xfrm>
              <a:off x="840" y="2741"/>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39987" name="Text Box 93"/>
            <p:cNvSpPr txBox="1"/>
            <p:nvPr/>
          </p:nvSpPr>
          <p:spPr>
            <a:xfrm>
              <a:off x="845" y="3105"/>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9988" name="Line 94"/>
            <p:cNvSpPr/>
            <p:nvPr/>
          </p:nvSpPr>
          <p:spPr>
            <a:xfrm flipV="1">
              <a:off x="2120" y="2772"/>
              <a:ext cx="418" cy="5"/>
            </a:xfrm>
            <a:prstGeom prst="line">
              <a:avLst/>
            </a:prstGeom>
            <a:ln w="28575" cap="flat" cmpd="sng">
              <a:solidFill>
                <a:srgbClr val="FFCC00"/>
              </a:solidFill>
              <a:prstDash val="solid"/>
              <a:headEnd type="none" w="med" len="med"/>
              <a:tailEnd type="none" w="med" len="med"/>
            </a:ln>
          </p:spPr>
        </p:sp>
        <p:sp>
          <p:nvSpPr>
            <p:cNvPr id="39989" name="Line 95"/>
            <p:cNvSpPr/>
            <p:nvPr/>
          </p:nvSpPr>
          <p:spPr>
            <a:xfrm>
              <a:off x="2124" y="3358"/>
              <a:ext cx="418" cy="1"/>
            </a:xfrm>
            <a:prstGeom prst="line">
              <a:avLst/>
            </a:prstGeom>
            <a:ln w="28575" cap="flat" cmpd="sng">
              <a:solidFill>
                <a:srgbClr val="FFCC00"/>
              </a:solidFill>
              <a:prstDash val="solid"/>
              <a:headEnd type="none" w="med" len="med"/>
              <a:tailEnd type="none" w="med" len="med"/>
            </a:ln>
          </p:spPr>
        </p:sp>
        <p:sp>
          <p:nvSpPr>
            <p:cNvPr id="39990" name="Line 96"/>
            <p:cNvSpPr/>
            <p:nvPr/>
          </p:nvSpPr>
          <p:spPr>
            <a:xfrm flipH="1">
              <a:off x="2154" y="2777"/>
              <a:ext cx="294" cy="0"/>
            </a:xfrm>
            <a:prstGeom prst="line">
              <a:avLst/>
            </a:prstGeom>
            <a:ln w="28575" cap="flat" cmpd="sng">
              <a:solidFill>
                <a:srgbClr val="00FFFF"/>
              </a:solidFill>
              <a:prstDash val="solid"/>
              <a:headEnd type="none" w="med" len="med"/>
              <a:tailEnd type="triangle" w="med" len="med"/>
            </a:ln>
          </p:spPr>
        </p:sp>
        <p:sp>
          <p:nvSpPr>
            <p:cNvPr id="39991" name="Text Box 97"/>
            <p:cNvSpPr txBox="1"/>
            <p:nvPr/>
          </p:nvSpPr>
          <p:spPr>
            <a:xfrm>
              <a:off x="2460" y="2747"/>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39992" name="Text Box 98"/>
            <p:cNvSpPr txBox="1"/>
            <p:nvPr/>
          </p:nvSpPr>
          <p:spPr>
            <a:xfrm>
              <a:off x="2471" y="3093"/>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39942" name="Object 99"/>
            <p:cNvGraphicFramePr/>
            <p:nvPr/>
          </p:nvGraphicFramePr>
          <p:xfrm>
            <a:off x="1111" y="2360"/>
            <a:ext cx="208" cy="417"/>
          </p:xfrm>
          <a:graphic>
            <a:graphicData uri="http://schemas.openxmlformats.org/presentationml/2006/ole">
              <mc:AlternateContent xmlns:mc="http://schemas.openxmlformats.org/markup-compatibility/2006">
                <mc:Choice xmlns:v="urn:schemas-microsoft-com:vml" Requires="v">
                  <p:oleObj spid="_x0000_s3354" name="" r:id="rId10" imgW="165100" imgH="329565" progId="Equation.3">
                    <p:embed/>
                  </p:oleObj>
                </mc:Choice>
                <mc:Fallback>
                  <p:oleObj name="" r:id="rId10" imgW="165100" imgH="329565" progId="Equation.3">
                    <p:embed/>
                    <p:pic>
                      <p:nvPicPr>
                        <p:cNvPr id="0" name="图片 3353"/>
                        <p:cNvPicPr/>
                        <p:nvPr/>
                      </p:nvPicPr>
                      <p:blipFill>
                        <a:blip r:embed="rId11">
                          <a:clrChange>
                            <a:clrFrom>
                              <a:srgbClr val="000000"/>
                            </a:clrFrom>
                            <a:clrTo>
                              <a:srgbClr val="FFFFFF"/>
                            </a:clrTo>
                          </a:clrChange>
                        </a:blip>
                        <a:stretch>
                          <a:fillRect/>
                        </a:stretch>
                      </p:blipFill>
                      <p:spPr>
                        <a:xfrm>
                          <a:off x="1111" y="2360"/>
                          <a:ext cx="208" cy="417"/>
                        </a:xfrm>
                        <a:prstGeom prst="rect">
                          <a:avLst/>
                        </a:prstGeom>
                        <a:noFill/>
                        <a:ln w="38100">
                          <a:noFill/>
                          <a:miter/>
                        </a:ln>
                      </p:spPr>
                    </p:pic>
                  </p:oleObj>
                </mc:Fallback>
              </mc:AlternateContent>
            </a:graphicData>
          </a:graphic>
        </p:graphicFrame>
        <p:sp>
          <p:nvSpPr>
            <p:cNvPr id="39993" name="Oval 100"/>
            <p:cNvSpPr/>
            <p:nvPr/>
          </p:nvSpPr>
          <p:spPr>
            <a:xfrm>
              <a:off x="925" y="2726"/>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39994" name="Oval 101"/>
            <p:cNvSpPr/>
            <p:nvPr/>
          </p:nvSpPr>
          <p:spPr>
            <a:xfrm>
              <a:off x="925" y="332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39995" name="Oval 102"/>
            <p:cNvSpPr/>
            <p:nvPr/>
          </p:nvSpPr>
          <p:spPr>
            <a:xfrm>
              <a:off x="2539" y="273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39996" name="Oval 103"/>
            <p:cNvSpPr/>
            <p:nvPr/>
          </p:nvSpPr>
          <p:spPr>
            <a:xfrm>
              <a:off x="2545" y="332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39943" name="Object 104"/>
            <p:cNvGraphicFramePr/>
            <p:nvPr/>
          </p:nvGraphicFramePr>
          <p:xfrm>
            <a:off x="2200" y="2341"/>
            <a:ext cx="240" cy="417"/>
          </p:xfrm>
          <a:graphic>
            <a:graphicData uri="http://schemas.openxmlformats.org/presentationml/2006/ole">
              <mc:AlternateContent xmlns:mc="http://schemas.openxmlformats.org/markup-compatibility/2006">
                <mc:Choice xmlns:v="urn:schemas-microsoft-com:vml" Requires="v">
                  <p:oleObj spid="_x0000_s3355" name="" r:id="rId12" imgW="190500" imgH="330200" progId="Equation.3">
                    <p:embed/>
                  </p:oleObj>
                </mc:Choice>
                <mc:Fallback>
                  <p:oleObj name="" r:id="rId12" imgW="190500" imgH="330200" progId="Equation.3">
                    <p:embed/>
                    <p:pic>
                      <p:nvPicPr>
                        <p:cNvPr id="0" name="图片 3354"/>
                        <p:cNvPicPr/>
                        <p:nvPr/>
                      </p:nvPicPr>
                      <p:blipFill>
                        <a:blip r:embed="rId13">
                          <a:clrChange>
                            <a:clrFrom>
                              <a:srgbClr val="000000"/>
                            </a:clrFrom>
                            <a:clrTo>
                              <a:srgbClr val="FFFFFF"/>
                            </a:clrTo>
                          </a:clrChange>
                        </a:blip>
                        <a:stretch>
                          <a:fillRect/>
                        </a:stretch>
                      </p:blipFill>
                      <p:spPr>
                        <a:xfrm>
                          <a:off x="2200" y="2341"/>
                          <a:ext cx="240" cy="417"/>
                        </a:xfrm>
                        <a:prstGeom prst="rect">
                          <a:avLst/>
                        </a:prstGeom>
                        <a:noFill/>
                        <a:ln w="38100">
                          <a:noFill/>
                          <a:miter/>
                        </a:ln>
                      </p:spPr>
                    </p:pic>
                  </p:oleObj>
                </mc:Fallback>
              </mc:AlternateContent>
            </a:graphicData>
          </a:graphic>
        </p:graphicFrame>
        <p:graphicFrame>
          <p:nvGraphicFramePr>
            <p:cNvPr id="39944" name="Object 105"/>
            <p:cNvGraphicFramePr/>
            <p:nvPr/>
          </p:nvGraphicFramePr>
          <p:xfrm>
            <a:off x="2457" y="2809"/>
            <a:ext cx="288" cy="432"/>
          </p:xfrm>
          <a:graphic>
            <a:graphicData uri="http://schemas.openxmlformats.org/presentationml/2006/ole">
              <mc:AlternateContent xmlns:mc="http://schemas.openxmlformats.org/markup-compatibility/2006">
                <mc:Choice xmlns:v="urn:schemas-microsoft-com:vml" Requires="v">
                  <p:oleObj spid="_x0000_s3356" name="" r:id="rId14" imgW="228600" imgH="342900" progId="Equation.3">
                    <p:embed/>
                  </p:oleObj>
                </mc:Choice>
                <mc:Fallback>
                  <p:oleObj name="" r:id="rId14" imgW="228600" imgH="342900" progId="Equation.3">
                    <p:embed/>
                    <p:pic>
                      <p:nvPicPr>
                        <p:cNvPr id="0" name="图片 3355"/>
                        <p:cNvPicPr/>
                        <p:nvPr/>
                      </p:nvPicPr>
                      <p:blipFill>
                        <a:blip r:embed="rId15">
                          <a:clrChange>
                            <a:clrFrom>
                              <a:srgbClr val="000000"/>
                            </a:clrFrom>
                            <a:clrTo>
                              <a:srgbClr val="FFFFFF"/>
                            </a:clrTo>
                          </a:clrChange>
                        </a:blip>
                        <a:stretch>
                          <a:fillRect/>
                        </a:stretch>
                      </p:blipFill>
                      <p:spPr>
                        <a:xfrm>
                          <a:off x="2457" y="2809"/>
                          <a:ext cx="288" cy="432"/>
                        </a:xfrm>
                        <a:prstGeom prst="rect">
                          <a:avLst/>
                        </a:prstGeom>
                        <a:noFill/>
                        <a:ln w="38100">
                          <a:noFill/>
                          <a:miter/>
                        </a:ln>
                      </p:spPr>
                    </p:pic>
                  </p:oleObj>
                </mc:Fallback>
              </mc:AlternateContent>
            </a:graphicData>
          </a:graphic>
        </p:graphicFrame>
        <p:graphicFrame>
          <p:nvGraphicFramePr>
            <p:cNvPr id="39945" name="Object 106"/>
            <p:cNvGraphicFramePr/>
            <p:nvPr/>
          </p:nvGraphicFramePr>
          <p:xfrm>
            <a:off x="839" y="2811"/>
            <a:ext cx="272" cy="418"/>
          </p:xfrm>
          <a:graphic>
            <a:graphicData uri="http://schemas.openxmlformats.org/presentationml/2006/ole">
              <mc:AlternateContent xmlns:mc="http://schemas.openxmlformats.org/markup-compatibility/2006">
                <mc:Choice xmlns:v="urn:schemas-microsoft-com:vml" Requires="v">
                  <p:oleObj spid="_x0000_s3353" name="" r:id="rId16" imgW="215900" imgH="329565" progId="Equation.3">
                    <p:embed/>
                  </p:oleObj>
                </mc:Choice>
                <mc:Fallback>
                  <p:oleObj name="" r:id="rId16" imgW="215900" imgH="329565" progId="Equation.3">
                    <p:embed/>
                    <p:pic>
                      <p:nvPicPr>
                        <p:cNvPr id="0" name="图片 3352"/>
                        <p:cNvPicPr/>
                        <p:nvPr/>
                      </p:nvPicPr>
                      <p:blipFill>
                        <a:blip r:embed="rId17">
                          <a:clrChange>
                            <a:clrFrom>
                              <a:srgbClr val="000000"/>
                            </a:clrFrom>
                            <a:clrTo>
                              <a:srgbClr val="FFFFFF"/>
                            </a:clrTo>
                          </a:clrChange>
                        </a:blip>
                        <a:stretch>
                          <a:fillRect/>
                        </a:stretch>
                      </p:blipFill>
                      <p:spPr>
                        <a:xfrm>
                          <a:off x="839" y="2811"/>
                          <a:ext cx="272" cy="418"/>
                        </a:xfrm>
                        <a:prstGeom prst="rect">
                          <a:avLst/>
                        </a:prstGeom>
                        <a:noFill/>
                        <a:ln w="38100">
                          <a:noFill/>
                          <a:miter/>
                        </a:ln>
                      </p:spPr>
                    </p:pic>
                  </p:oleObj>
                </mc:Fallback>
              </mc:AlternateContent>
            </a:graphicData>
          </a:graphic>
        </p:graphicFrame>
      </p:grpSp>
      <p:grpSp>
        <p:nvGrpSpPr>
          <p:cNvPr id="8" name="Group 135"/>
          <p:cNvGrpSpPr/>
          <p:nvPr/>
        </p:nvGrpSpPr>
        <p:grpSpPr>
          <a:xfrm>
            <a:off x="4716463" y="3644900"/>
            <a:ext cx="3114675" cy="1851025"/>
            <a:chOff x="2971" y="2296"/>
            <a:chExt cx="1962" cy="1166"/>
          </a:xfrm>
        </p:grpSpPr>
        <p:sp>
          <p:nvSpPr>
            <p:cNvPr id="39965" name="Rectangle 108"/>
            <p:cNvSpPr/>
            <p:nvPr/>
          </p:nvSpPr>
          <p:spPr>
            <a:xfrm>
              <a:off x="3546" y="2630"/>
              <a:ext cx="713" cy="832"/>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zh-CN" sz="2400" dirty="0">
                <a:latin typeface="Arial" panose="020B0604020202020204" pitchFamily="34" charset="0"/>
                <a:ea typeface="仿宋_GB2312" pitchFamily="49" charset="-122"/>
              </a:endParaRPr>
            </a:p>
          </p:txBody>
        </p:sp>
        <p:sp>
          <p:nvSpPr>
            <p:cNvPr id="39966" name="Rectangle 109"/>
            <p:cNvSpPr/>
            <p:nvPr/>
          </p:nvSpPr>
          <p:spPr>
            <a:xfrm>
              <a:off x="3701" y="2827"/>
              <a:ext cx="414" cy="346"/>
            </a:xfrm>
            <a:prstGeom prst="rect">
              <a:avLst/>
            </a:prstGeom>
            <a:noFill/>
            <a:ln w="38100">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endParaRPr>
            </a:p>
          </p:txBody>
        </p:sp>
        <p:sp>
          <p:nvSpPr>
            <p:cNvPr id="39967" name="Line 110"/>
            <p:cNvSpPr/>
            <p:nvPr/>
          </p:nvSpPr>
          <p:spPr>
            <a:xfrm>
              <a:off x="3140" y="2748"/>
              <a:ext cx="418" cy="1"/>
            </a:xfrm>
            <a:prstGeom prst="line">
              <a:avLst/>
            </a:prstGeom>
            <a:ln w="28575" cap="flat" cmpd="sng">
              <a:solidFill>
                <a:srgbClr val="FFCC00"/>
              </a:solidFill>
              <a:prstDash val="solid"/>
              <a:headEnd type="none" w="med" len="med"/>
              <a:tailEnd type="none" w="med" len="med"/>
            </a:ln>
          </p:spPr>
        </p:sp>
        <p:sp>
          <p:nvSpPr>
            <p:cNvPr id="39968" name="Line 111"/>
            <p:cNvSpPr/>
            <p:nvPr/>
          </p:nvSpPr>
          <p:spPr>
            <a:xfrm flipV="1">
              <a:off x="3134" y="3338"/>
              <a:ext cx="418" cy="0"/>
            </a:xfrm>
            <a:prstGeom prst="line">
              <a:avLst/>
            </a:prstGeom>
            <a:ln w="28575" cap="flat" cmpd="sng">
              <a:solidFill>
                <a:srgbClr val="FFCC00"/>
              </a:solidFill>
              <a:prstDash val="solid"/>
              <a:headEnd type="none" w="med" len="med"/>
              <a:tailEnd type="none" w="med" len="med"/>
            </a:ln>
          </p:spPr>
        </p:sp>
        <p:sp>
          <p:nvSpPr>
            <p:cNvPr id="39969" name="Line 112"/>
            <p:cNvSpPr/>
            <p:nvPr/>
          </p:nvSpPr>
          <p:spPr>
            <a:xfrm>
              <a:off x="3198" y="2750"/>
              <a:ext cx="294" cy="0"/>
            </a:xfrm>
            <a:prstGeom prst="line">
              <a:avLst/>
            </a:prstGeom>
            <a:ln w="38100" cap="flat" cmpd="sng">
              <a:solidFill>
                <a:srgbClr val="00FFFF"/>
              </a:solidFill>
              <a:prstDash val="solid"/>
              <a:headEnd type="none" w="med" len="med"/>
              <a:tailEnd type="triangle" w="med" len="med"/>
            </a:ln>
          </p:spPr>
        </p:sp>
        <p:sp>
          <p:nvSpPr>
            <p:cNvPr id="39970" name="Text Box 113"/>
            <p:cNvSpPr txBox="1"/>
            <p:nvPr/>
          </p:nvSpPr>
          <p:spPr>
            <a:xfrm>
              <a:off x="2981" y="2726"/>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39971" name="Text Box 114"/>
            <p:cNvSpPr txBox="1"/>
            <p:nvPr/>
          </p:nvSpPr>
          <p:spPr>
            <a:xfrm>
              <a:off x="2986" y="3090"/>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39972" name="Line 115"/>
            <p:cNvSpPr/>
            <p:nvPr/>
          </p:nvSpPr>
          <p:spPr>
            <a:xfrm flipV="1">
              <a:off x="4261" y="2757"/>
              <a:ext cx="418" cy="5"/>
            </a:xfrm>
            <a:prstGeom prst="line">
              <a:avLst/>
            </a:prstGeom>
            <a:ln w="28575" cap="flat" cmpd="sng">
              <a:solidFill>
                <a:srgbClr val="FFCC00"/>
              </a:solidFill>
              <a:prstDash val="solid"/>
              <a:headEnd type="none" w="med" len="med"/>
              <a:tailEnd type="none" w="med" len="med"/>
            </a:ln>
          </p:spPr>
        </p:sp>
        <p:sp>
          <p:nvSpPr>
            <p:cNvPr id="39973" name="Line 116"/>
            <p:cNvSpPr/>
            <p:nvPr/>
          </p:nvSpPr>
          <p:spPr>
            <a:xfrm>
              <a:off x="4265" y="3343"/>
              <a:ext cx="418" cy="1"/>
            </a:xfrm>
            <a:prstGeom prst="line">
              <a:avLst/>
            </a:prstGeom>
            <a:ln w="28575" cap="flat" cmpd="sng">
              <a:solidFill>
                <a:srgbClr val="FFCC00"/>
              </a:solidFill>
              <a:prstDash val="solid"/>
              <a:headEnd type="none" w="med" len="med"/>
              <a:tailEnd type="none" w="med" len="med"/>
            </a:ln>
          </p:spPr>
        </p:sp>
        <p:sp>
          <p:nvSpPr>
            <p:cNvPr id="39974" name="Line 117"/>
            <p:cNvSpPr/>
            <p:nvPr/>
          </p:nvSpPr>
          <p:spPr>
            <a:xfrm flipH="1">
              <a:off x="4286" y="2759"/>
              <a:ext cx="294" cy="0"/>
            </a:xfrm>
            <a:prstGeom prst="line">
              <a:avLst/>
            </a:prstGeom>
            <a:ln w="28575" cap="flat" cmpd="sng">
              <a:solidFill>
                <a:srgbClr val="00FFFF"/>
              </a:solidFill>
              <a:prstDash val="solid"/>
              <a:headEnd type="none" w="med" len="med"/>
              <a:tailEnd type="triangle" w="med" len="med"/>
            </a:ln>
          </p:spPr>
        </p:sp>
        <p:sp>
          <p:nvSpPr>
            <p:cNvPr id="39975" name="Text Box 118"/>
            <p:cNvSpPr txBox="1"/>
            <p:nvPr/>
          </p:nvSpPr>
          <p:spPr>
            <a:xfrm>
              <a:off x="4601" y="2732"/>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39976" name="Text Box 119"/>
            <p:cNvSpPr txBox="1"/>
            <p:nvPr/>
          </p:nvSpPr>
          <p:spPr>
            <a:xfrm>
              <a:off x="4612" y="3078"/>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39938" name="Object 120"/>
            <p:cNvGraphicFramePr/>
            <p:nvPr/>
          </p:nvGraphicFramePr>
          <p:xfrm>
            <a:off x="3198" y="2341"/>
            <a:ext cx="226" cy="418"/>
          </p:xfrm>
          <a:graphic>
            <a:graphicData uri="http://schemas.openxmlformats.org/presentationml/2006/ole">
              <mc:AlternateContent xmlns:mc="http://schemas.openxmlformats.org/markup-compatibility/2006">
                <mc:Choice xmlns:v="urn:schemas-microsoft-com:vml" Requires="v">
                  <p:oleObj spid="_x0000_s3357" name="" r:id="rId18" imgW="177800" imgH="329565" progId="Equation.3">
                    <p:embed/>
                  </p:oleObj>
                </mc:Choice>
                <mc:Fallback>
                  <p:oleObj name="" r:id="rId18" imgW="177800" imgH="329565" progId="Equation.3">
                    <p:embed/>
                    <p:pic>
                      <p:nvPicPr>
                        <p:cNvPr id="0" name="图片 3356"/>
                        <p:cNvPicPr/>
                        <p:nvPr/>
                      </p:nvPicPr>
                      <p:blipFill>
                        <a:blip r:embed="rId19">
                          <a:clrChange>
                            <a:clrFrom>
                              <a:srgbClr val="000000"/>
                            </a:clrFrom>
                            <a:clrTo>
                              <a:srgbClr val="FFFFFF"/>
                            </a:clrTo>
                          </a:clrChange>
                        </a:blip>
                        <a:stretch>
                          <a:fillRect/>
                        </a:stretch>
                      </p:blipFill>
                      <p:spPr>
                        <a:xfrm>
                          <a:off x="3198" y="2341"/>
                          <a:ext cx="226" cy="418"/>
                        </a:xfrm>
                        <a:prstGeom prst="rect">
                          <a:avLst/>
                        </a:prstGeom>
                        <a:noFill/>
                        <a:ln w="38100">
                          <a:noFill/>
                          <a:miter/>
                        </a:ln>
                      </p:spPr>
                    </p:pic>
                  </p:oleObj>
                </mc:Fallback>
              </mc:AlternateContent>
            </a:graphicData>
          </a:graphic>
        </p:graphicFrame>
        <p:sp>
          <p:nvSpPr>
            <p:cNvPr id="39977" name="Oval 121"/>
            <p:cNvSpPr/>
            <p:nvPr/>
          </p:nvSpPr>
          <p:spPr>
            <a:xfrm>
              <a:off x="3066" y="2711"/>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39978" name="Oval 122"/>
            <p:cNvSpPr/>
            <p:nvPr/>
          </p:nvSpPr>
          <p:spPr>
            <a:xfrm>
              <a:off x="3066" y="330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39979" name="Oval 123"/>
            <p:cNvSpPr/>
            <p:nvPr/>
          </p:nvSpPr>
          <p:spPr>
            <a:xfrm>
              <a:off x="4680" y="272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39980" name="Oval 124"/>
            <p:cNvSpPr/>
            <p:nvPr/>
          </p:nvSpPr>
          <p:spPr>
            <a:xfrm>
              <a:off x="4686" y="330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39939" name="Object 125"/>
            <p:cNvGraphicFramePr/>
            <p:nvPr/>
          </p:nvGraphicFramePr>
          <p:xfrm>
            <a:off x="4303" y="2296"/>
            <a:ext cx="301" cy="462"/>
          </p:xfrm>
          <a:graphic>
            <a:graphicData uri="http://schemas.openxmlformats.org/presentationml/2006/ole">
              <mc:AlternateContent xmlns:mc="http://schemas.openxmlformats.org/markup-compatibility/2006">
                <mc:Choice xmlns:v="urn:schemas-microsoft-com:vml" Requires="v">
                  <p:oleObj spid="_x0000_s3363" name="" r:id="rId20" imgW="190500" imgH="330200" progId="Equation.DSMT4">
                    <p:embed/>
                  </p:oleObj>
                </mc:Choice>
                <mc:Fallback>
                  <p:oleObj name="" r:id="rId20" imgW="190500" imgH="330200" progId="Equation.DSMT4">
                    <p:embed/>
                    <p:pic>
                      <p:nvPicPr>
                        <p:cNvPr id="0" name="图片 3362"/>
                        <p:cNvPicPr/>
                        <p:nvPr/>
                      </p:nvPicPr>
                      <p:blipFill>
                        <a:blip r:embed="rId21">
                          <a:clrChange>
                            <a:clrFrom>
                              <a:srgbClr val="000000"/>
                            </a:clrFrom>
                            <a:clrTo>
                              <a:srgbClr val="FFFFFF"/>
                            </a:clrTo>
                          </a:clrChange>
                        </a:blip>
                        <a:stretch>
                          <a:fillRect/>
                        </a:stretch>
                      </p:blipFill>
                      <p:spPr>
                        <a:xfrm>
                          <a:off x="4303" y="2296"/>
                          <a:ext cx="301" cy="462"/>
                        </a:xfrm>
                        <a:prstGeom prst="rect">
                          <a:avLst/>
                        </a:prstGeom>
                        <a:noFill/>
                        <a:ln w="38100">
                          <a:noFill/>
                          <a:miter/>
                        </a:ln>
                      </p:spPr>
                    </p:pic>
                  </p:oleObj>
                </mc:Fallback>
              </mc:AlternateContent>
            </a:graphicData>
          </a:graphic>
        </p:graphicFrame>
        <p:graphicFrame>
          <p:nvGraphicFramePr>
            <p:cNvPr id="39940" name="Object 126"/>
            <p:cNvGraphicFramePr/>
            <p:nvPr/>
          </p:nvGraphicFramePr>
          <p:xfrm>
            <a:off x="4558" y="2795"/>
            <a:ext cx="375" cy="469"/>
          </p:xfrm>
          <a:graphic>
            <a:graphicData uri="http://schemas.openxmlformats.org/presentationml/2006/ole">
              <mc:AlternateContent xmlns:mc="http://schemas.openxmlformats.org/markup-compatibility/2006">
                <mc:Choice xmlns:v="urn:schemas-microsoft-com:vml" Requires="v">
                  <p:oleObj spid="_x0000_s3359" name="" r:id="rId22" imgW="241300" imgH="330200" progId="Equation.3">
                    <p:embed/>
                  </p:oleObj>
                </mc:Choice>
                <mc:Fallback>
                  <p:oleObj name="" r:id="rId22" imgW="241300" imgH="330200" progId="Equation.3">
                    <p:embed/>
                    <p:pic>
                      <p:nvPicPr>
                        <p:cNvPr id="0" name="图片 3358"/>
                        <p:cNvPicPr/>
                        <p:nvPr/>
                      </p:nvPicPr>
                      <p:blipFill>
                        <a:blip r:embed="rId23">
                          <a:clrChange>
                            <a:clrFrom>
                              <a:srgbClr val="000000"/>
                            </a:clrFrom>
                            <a:clrTo>
                              <a:srgbClr val="FFFFFF"/>
                            </a:clrTo>
                          </a:clrChange>
                        </a:blip>
                        <a:stretch>
                          <a:fillRect/>
                        </a:stretch>
                      </p:blipFill>
                      <p:spPr>
                        <a:xfrm>
                          <a:off x="4558" y="2795"/>
                          <a:ext cx="375" cy="469"/>
                        </a:xfrm>
                        <a:prstGeom prst="rect">
                          <a:avLst/>
                        </a:prstGeom>
                        <a:noFill/>
                        <a:ln w="38100">
                          <a:noFill/>
                          <a:miter/>
                        </a:ln>
                      </p:spPr>
                    </p:pic>
                  </p:oleObj>
                </mc:Fallback>
              </mc:AlternateContent>
            </a:graphicData>
          </a:graphic>
        </p:graphicFrame>
        <p:graphicFrame>
          <p:nvGraphicFramePr>
            <p:cNvPr id="39941" name="Object 127"/>
            <p:cNvGraphicFramePr/>
            <p:nvPr/>
          </p:nvGraphicFramePr>
          <p:xfrm>
            <a:off x="2971" y="2796"/>
            <a:ext cx="290" cy="417"/>
          </p:xfrm>
          <a:graphic>
            <a:graphicData uri="http://schemas.openxmlformats.org/presentationml/2006/ole">
              <mc:AlternateContent xmlns:mc="http://schemas.openxmlformats.org/markup-compatibility/2006">
                <mc:Choice xmlns:v="urn:schemas-microsoft-com:vml" Requires="v">
                  <p:oleObj spid="_x0000_s3365" name="" r:id="rId24" imgW="228600" imgH="330200" progId="Equation.3">
                    <p:embed/>
                  </p:oleObj>
                </mc:Choice>
                <mc:Fallback>
                  <p:oleObj name="" r:id="rId24" imgW="228600" imgH="330200" progId="Equation.3">
                    <p:embed/>
                    <p:pic>
                      <p:nvPicPr>
                        <p:cNvPr id="0" name="图片 3364"/>
                        <p:cNvPicPr/>
                        <p:nvPr/>
                      </p:nvPicPr>
                      <p:blipFill>
                        <a:blip r:embed="rId25">
                          <a:clrChange>
                            <a:clrFrom>
                              <a:srgbClr val="000000"/>
                            </a:clrFrom>
                            <a:clrTo>
                              <a:srgbClr val="FFFFFF"/>
                            </a:clrTo>
                          </a:clrChange>
                        </a:blip>
                        <a:stretch>
                          <a:fillRect/>
                        </a:stretch>
                      </p:blipFill>
                      <p:spPr>
                        <a:xfrm>
                          <a:off x="2971" y="2796"/>
                          <a:ext cx="290" cy="417"/>
                        </a:xfrm>
                        <a:prstGeom prst="rect">
                          <a:avLst/>
                        </a:prstGeom>
                        <a:noFill/>
                        <a:ln w="38100">
                          <a:noFill/>
                          <a:miter/>
                        </a:ln>
                      </p:spPr>
                    </p:pic>
                  </p:oleObj>
                </mc:Fallback>
              </mc:AlternateContent>
            </a:graphicData>
          </a:graphic>
        </p:graphicFrame>
      </p:grpSp>
      <p:grpSp>
        <p:nvGrpSpPr>
          <p:cNvPr id="39962" name="Group 131"/>
          <p:cNvGrpSpPr/>
          <p:nvPr/>
        </p:nvGrpSpPr>
        <p:grpSpPr>
          <a:xfrm>
            <a:off x="6588125" y="6446838"/>
            <a:ext cx="792163" cy="366712"/>
            <a:chOff x="4649" y="4020"/>
            <a:chExt cx="499" cy="231"/>
          </a:xfrm>
        </p:grpSpPr>
        <p:pic>
          <p:nvPicPr>
            <p:cNvPr id="39963" name="Picture 132"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39964" name="Text Box 13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additive="base">
                                        <p:cTn id="7" dur="500" fill="hold"/>
                                        <p:tgtEl>
                                          <p:spTgt spid="60418"/>
                                        </p:tgtEl>
                                        <p:attrNameLst>
                                          <p:attrName>ppt_x</p:attrName>
                                        </p:attrNameLst>
                                      </p:cBhvr>
                                      <p:tavLst>
                                        <p:tav tm="0">
                                          <p:val>
                                            <p:strVal val="0-#ppt_w/2"/>
                                          </p:val>
                                        </p:tav>
                                        <p:tav tm="100000">
                                          <p:val>
                                            <p:strVal val="#ppt_x"/>
                                          </p:val>
                                        </p:tav>
                                      </p:tavLst>
                                    </p:anim>
                                    <p:anim calcmode="lin" valueType="num">
                                      <p:cBhvr additive="base">
                                        <p:cTn id="8" dur="500" fill="hold"/>
                                        <p:tgtEl>
                                          <p:spTgt spid="604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slide(fromBottom)">
                                      <p:cBhvr>
                                        <p:cTn id="13" dur="2000"/>
                                        <p:tgtEl>
                                          <p:spTgt spid="6041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0421"/>
                                        </p:tgtEl>
                                        <p:attrNameLst>
                                          <p:attrName>style.visibility</p:attrName>
                                        </p:attrNameLst>
                                      </p:cBhvr>
                                      <p:to>
                                        <p:strVal val="visible"/>
                                      </p:to>
                                    </p:set>
                                    <p:anim calcmode="lin" valueType="num">
                                      <p:cBhvr additive="base">
                                        <p:cTn id="18" dur="500" fill="hold"/>
                                        <p:tgtEl>
                                          <p:spTgt spid="60421"/>
                                        </p:tgtEl>
                                        <p:attrNameLst>
                                          <p:attrName>ppt_x</p:attrName>
                                        </p:attrNameLst>
                                      </p:cBhvr>
                                      <p:tavLst>
                                        <p:tav tm="0">
                                          <p:val>
                                            <p:strVal val="0-#ppt_w/2"/>
                                          </p:val>
                                        </p:tav>
                                        <p:tav tm="100000">
                                          <p:val>
                                            <p:strVal val="#ppt_x"/>
                                          </p:val>
                                        </p:tav>
                                      </p:tavLst>
                                    </p:anim>
                                    <p:anim calcmode="lin" valueType="num">
                                      <p:cBhvr additive="base">
                                        <p:cTn id="19" dur="500" fill="hold"/>
                                        <p:tgtEl>
                                          <p:spTgt spid="6042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0-#ppt_w/2"/>
                                          </p:val>
                                        </p:tav>
                                        <p:tav tm="100000">
                                          <p:val>
                                            <p:strVal val="#ppt_x"/>
                                          </p:val>
                                        </p:tav>
                                      </p:tavLst>
                                    </p:anim>
                                    <p:anim calcmode="lin" valueType="num">
                                      <p:cBhvr additive="base">
                                        <p:cTn id="3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1+#ppt_w/2"/>
                                          </p:val>
                                        </p:tav>
                                        <p:tav tm="100000">
                                          <p:val>
                                            <p:strVal val="#ppt_x"/>
                                          </p:val>
                                        </p:tav>
                                      </p:tavLst>
                                    </p:anim>
                                    <p:anim calcmode="lin" valueType="num">
                                      <p:cBhvr additive="base">
                                        <p:cTn id="4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3" presetClass="entr" presetSubtype="288"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500" fill="hold"/>
                                        <p:tgtEl>
                                          <p:spTgt spid="4"/>
                                        </p:tgtEl>
                                        <p:attrNameLst>
                                          <p:attrName>ppt_w</p:attrName>
                                        </p:attrNameLst>
                                      </p:cBhvr>
                                      <p:tavLst>
                                        <p:tav tm="0">
                                          <p:val>
                                            <p:strVal val="4/3*#ppt_w"/>
                                          </p:val>
                                        </p:tav>
                                        <p:tav tm="100000">
                                          <p:val>
                                            <p:strVal val="#ppt_w"/>
                                          </p:val>
                                        </p:tav>
                                      </p:tavLst>
                                    </p:anim>
                                    <p:anim calcmode="lin" valueType="num">
                                      <p:cBhvr>
                                        <p:cTn id="46" dur="500" fill="hold"/>
                                        <p:tgtEl>
                                          <p:spTgt spid="4"/>
                                        </p:tgtEl>
                                        <p:attrNameLst>
                                          <p:attrName>ppt_h</p:attrName>
                                        </p:attrNameLst>
                                      </p:cBhvr>
                                      <p:tavLst>
                                        <p:tav tm="0">
                                          <p:val>
                                            <p:strVal val="4/3*#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23" presetClass="entr" presetSubtype="288" fill="hold" grpId="0" nodeType="clickEffect">
                                  <p:stCondLst>
                                    <p:cond delay="0"/>
                                  </p:stCondLst>
                                  <p:childTnLst>
                                    <p:set>
                                      <p:cBhvr>
                                        <p:cTn id="50" dur="1" fill="hold">
                                          <p:stCondLst>
                                            <p:cond delay="0"/>
                                          </p:stCondLst>
                                        </p:cTn>
                                        <p:tgtEl>
                                          <p:spTgt spid="60487"/>
                                        </p:tgtEl>
                                        <p:attrNameLst>
                                          <p:attrName>style.visibility</p:attrName>
                                        </p:attrNameLst>
                                      </p:cBhvr>
                                      <p:to>
                                        <p:strVal val="visible"/>
                                      </p:to>
                                    </p:set>
                                    <p:anim calcmode="lin" valueType="num">
                                      <p:cBhvr>
                                        <p:cTn id="51" dur="500" fill="hold"/>
                                        <p:tgtEl>
                                          <p:spTgt spid="60487"/>
                                        </p:tgtEl>
                                        <p:attrNameLst>
                                          <p:attrName>ppt_w</p:attrName>
                                        </p:attrNameLst>
                                      </p:cBhvr>
                                      <p:tavLst>
                                        <p:tav tm="0">
                                          <p:val>
                                            <p:strVal val="4/3*#ppt_w"/>
                                          </p:val>
                                        </p:tav>
                                        <p:tav tm="100000">
                                          <p:val>
                                            <p:strVal val="#ppt_w"/>
                                          </p:val>
                                        </p:tav>
                                      </p:tavLst>
                                    </p:anim>
                                    <p:anim calcmode="lin" valueType="num">
                                      <p:cBhvr>
                                        <p:cTn id="52" dur="500" fill="hold"/>
                                        <p:tgtEl>
                                          <p:spTgt spid="60487"/>
                                        </p:tgtEl>
                                        <p:attrNameLst>
                                          <p:attrName>ppt_h</p:attrName>
                                        </p:attrNameLst>
                                      </p:cBhvr>
                                      <p:tavLst>
                                        <p:tav tm="0">
                                          <p:val>
                                            <p:strVal val="4/3*#ppt_h"/>
                                          </p:val>
                                        </p:tav>
                                        <p:tav tm="100000">
                                          <p:val>
                                            <p:strVal val="#ppt_h"/>
                                          </p:val>
                                        </p:tav>
                                      </p:tavLst>
                                    </p:anim>
                                  </p:childTnLst>
                                </p:cTn>
                              </p:par>
                            </p:childTnLst>
                          </p:cTn>
                        </p:par>
                        <p:par>
                          <p:cTn id="53" fill="hold">
                            <p:stCondLst>
                              <p:cond delay="500"/>
                            </p:stCondLst>
                            <p:childTnLst>
                              <p:par>
                                <p:cTn id="54" presetID="23" presetClass="entr" presetSubtype="32" fill="hold" grpId="0" nodeType="afterEffect">
                                  <p:stCondLst>
                                    <p:cond delay="0"/>
                                  </p:stCondLst>
                                  <p:childTnLst>
                                    <p:set>
                                      <p:cBhvr>
                                        <p:cTn id="55" dur="1" fill="hold">
                                          <p:stCondLst>
                                            <p:cond delay="0"/>
                                          </p:stCondLst>
                                        </p:cTn>
                                        <p:tgtEl>
                                          <p:spTgt spid="60488"/>
                                        </p:tgtEl>
                                        <p:attrNameLst>
                                          <p:attrName>style.visibility</p:attrName>
                                        </p:attrNameLst>
                                      </p:cBhvr>
                                      <p:to>
                                        <p:strVal val="visible"/>
                                      </p:to>
                                    </p:set>
                                    <p:anim calcmode="lin" valueType="num">
                                      <p:cBhvr>
                                        <p:cTn id="56" dur="500" fill="hold"/>
                                        <p:tgtEl>
                                          <p:spTgt spid="60488"/>
                                        </p:tgtEl>
                                        <p:attrNameLst>
                                          <p:attrName>ppt_w</p:attrName>
                                        </p:attrNameLst>
                                      </p:cBhvr>
                                      <p:tavLst>
                                        <p:tav tm="0">
                                          <p:val>
                                            <p:strVal val="4*#ppt_w"/>
                                          </p:val>
                                        </p:tav>
                                        <p:tav tm="100000">
                                          <p:val>
                                            <p:strVal val="#ppt_w"/>
                                          </p:val>
                                        </p:tav>
                                      </p:tavLst>
                                    </p:anim>
                                    <p:anim calcmode="lin" valueType="num">
                                      <p:cBhvr>
                                        <p:cTn id="57" dur="500" fill="hold"/>
                                        <p:tgtEl>
                                          <p:spTgt spid="6048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19" grpId="0"/>
      <p:bldP spid="60421" grpId="0"/>
      <p:bldP spid="60487" grpId="0" animBg="1"/>
      <p:bldP spid="6048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054" name="Text Box 70"/>
          <p:cNvSpPr txBox="1"/>
          <p:nvPr/>
        </p:nvSpPr>
        <p:spPr>
          <a:xfrm>
            <a:off x="684213" y="730250"/>
            <a:ext cx="800100"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设</a:t>
            </a:r>
            <a:endParaRPr lang="zh-CN" altLang="en-US" dirty="0">
              <a:solidFill>
                <a:srgbClr val="FFFF00"/>
              </a:solidFill>
              <a:latin typeface="Times New Roman" panose="02020603050405020304" pitchFamily="18" charset="0"/>
            </a:endParaRPr>
          </a:p>
        </p:txBody>
      </p:sp>
      <p:graphicFrame>
        <p:nvGraphicFramePr>
          <p:cNvPr id="42055" name="Object 71"/>
          <p:cNvGraphicFramePr/>
          <p:nvPr/>
        </p:nvGraphicFramePr>
        <p:xfrm>
          <a:off x="1619250" y="549275"/>
          <a:ext cx="2130425" cy="1006475"/>
        </p:xfrm>
        <a:graphic>
          <a:graphicData uri="http://schemas.openxmlformats.org/presentationml/2006/ole">
            <mc:AlternateContent xmlns:mc="http://schemas.openxmlformats.org/markup-compatibility/2006">
              <mc:Choice xmlns:v="urn:schemas-microsoft-com:vml" Requires="v">
                <p:oleObj spid="_x0000_s3366" name="" r:id="rId1" imgW="913765" imgH="431800" progId="Equation.DSMT4">
                  <p:embed/>
                </p:oleObj>
              </mc:Choice>
              <mc:Fallback>
                <p:oleObj name="" r:id="rId1" imgW="913765" imgH="431800" progId="Equation.DSMT4">
                  <p:embed/>
                  <p:pic>
                    <p:nvPicPr>
                      <p:cNvPr id="0" name="图片 3365"/>
                      <p:cNvPicPr/>
                      <p:nvPr/>
                    </p:nvPicPr>
                    <p:blipFill>
                      <a:blip r:embed="rId2">
                        <a:clrChange>
                          <a:clrFrom>
                            <a:srgbClr val="000000"/>
                          </a:clrFrom>
                          <a:clrTo>
                            <a:srgbClr val="FFFFFF"/>
                          </a:clrTo>
                        </a:clrChange>
                      </a:blip>
                      <a:stretch>
                        <a:fillRect/>
                      </a:stretch>
                    </p:blipFill>
                    <p:spPr>
                      <a:xfrm>
                        <a:off x="1619250" y="549275"/>
                        <a:ext cx="2130425" cy="1006475"/>
                      </a:xfrm>
                      <a:prstGeom prst="rect">
                        <a:avLst/>
                      </a:prstGeom>
                      <a:noFill/>
                      <a:ln w="38100">
                        <a:noFill/>
                        <a:miter/>
                      </a:ln>
                    </p:spPr>
                  </p:pic>
                </p:oleObj>
              </mc:Fallback>
            </mc:AlternateContent>
          </a:graphicData>
        </a:graphic>
      </p:graphicFrame>
      <p:graphicFrame>
        <p:nvGraphicFramePr>
          <p:cNvPr id="42056" name="Object 72"/>
          <p:cNvGraphicFramePr/>
          <p:nvPr/>
        </p:nvGraphicFramePr>
        <p:xfrm>
          <a:off x="4427538" y="476250"/>
          <a:ext cx="2320925" cy="1036638"/>
        </p:xfrm>
        <a:graphic>
          <a:graphicData uri="http://schemas.openxmlformats.org/presentationml/2006/ole">
            <mc:AlternateContent xmlns:mc="http://schemas.openxmlformats.org/markup-compatibility/2006">
              <mc:Choice xmlns:v="urn:schemas-microsoft-com:vml" Requires="v">
                <p:oleObj spid="_x0000_s3358" name="" r:id="rId3" imgW="964565" imgH="431800" progId="Equation.DSMT4">
                  <p:embed/>
                </p:oleObj>
              </mc:Choice>
              <mc:Fallback>
                <p:oleObj name="" r:id="rId3" imgW="964565" imgH="431800" progId="Equation.DSMT4">
                  <p:embed/>
                  <p:pic>
                    <p:nvPicPr>
                      <p:cNvPr id="0" name="图片 3357"/>
                      <p:cNvPicPr/>
                      <p:nvPr/>
                    </p:nvPicPr>
                    <p:blipFill>
                      <a:blip r:embed="rId4">
                        <a:clrChange>
                          <a:clrFrom>
                            <a:srgbClr val="000000"/>
                          </a:clrFrom>
                          <a:clrTo>
                            <a:srgbClr val="FFFFFF"/>
                          </a:clrTo>
                        </a:clrChange>
                      </a:blip>
                      <a:stretch>
                        <a:fillRect/>
                      </a:stretch>
                    </p:blipFill>
                    <p:spPr>
                      <a:xfrm>
                        <a:off x="4427538" y="476250"/>
                        <a:ext cx="2320925" cy="1036638"/>
                      </a:xfrm>
                      <a:prstGeom prst="rect">
                        <a:avLst/>
                      </a:prstGeom>
                      <a:noFill/>
                      <a:ln w="38100">
                        <a:noFill/>
                        <a:miter/>
                      </a:ln>
                    </p:spPr>
                  </p:pic>
                </p:oleObj>
              </mc:Fallback>
            </mc:AlternateContent>
          </a:graphicData>
        </a:graphic>
      </p:graphicFrame>
      <p:sp>
        <p:nvSpPr>
          <p:cNvPr id="42057" name="Text Box 73"/>
          <p:cNvSpPr txBox="1"/>
          <p:nvPr/>
        </p:nvSpPr>
        <p:spPr>
          <a:xfrm>
            <a:off x="468313" y="1809750"/>
            <a:ext cx="838200" cy="519113"/>
          </a:xfrm>
          <a:prstGeom prst="rect">
            <a:avLst/>
          </a:prstGeom>
          <a:noFill/>
          <a:ln w="9525">
            <a:noFill/>
          </a:ln>
        </p:spPr>
        <p:txBody>
          <a:bodyPr>
            <a:spAutoFit/>
          </a:bodyPr>
          <a:p>
            <a:pPr algn="ctr">
              <a:spcBef>
                <a:spcPct val="50000"/>
              </a:spcBef>
            </a:pPr>
            <a:r>
              <a:rPr lang="zh-CN" altLang="en-US" dirty="0">
                <a:solidFill>
                  <a:srgbClr val="FFFF00"/>
                </a:solidFill>
                <a:latin typeface="Times New Roman" panose="02020603050405020304" pitchFamily="18" charset="0"/>
              </a:rPr>
              <a:t>即</a:t>
            </a:r>
            <a:endParaRPr lang="zh-CN" altLang="en-US" dirty="0">
              <a:solidFill>
                <a:srgbClr val="FFFF00"/>
              </a:solidFill>
              <a:latin typeface="Times New Roman" panose="02020603050405020304" pitchFamily="18" charset="0"/>
            </a:endParaRPr>
          </a:p>
        </p:txBody>
      </p:sp>
      <p:graphicFrame>
        <p:nvGraphicFramePr>
          <p:cNvPr id="42058" name="Object 74"/>
          <p:cNvGraphicFramePr/>
          <p:nvPr/>
        </p:nvGraphicFramePr>
        <p:xfrm>
          <a:off x="1187450" y="1665288"/>
          <a:ext cx="3267075" cy="1038225"/>
        </p:xfrm>
        <a:graphic>
          <a:graphicData uri="http://schemas.openxmlformats.org/presentationml/2006/ole">
            <mc:AlternateContent xmlns:mc="http://schemas.openxmlformats.org/markup-compatibility/2006">
              <mc:Choice xmlns:v="urn:schemas-microsoft-com:vml" Requires="v">
                <p:oleObj spid="_x0000_s3367" name="" r:id="rId5" imgW="1637665" imgH="520700" progId="Equation.3">
                  <p:embed/>
                </p:oleObj>
              </mc:Choice>
              <mc:Fallback>
                <p:oleObj name="" r:id="rId5" imgW="1637665" imgH="520700" progId="Equation.3">
                  <p:embed/>
                  <p:pic>
                    <p:nvPicPr>
                      <p:cNvPr id="0" name="图片 3366"/>
                      <p:cNvPicPr/>
                      <p:nvPr/>
                    </p:nvPicPr>
                    <p:blipFill>
                      <a:blip r:embed="rId6">
                        <a:clrChange>
                          <a:clrFrom>
                            <a:srgbClr val="000000"/>
                          </a:clrFrom>
                          <a:clrTo>
                            <a:srgbClr val="FFFFFF"/>
                          </a:clrTo>
                        </a:clrChange>
                      </a:blip>
                      <a:stretch>
                        <a:fillRect/>
                      </a:stretch>
                    </p:blipFill>
                    <p:spPr>
                      <a:xfrm>
                        <a:off x="1187450" y="1665288"/>
                        <a:ext cx="3267075" cy="1038225"/>
                      </a:xfrm>
                      <a:prstGeom prst="rect">
                        <a:avLst/>
                      </a:prstGeom>
                      <a:noFill/>
                      <a:ln w="38100">
                        <a:noFill/>
                        <a:miter/>
                      </a:ln>
                    </p:spPr>
                  </p:pic>
                </p:oleObj>
              </mc:Fallback>
            </mc:AlternateContent>
          </a:graphicData>
        </a:graphic>
      </p:graphicFrame>
      <p:graphicFrame>
        <p:nvGraphicFramePr>
          <p:cNvPr id="42059" name="Object 75"/>
          <p:cNvGraphicFramePr/>
          <p:nvPr/>
        </p:nvGraphicFramePr>
        <p:xfrm>
          <a:off x="4643438" y="1665288"/>
          <a:ext cx="3378200" cy="1041400"/>
        </p:xfrm>
        <a:graphic>
          <a:graphicData uri="http://schemas.openxmlformats.org/presentationml/2006/ole">
            <mc:AlternateContent xmlns:mc="http://schemas.openxmlformats.org/markup-compatibility/2006">
              <mc:Choice xmlns:v="urn:schemas-microsoft-com:vml" Requires="v">
                <p:oleObj spid="_x0000_s3360" name="" r:id="rId7" imgW="1688465" imgH="520700" progId="Equation.3">
                  <p:embed/>
                </p:oleObj>
              </mc:Choice>
              <mc:Fallback>
                <p:oleObj name="" r:id="rId7" imgW="1688465" imgH="520700" progId="Equation.3">
                  <p:embed/>
                  <p:pic>
                    <p:nvPicPr>
                      <p:cNvPr id="0" name="图片 3359"/>
                      <p:cNvPicPr/>
                      <p:nvPr/>
                    </p:nvPicPr>
                    <p:blipFill>
                      <a:blip r:embed="rId8">
                        <a:clrChange>
                          <a:clrFrom>
                            <a:srgbClr val="000000"/>
                          </a:clrFrom>
                          <a:clrTo>
                            <a:srgbClr val="FFFFFF"/>
                          </a:clrTo>
                        </a:clrChange>
                      </a:blip>
                      <a:stretch>
                        <a:fillRect/>
                      </a:stretch>
                    </p:blipFill>
                    <p:spPr>
                      <a:xfrm>
                        <a:off x="4643438" y="1665288"/>
                        <a:ext cx="3378200" cy="1041400"/>
                      </a:xfrm>
                      <a:prstGeom prst="rect">
                        <a:avLst/>
                      </a:prstGeom>
                      <a:noFill/>
                      <a:ln w="38100">
                        <a:noFill/>
                        <a:miter/>
                      </a:ln>
                    </p:spPr>
                  </p:pic>
                </p:oleObj>
              </mc:Fallback>
            </mc:AlternateContent>
          </a:graphicData>
        </a:graphic>
      </p:graphicFrame>
      <p:sp>
        <p:nvSpPr>
          <p:cNvPr id="42062" name="Text Box 78"/>
          <p:cNvSpPr txBox="1"/>
          <p:nvPr/>
        </p:nvSpPr>
        <p:spPr>
          <a:xfrm>
            <a:off x="468313" y="3105150"/>
            <a:ext cx="1428750"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级联后</a:t>
            </a:r>
            <a:endParaRPr lang="zh-CN" altLang="en-US" dirty="0">
              <a:solidFill>
                <a:srgbClr val="FFFF00"/>
              </a:solidFill>
              <a:latin typeface="Times New Roman" panose="02020603050405020304" pitchFamily="18" charset="0"/>
            </a:endParaRPr>
          </a:p>
        </p:txBody>
      </p:sp>
      <p:graphicFrame>
        <p:nvGraphicFramePr>
          <p:cNvPr id="42063" name="Object 79"/>
          <p:cNvGraphicFramePr/>
          <p:nvPr/>
        </p:nvGraphicFramePr>
        <p:xfrm>
          <a:off x="1908175" y="2889250"/>
          <a:ext cx="1725613" cy="1041400"/>
        </p:xfrm>
        <a:graphic>
          <a:graphicData uri="http://schemas.openxmlformats.org/presentationml/2006/ole">
            <mc:AlternateContent xmlns:mc="http://schemas.openxmlformats.org/markup-compatibility/2006">
              <mc:Choice xmlns:v="urn:schemas-microsoft-com:vml" Requires="v">
                <p:oleObj spid="_x0000_s3368" name="" r:id="rId9" imgW="862965" imgH="520700" progId="Equation.3">
                  <p:embed/>
                </p:oleObj>
              </mc:Choice>
              <mc:Fallback>
                <p:oleObj name="" r:id="rId9" imgW="862965" imgH="520700" progId="Equation.3">
                  <p:embed/>
                  <p:pic>
                    <p:nvPicPr>
                      <p:cNvPr id="0" name="图片 3367"/>
                      <p:cNvPicPr/>
                      <p:nvPr/>
                    </p:nvPicPr>
                    <p:blipFill>
                      <a:blip r:embed="rId10">
                        <a:clrChange>
                          <a:clrFrom>
                            <a:srgbClr val="000000"/>
                          </a:clrFrom>
                          <a:clrTo>
                            <a:srgbClr val="FFFFFF"/>
                          </a:clrTo>
                        </a:clrChange>
                      </a:blip>
                      <a:stretch>
                        <a:fillRect/>
                      </a:stretch>
                    </p:blipFill>
                    <p:spPr>
                      <a:xfrm>
                        <a:off x="1908175" y="2889250"/>
                        <a:ext cx="1725613" cy="1041400"/>
                      </a:xfrm>
                      <a:prstGeom prst="rect">
                        <a:avLst/>
                      </a:prstGeom>
                      <a:noFill/>
                      <a:ln w="38100">
                        <a:noFill/>
                        <a:miter/>
                      </a:ln>
                    </p:spPr>
                  </p:pic>
                </p:oleObj>
              </mc:Fallback>
            </mc:AlternateContent>
          </a:graphicData>
        </a:graphic>
      </p:graphicFrame>
      <p:graphicFrame>
        <p:nvGraphicFramePr>
          <p:cNvPr id="42064" name="Object 80"/>
          <p:cNvGraphicFramePr/>
          <p:nvPr/>
        </p:nvGraphicFramePr>
        <p:xfrm>
          <a:off x="3995738" y="2889250"/>
          <a:ext cx="1930400" cy="1041400"/>
        </p:xfrm>
        <a:graphic>
          <a:graphicData uri="http://schemas.openxmlformats.org/presentationml/2006/ole">
            <mc:AlternateContent xmlns:mc="http://schemas.openxmlformats.org/markup-compatibility/2006">
              <mc:Choice xmlns:v="urn:schemas-microsoft-com:vml" Requires="v">
                <p:oleObj spid="_x0000_s3361" name="" r:id="rId11" imgW="964565" imgH="520700" progId="Equation.3">
                  <p:embed/>
                </p:oleObj>
              </mc:Choice>
              <mc:Fallback>
                <p:oleObj name="" r:id="rId11" imgW="964565" imgH="520700" progId="Equation.3">
                  <p:embed/>
                  <p:pic>
                    <p:nvPicPr>
                      <p:cNvPr id="0" name="图片 3360"/>
                      <p:cNvPicPr/>
                      <p:nvPr/>
                    </p:nvPicPr>
                    <p:blipFill>
                      <a:blip r:embed="rId12">
                        <a:clrChange>
                          <a:clrFrom>
                            <a:srgbClr val="000000"/>
                          </a:clrFrom>
                          <a:clrTo>
                            <a:srgbClr val="FFFFFF"/>
                          </a:clrTo>
                        </a:clrChange>
                      </a:blip>
                      <a:stretch>
                        <a:fillRect/>
                      </a:stretch>
                    </p:blipFill>
                    <p:spPr>
                      <a:xfrm>
                        <a:off x="3995738" y="2889250"/>
                        <a:ext cx="1930400" cy="1041400"/>
                      </a:xfrm>
                      <a:prstGeom prst="rect">
                        <a:avLst/>
                      </a:prstGeom>
                      <a:noFill/>
                      <a:ln w="38100">
                        <a:noFill/>
                        <a:miter/>
                      </a:ln>
                    </p:spPr>
                  </p:pic>
                </p:oleObj>
              </mc:Fallback>
            </mc:AlternateContent>
          </a:graphicData>
        </a:graphic>
      </p:graphicFrame>
      <p:graphicFrame>
        <p:nvGraphicFramePr>
          <p:cNvPr id="42065" name="Object 81"/>
          <p:cNvGraphicFramePr/>
          <p:nvPr/>
        </p:nvGraphicFramePr>
        <p:xfrm>
          <a:off x="6372225" y="2889250"/>
          <a:ext cx="2133600" cy="1041400"/>
        </p:xfrm>
        <a:graphic>
          <a:graphicData uri="http://schemas.openxmlformats.org/presentationml/2006/ole">
            <mc:AlternateContent xmlns:mc="http://schemas.openxmlformats.org/markup-compatibility/2006">
              <mc:Choice xmlns:v="urn:schemas-microsoft-com:vml" Requires="v">
                <p:oleObj spid="_x0000_s3364" name="" r:id="rId13" imgW="1066165" imgH="520700" progId="Equation.3">
                  <p:embed/>
                </p:oleObj>
              </mc:Choice>
              <mc:Fallback>
                <p:oleObj name="" r:id="rId13" imgW="1066165" imgH="520700" progId="Equation.3">
                  <p:embed/>
                  <p:pic>
                    <p:nvPicPr>
                      <p:cNvPr id="0" name="图片 3363"/>
                      <p:cNvPicPr/>
                      <p:nvPr/>
                    </p:nvPicPr>
                    <p:blipFill>
                      <a:blip r:embed="rId14">
                        <a:clrChange>
                          <a:clrFrom>
                            <a:srgbClr val="000000"/>
                          </a:clrFrom>
                          <a:clrTo>
                            <a:srgbClr val="FFFFFF"/>
                          </a:clrTo>
                        </a:clrChange>
                      </a:blip>
                      <a:stretch>
                        <a:fillRect/>
                      </a:stretch>
                    </p:blipFill>
                    <p:spPr>
                      <a:xfrm>
                        <a:off x="6372225" y="2889250"/>
                        <a:ext cx="2133600" cy="1041400"/>
                      </a:xfrm>
                      <a:prstGeom prst="rect">
                        <a:avLst/>
                      </a:prstGeom>
                      <a:noFill/>
                      <a:ln w="38100">
                        <a:noFill/>
                        <a:miter/>
                      </a:ln>
                    </p:spPr>
                  </p:pic>
                </p:oleObj>
              </mc:Fallback>
            </mc:AlternateContent>
          </a:graphicData>
        </a:graphic>
      </p:graphicFrame>
      <p:sp>
        <p:nvSpPr>
          <p:cNvPr id="42066" name="Text Box 82"/>
          <p:cNvSpPr txBox="1"/>
          <p:nvPr/>
        </p:nvSpPr>
        <p:spPr>
          <a:xfrm>
            <a:off x="468313" y="4221163"/>
            <a:ext cx="495300"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则</a:t>
            </a:r>
            <a:endParaRPr lang="zh-CN" altLang="en-US" dirty="0">
              <a:solidFill>
                <a:srgbClr val="FFFF00"/>
              </a:solidFill>
              <a:latin typeface="Times New Roman" panose="02020603050405020304" pitchFamily="18" charset="0"/>
            </a:endParaRPr>
          </a:p>
        </p:txBody>
      </p:sp>
      <p:graphicFrame>
        <p:nvGraphicFramePr>
          <p:cNvPr id="42067" name="Object 83"/>
          <p:cNvGraphicFramePr/>
          <p:nvPr/>
        </p:nvGraphicFramePr>
        <p:xfrm>
          <a:off x="971550" y="4076700"/>
          <a:ext cx="4291013" cy="1041400"/>
        </p:xfrm>
        <a:graphic>
          <a:graphicData uri="http://schemas.openxmlformats.org/presentationml/2006/ole">
            <mc:AlternateContent xmlns:mc="http://schemas.openxmlformats.org/markup-compatibility/2006">
              <mc:Choice xmlns:v="urn:schemas-microsoft-com:vml" Requires="v">
                <p:oleObj spid="_x0000_s3362" name="" r:id="rId15" imgW="2145665" imgH="520700" progId="Equation.3">
                  <p:embed/>
                </p:oleObj>
              </mc:Choice>
              <mc:Fallback>
                <p:oleObj name="" r:id="rId15" imgW="2145665" imgH="520700" progId="Equation.3">
                  <p:embed/>
                  <p:pic>
                    <p:nvPicPr>
                      <p:cNvPr id="0" name="图片 3361"/>
                      <p:cNvPicPr/>
                      <p:nvPr/>
                    </p:nvPicPr>
                    <p:blipFill>
                      <a:blip r:embed="rId16">
                        <a:clrChange>
                          <a:clrFrom>
                            <a:srgbClr val="000000"/>
                          </a:clrFrom>
                          <a:clrTo>
                            <a:srgbClr val="FFFFFF"/>
                          </a:clrTo>
                        </a:clrChange>
                      </a:blip>
                      <a:stretch>
                        <a:fillRect/>
                      </a:stretch>
                    </p:blipFill>
                    <p:spPr>
                      <a:xfrm>
                        <a:off x="971550" y="4076700"/>
                        <a:ext cx="4291013" cy="1041400"/>
                      </a:xfrm>
                      <a:prstGeom prst="rect">
                        <a:avLst/>
                      </a:prstGeom>
                      <a:noFill/>
                      <a:ln w="38100">
                        <a:noFill/>
                        <a:miter/>
                      </a:ln>
                    </p:spPr>
                  </p:pic>
                </p:oleObj>
              </mc:Fallback>
            </mc:AlternateContent>
          </a:graphicData>
        </a:graphic>
      </p:graphicFrame>
      <p:graphicFrame>
        <p:nvGraphicFramePr>
          <p:cNvPr id="42068" name="Object 84"/>
          <p:cNvGraphicFramePr/>
          <p:nvPr/>
        </p:nvGraphicFramePr>
        <p:xfrm>
          <a:off x="2630488" y="5229225"/>
          <a:ext cx="6405562" cy="1042988"/>
        </p:xfrm>
        <a:graphic>
          <a:graphicData uri="http://schemas.openxmlformats.org/presentationml/2006/ole">
            <mc:AlternateContent xmlns:mc="http://schemas.openxmlformats.org/markup-compatibility/2006">
              <mc:Choice xmlns:v="urn:schemas-microsoft-com:vml" Requires="v">
                <p:oleObj spid="_x0000_s3369" name="" r:id="rId17" imgW="3199130" imgH="520700" progId="Equation.3">
                  <p:embed/>
                </p:oleObj>
              </mc:Choice>
              <mc:Fallback>
                <p:oleObj name="" r:id="rId17" imgW="3199130" imgH="520700" progId="Equation.3">
                  <p:embed/>
                  <p:pic>
                    <p:nvPicPr>
                      <p:cNvPr id="0" name="图片 3368"/>
                      <p:cNvPicPr/>
                      <p:nvPr/>
                    </p:nvPicPr>
                    <p:blipFill>
                      <a:blip r:embed="rId18">
                        <a:clrChange>
                          <a:clrFrom>
                            <a:srgbClr val="000000"/>
                          </a:clrFrom>
                          <a:clrTo>
                            <a:srgbClr val="FFFFFF"/>
                          </a:clrTo>
                        </a:clrChange>
                      </a:blip>
                      <a:stretch>
                        <a:fillRect/>
                      </a:stretch>
                    </p:blipFill>
                    <p:spPr>
                      <a:xfrm>
                        <a:off x="2630488" y="5229225"/>
                        <a:ext cx="6405562" cy="1042988"/>
                      </a:xfrm>
                      <a:prstGeom prst="rect">
                        <a:avLst/>
                      </a:prstGeom>
                      <a:noFill/>
                      <a:ln w="38100">
                        <a:noFill/>
                        <a:miter/>
                      </a:ln>
                    </p:spPr>
                  </p:pic>
                </p:oleObj>
              </mc:Fallback>
            </mc:AlternateContent>
          </a:graphicData>
        </a:graphic>
      </p:graphicFrame>
      <p:grpSp>
        <p:nvGrpSpPr>
          <p:cNvPr id="40975" name="Group 89"/>
          <p:cNvGrpSpPr/>
          <p:nvPr/>
        </p:nvGrpSpPr>
        <p:grpSpPr>
          <a:xfrm>
            <a:off x="8316913" y="6446838"/>
            <a:ext cx="792162" cy="366712"/>
            <a:chOff x="5193" y="4020"/>
            <a:chExt cx="499" cy="231"/>
          </a:xfrm>
        </p:grpSpPr>
        <p:pic>
          <p:nvPicPr>
            <p:cNvPr id="40982" name="Picture 90"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40983" name="Text Box 9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0976" name="Group 92"/>
          <p:cNvGrpSpPr/>
          <p:nvPr/>
        </p:nvGrpSpPr>
        <p:grpSpPr>
          <a:xfrm>
            <a:off x="7453313" y="6446838"/>
            <a:ext cx="792162" cy="366712"/>
            <a:chOff x="4649" y="4020"/>
            <a:chExt cx="499" cy="231"/>
          </a:xfrm>
        </p:grpSpPr>
        <p:pic>
          <p:nvPicPr>
            <p:cNvPr id="40980" name="Picture 93" descr="78900"/>
            <p:cNvPicPr>
              <a:picLocks noChangeAspect="1"/>
            </p:cNvPicPr>
            <p:nvPr/>
          </p:nvPicPr>
          <p:blipFill>
            <a:blip r:embed="rId19"/>
            <a:stretch>
              <a:fillRect/>
            </a:stretch>
          </p:blipFill>
          <p:spPr>
            <a:xfrm>
              <a:off x="4649" y="4066"/>
              <a:ext cx="499" cy="181"/>
            </a:xfrm>
            <a:prstGeom prst="rect">
              <a:avLst/>
            </a:prstGeom>
            <a:noFill/>
            <a:ln w="9525">
              <a:noFill/>
            </a:ln>
          </p:spPr>
        </p:pic>
        <p:sp>
          <p:nvSpPr>
            <p:cNvPr id="40981" name="Text Box 9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0977" name="Group 101"/>
          <p:cNvGrpSpPr/>
          <p:nvPr/>
        </p:nvGrpSpPr>
        <p:grpSpPr>
          <a:xfrm>
            <a:off x="6588125" y="6446838"/>
            <a:ext cx="792163" cy="366712"/>
            <a:chOff x="4649" y="4020"/>
            <a:chExt cx="499" cy="231"/>
          </a:xfrm>
        </p:grpSpPr>
        <p:pic>
          <p:nvPicPr>
            <p:cNvPr id="40978" name="Picture 102" descr="78900"/>
            <p:cNvPicPr>
              <a:picLocks noChangeAspect="1"/>
            </p:cNvPicPr>
            <p:nvPr/>
          </p:nvPicPr>
          <p:blipFill>
            <a:blip r:embed="rId19"/>
            <a:stretch>
              <a:fillRect/>
            </a:stretch>
          </p:blipFill>
          <p:spPr>
            <a:xfrm>
              <a:off x="4649" y="4066"/>
              <a:ext cx="499" cy="181"/>
            </a:xfrm>
            <a:prstGeom prst="rect">
              <a:avLst/>
            </a:prstGeom>
            <a:noFill/>
            <a:ln w="9525">
              <a:noFill/>
            </a:ln>
          </p:spPr>
        </p:pic>
        <p:sp>
          <p:nvSpPr>
            <p:cNvPr id="40979" name="Text Box 10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2054">
                                            <p:txEl>
                                              <p:charRg st="0" end="2"/>
                                            </p:txEl>
                                          </p:spTgt>
                                        </p:tgtEl>
                                        <p:attrNameLst>
                                          <p:attrName>style.visibility</p:attrName>
                                        </p:attrNameLst>
                                      </p:cBhvr>
                                      <p:to>
                                        <p:strVal val="visible"/>
                                      </p:to>
                                    </p:set>
                                    <p:anim calcmode="lin" valueType="num">
                                      <p:cBhvr additive="base">
                                        <p:cTn id="7" dur="500" fill="hold"/>
                                        <p:tgtEl>
                                          <p:spTgt spid="42054">
                                            <p:txEl>
                                              <p:charRg st="0"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2054">
                                            <p:txEl>
                                              <p:charRg st="0" end="2"/>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2" presetClass="entr" presetSubtype="8" fill="hold" nodeType="afterEffect">
                                  <p:stCondLst>
                                    <p:cond delay="100"/>
                                  </p:stCondLst>
                                  <p:childTnLst>
                                    <p:set>
                                      <p:cBhvr>
                                        <p:cTn id="11" dur="1" fill="hold">
                                          <p:stCondLst>
                                            <p:cond delay="0"/>
                                          </p:stCondLst>
                                        </p:cTn>
                                        <p:tgtEl>
                                          <p:spTgt spid="42055"/>
                                        </p:tgtEl>
                                        <p:attrNameLst>
                                          <p:attrName>style.visibility</p:attrName>
                                        </p:attrNameLst>
                                      </p:cBhvr>
                                      <p:to>
                                        <p:strVal val="visible"/>
                                      </p:to>
                                    </p:set>
                                    <p:animEffect transition="in" filter="slide(fromLeft)">
                                      <p:cBhvr>
                                        <p:cTn id="12" dur="500"/>
                                        <p:tgtEl>
                                          <p:spTgt spid="42055"/>
                                        </p:tgtEl>
                                      </p:cBhvr>
                                    </p:animEffect>
                                  </p:childTnLst>
                                </p:cTn>
                              </p:par>
                            </p:childTnLst>
                          </p:cTn>
                        </p:par>
                        <p:par>
                          <p:cTn id="13" fill="hold">
                            <p:stCondLst>
                              <p:cond delay="1100"/>
                            </p:stCondLst>
                            <p:childTnLst>
                              <p:par>
                                <p:cTn id="14" presetID="12" presetClass="entr" presetSubtype="8" fill="hold" nodeType="afterEffect">
                                  <p:stCondLst>
                                    <p:cond delay="100"/>
                                  </p:stCondLst>
                                  <p:childTnLst>
                                    <p:set>
                                      <p:cBhvr>
                                        <p:cTn id="15" dur="1" fill="hold">
                                          <p:stCondLst>
                                            <p:cond delay="0"/>
                                          </p:stCondLst>
                                        </p:cTn>
                                        <p:tgtEl>
                                          <p:spTgt spid="42056"/>
                                        </p:tgtEl>
                                        <p:attrNameLst>
                                          <p:attrName>style.visibility</p:attrName>
                                        </p:attrNameLst>
                                      </p:cBhvr>
                                      <p:to>
                                        <p:strVal val="visible"/>
                                      </p:to>
                                    </p:set>
                                    <p:animEffect transition="in" filter="slide(fromLeft)">
                                      <p:cBhvr>
                                        <p:cTn id="16" dur="500"/>
                                        <p:tgtEl>
                                          <p:spTgt spid="4205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2057">
                                            <p:txEl>
                                              <p:charRg st="0" end="2"/>
                                            </p:txEl>
                                          </p:spTgt>
                                        </p:tgtEl>
                                        <p:attrNameLst>
                                          <p:attrName>style.visibility</p:attrName>
                                        </p:attrNameLst>
                                      </p:cBhvr>
                                      <p:to>
                                        <p:strVal val="visible"/>
                                      </p:to>
                                    </p:set>
                                    <p:anim calcmode="lin" valueType="num">
                                      <p:cBhvr additive="base">
                                        <p:cTn id="21" dur="500" fill="hold"/>
                                        <p:tgtEl>
                                          <p:spTgt spid="42057">
                                            <p:txEl>
                                              <p:charRg st="0"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2057">
                                            <p:txEl>
                                              <p:charRg st="0" end="2"/>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42058"/>
                                        </p:tgtEl>
                                        <p:attrNameLst>
                                          <p:attrName>style.visibility</p:attrName>
                                        </p:attrNameLst>
                                      </p:cBhvr>
                                      <p:to>
                                        <p:strVal val="visible"/>
                                      </p:to>
                                    </p:set>
                                    <p:animEffect transition="in" filter="slide(fromLeft)">
                                      <p:cBhvr>
                                        <p:cTn id="27" dur="500"/>
                                        <p:tgtEl>
                                          <p:spTgt spid="42058"/>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42059"/>
                                        </p:tgtEl>
                                        <p:attrNameLst>
                                          <p:attrName>style.visibility</p:attrName>
                                        </p:attrNameLst>
                                      </p:cBhvr>
                                      <p:to>
                                        <p:strVal val="visible"/>
                                      </p:to>
                                    </p:set>
                                    <p:animEffect transition="in" filter="slide(fromLeft)">
                                      <p:cBhvr>
                                        <p:cTn id="32" dur="500"/>
                                        <p:tgtEl>
                                          <p:spTgt spid="4205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2062">
                                            <p:txEl>
                                              <p:charRg st="0" end="4"/>
                                            </p:txEl>
                                          </p:spTgt>
                                        </p:tgtEl>
                                        <p:attrNameLst>
                                          <p:attrName>style.visibility</p:attrName>
                                        </p:attrNameLst>
                                      </p:cBhvr>
                                      <p:to>
                                        <p:strVal val="visible"/>
                                      </p:to>
                                    </p:set>
                                    <p:animEffect transition="in" filter="dissolve">
                                      <p:cBhvr>
                                        <p:cTn id="37" dur="500"/>
                                        <p:tgtEl>
                                          <p:spTgt spid="42062">
                                            <p:txEl>
                                              <p:charRg st="0"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42063"/>
                                        </p:tgtEl>
                                        <p:attrNameLst>
                                          <p:attrName>style.visibility</p:attrName>
                                        </p:attrNameLst>
                                      </p:cBhvr>
                                      <p:to>
                                        <p:strVal val="visible"/>
                                      </p:to>
                                    </p:set>
                                    <p:animEffect transition="in" filter="dissolve">
                                      <p:cBhvr>
                                        <p:cTn id="42" dur="500"/>
                                        <p:tgtEl>
                                          <p:spTgt spid="4206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2064"/>
                                        </p:tgtEl>
                                        <p:attrNameLst>
                                          <p:attrName>style.visibility</p:attrName>
                                        </p:attrNameLst>
                                      </p:cBhvr>
                                      <p:to>
                                        <p:strVal val="visible"/>
                                      </p:to>
                                    </p:set>
                                    <p:animEffect transition="in" filter="dissolve">
                                      <p:cBhvr>
                                        <p:cTn id="47" dur="500"/>
                                        <p:tgtEl>
                                          <p:spTgt spid="4206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42065"/>
                                        </p:tgtEl>
                                        <p:attrNameLst>
                                          <p:attrName>style.visibility</p:attrName>
                                        </p:attrNameLst>
                                      </p:cBhvr>
                                      <p:to>
                                        <p:strVal val="visible"/>
                                      </p:to>
                                    </p:set>
                                    <p:animEffect transition="in" filter="dissolve">
                                      <p:cBhvr>
                                        <p:cTn id="52" dur="500"/>
                                        <p:tgtEl>
                                          <p:spTgt spid="42065"/>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iterate type="wd">
                                    <p:tmPct val="100000"/>
                                  </p:iterate>
                                  <p:childTnLst>
                                    <p:set>
                                      <p:cBhvr>
                                        <p:cTn id="56" dur="1" fill="hold">
                                          <p:stCondLst>
                                            <p:cond delay="0"/>
                                          </p:stCondLst>
                                        </p:cTn>
                                        <p:tgtEl>
                                          <p:spTgt spid="42066"/>
                                        </p:tgtEl>
                                        <p:attrNameLst>
                                          <p:attrName>style.visibility</p:attrName>
                                        </p:attrNameLst>
                                      </p:cBhvr>
                                      <p:to>
                                        <p:strVal val="visible"/>
                                      </p:to>
                                    </p:set>
                                    <p:anim calcmode="lin" valueType="num">
                                      <p:cBhvr additive="base">
                                        <p:cTn id="57" dur="300" fill="hold"/>
                                        <p:tgtEl>
                                          <p:spTgt spid="42066"/>
                                        </p:tgtEl>
                                        <p:attrNameLst>
                                          <p:attrName>ppt_x</p:attrName>
                                        </p:attrNameLst>
                                      </p:cBhvr>
                                      <p:tavLst>
                                        <p:tav tm="0">
                                          <p:val>
                                            <p:strVal val="0-#ppt_w/2"/>
                                          </p:val>
                                        </p:tav>
                                        <p:tav tm="100000">
                                          <p:val>
                                            <p:strVal val="#ppt_x"/>
                                          </p:val>
                                        </p:tav>
                                      </p:tavLst>
                                    </p:anim>
                                    <p:anim calcmode="lin" valueType="num">
                                      <p:cBhvr additive="base">
                                        <p:cTn id="58" dur="300" fill="hold"/>
                                        <p:tgtEl>
                                          <p:spTgt spid="42066"/>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8" fill="hold" nodeType="clickEffect">
                                  <p:stCondLst>
                                    <p:cond delay="0"/>
                                  </p:stCondLst>
                                  <p:childTnLst>
                                    <p:set>
                                      <p:cBhvr>
                                        <p:cTn id="62" dur="1" fill="hold">
                                          <p:stCondLst>
                                            <p:cond delay="0"/>
                                          </p:stCondLst>
                                        </p:cTn>
                                        <p:tgtEl>
                                          <p:spTgt spid="42067"/>
                                        </p:tgtEl>
                                        <p:attrNameLst>
                                          <p:attrName>style.visibility</p:attrName>
                                        </p:attrNameLst>
                                      </p:cBhvr>
                                      <p:to>
                                        <p:strVal val="visible"/>
                                      </p:to>
                                    </p:set>
                                    <p:anim calcmode="lin" valueType="num">
                                      <p:cBhvr>
                                        <p:cTn id="63" dur="500" fill="hold"/>
                                        <p:tgtEl>
                                          <p:spTgt spid="42067"/>
                                        </p:tgtEl>
                                        <p:attrNameLst>
                                          <p:attrName>ppt_x</p:attrName>
                                        </p:attrNameLst>
                                      </p:cBhvr>
                                      <p:tavLst>
                                        <p:tav tm="0">
                                          <p:val>
                                            <p:strVal val="#ppt_x-#ppt_w/2"/>
                                          </p:val>
                                        </p:tav>
                                        <p:tav tm="100000">
                                          <p:val>
                                            <p:strVal val="#ppt_x"/>
                                          </p:val>
                                        </p:tav>
                                      </p:tavLst>
                                    </p:anim>
                                    <p:anim calcmode="lin" valueType="num">
                                      <p:cBhvr>
                                        <p:cTn id="64" dur="500" fill="hold"/>
                                        <p:tgtEl>
                                          <p:spTgt spid="42067"/>
                                        </p:tgtEl>
                                        <p:attrNameLst>
                                          <p:attrName>ppt_y</p:attrName>
                                        </p:attrNameLst>
                                      </p:cBhvr>
                                      <p:tavLst>
                                        <p:tav tm="0">
                                          <p:val>
                                            <p:strVal val="#ppt_y"/>
                                          </p:val>
                                        </p:tav>
                                        <p:tav tm="100000">
                                          <p:val>
                                            <p:strVal val="#ppt_y"/>
                                          </p:val>
                                        </p:tav>
                                      </p:tavLst>
                                    </p:anim>
                                    <p:anim calcmode="lin" valueType="num">
                                      <p:cBhvr>
                                        <p:cTn id="65" dur="500" fill="hold"/>
                                        <p:tgtEl>
                                          <p:spTgt spid="42067"/>
                                        </p:tgtEl>
                                        <p:attrNameLst>
                                          <p:attrName>ppt_w</p:attrName>
                                        </p:attrNameLst>
                                      </p:cBhvr>
                                      <p:tavLst>
                                        <p:tav tm="0">
                                          <p:val>
                                            <p:fltVal val="0.000000"/>
                                          </p:val>
                                        </p:tav>
                                        <p:tav tm="100000">
                                          <p:val>
                                            <p:strVal val="#ppt_w"/>
                                          </p:val>
                                        </p:tav>
                                      </p:tavLst>
                                    </p:anim>
                                    <p:anim calcmode="lin" valueType="num">
                                      <p:cBhvr>
                                        <p:cTn id="66" dur="500" fill="hold"/>
                                        <p:tgtEl>
                                          <p:spTgt spid="42067"/>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18" presetClass="entr" presetSubtype="6" fill="hold" nodeType="clickEffect">
                                  <p:stCondLst>
                                    <p:cond delay="0"/>
                                  </p:stCondLst>
                                  <p:childTnLst>
                                    <p:set>
                                      <p:cBhvr>
                                        <p:cTn id="70" dur="1" fill="hold">
                                          <p:stCondLst>
                                            <p:cond delay="0"/>
                                          </p:stCondLst>
                                        </p:cTn>
                                        <p:tgtEl>
                                          <p:spTgt spid="42068"/>
                                        </p:tgtEl>
                                        <p:attrNameLst>
                                          <p:attrName>style.visibility</p:attrName>
                                        </p:attrNameLst>
                                      </p:cBhvr>
                                      <p:to>
                                        <p:strVal val="visible"/>
                                      </p:to>
                                    </p:set>
                                    <p:animEffect transition="in" filter="strips(downRight)">
                                      <p:cBhvr>
                                        <p:cTn id="71" dur="500"/>
                                        <p:tgtEl>
                                          <p:spTgt spid="42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54" grpId="0" build="p"/>
      <p:bldP spid="42057" grpId="0" build="p"/>
      <p:bldP spid="42062" grpId="0" build="p"/>
      <p:bldP spid="4206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ext Box 2"/>
          <p:cNvSpPr txBox="1"/>
          <p:nvPr/>
        </p:nvSpPr>
        <p:spPr>
          <a:xfrm>
            <a:off x="684213" y="3068638"/>
            <a:ext cx="666750" cy="519112"/>
          </a:xfrm>
          <a:prstGeom prst="rect">
            <a:avLst/>
          </a:prstGeom>
          <a:noFill/>
          <a:ln w="9525">
            <a:noFill/>
          </a:ln>
        </p:spPr>
        <p:txBody>
          <a:bodyPr>
            <a:spAutoFit/>
          </a:bodyPr>
          <a:p>
            <a:pPr algn="ctr">
              <a:spcBef>
                <a:spcPct val="50000"/>
              </a:spcBef>
            </a:pPr>
            <a:r>
              <a:rPr lang="zh-CN" altLang="en-US" dirty="0">
                <a:solidFill>
                  <a:srgbClr val="FFFF00"/>
                </a:solidFill>
                <a:latin typeface="Times New Roman" panose="02020603050405020304" pitchFamily="18" charset="0"/>
              </a:rPr>
              <a:t>则</a:t>
            </a:r>
            <a:endParaRPr lang="zh-CN" altLang="en-US" dirty="0">
              <a:solidFill>
                <a:srgbClr val="FFFF00"/>
              </a:solidFill>
              <a:latin typeface="Times New Roman" panose="02020603050405020304" pitchFamily="18" charset="0"/>
            </a:endParaRPr>
          </a:p>
        </p:txBody>
      </p:sp>
      <p:graphicFrame>
        <p:nvGraphicFramePr>
          <p:cNvPr id="45059" name="Object 3"/>
          <p:cNvGraphicFramePr/>
          <p:nvPr/>
        </p:nvGraphicFramePr>
        <p:xfrm>
          <a:off x="1476375" y="2852738"/>
          <a:ext cx="4535488" cy="939800"/>
        </p:xfrm>
        <a:graphic>
          <a:graphicData uri="http://schemas.openxmlformats.org/presentationml/2006/ole">
            <mc:AlternateContent xmlns:mc="http://schemas.openxmlformats.org/markup-compatibility/2006">
              <mc:Choice xmlns:v="urn:schemas-microsoft-com:vml" Requires="v">
                <p:oleObj spid="_x0000_s3372" name="" r:id="rId1" imgW="2184400" imgH="469900" progId="Equation.3">
                  <p:embed/>
                </p:oleObj>
              </mc:Choice>
              <mc:Fallback>
                <p:oleObj name="" r:id="rId1" imgW="2184400" imgH="469900" progId="Equation.3">
                  <p:embed/>
                  <p:pic>
                    <p:nvPicPr>
                      <p:cNvPr id="0" name="图片 3371"/>
                      <p:cNvPicPr/>
                      <p:nvPr/>
                    </p:nvPicPr>
                    <p:blipFill>
                      <a:blip r:embed="rId2">
                        <a:clrChange>
                          <a:clrFrom>
                            <a:srgbClr val="000000"/>
                          </a:clrFrom>
                          <a:clrTo>
                            <a:srgbClr val="FFFFFF"/>
                          </a:clrTo>
                        </a:clrChange>
                      </a:blip>
                      <a:stretch>
                        <a:fillRect/>
                      </a:stretch>
                    </p:blipFill>
                    <p:spPr>
                      <a:xfrm>
                        <a:off x="1476375" y="2852738"/>
                        <a:ext cx="4535488" cy="939800"/>
                      </a:xfrm>
                      <a:prstGeom prst="rect">
                        <a:avLst/>
                      </a:prstGeom>
                      <a:noFill/>
                      <a:ln w="38100">
                        <a:noFill/>
                        <a:miter/>
                      </a:ln>
                    </p:spPr>
                  </p:pic>
                </p:oleObj>
              </mc:Fallback>
            </mc:AlternateContent>
          </a:graphicData>
        </a:graphic>
      </p:graphicFrame>
      <p:graphicFrame>
        <p:nvGraphicFramePr>
          <p:cNvPr id="45060" name="Object 4"/>
          <p:cNvGraphicFramePr/>
          <p:nvPr/>
        </p:nvGraphicFramePr>
        <p:xfrm>
          <a:off x="2700338" y="3933825"/>
          <a:ext cx="4681537" cy="939800"/>
        </p:xfrm>
        <a:graphic>
          <a:graphicData uri="http://schemas.openxmlformats.org/presentationml/2006/ole">
            <mc:AlternateContent xmlns:mc="http://schemas.openxmlformats.org/markup-compatibility/2006">
              <mc:Choice xmlns:v="urn:schemas-microsoft-com:vml" Requires="v">
                <p:oleObj spid="_x0000_s3370" name="" r:id="rId3" imgW="2197100" imgH="469900" progId="Equation.3">
                  <p:embed/>
                </p:oleObj>
              </mc:Choice>
              <mc:Fallback>
                <p:oleObj name="" r:id="rId3" imgW="2197100" imgH="469900" progId="Equation.3">
                  <p:embed/>
                  <p:pic>
                    <p:nvPicPr>
                      <p:cNvPr id="0" name="图片 3369"/>
                      <p:cNvPicPr/>
                      <p:nvPr/>
                    </p:nvPicPr>
                    <p:blipFill>
                      <a:blip r:embed="rId4">
                        <a:clrChange>
                          <a:clrFrom>
                            <a:srgbClr val="000000"/>
                          </a:clrFrom>
                          <a:clrTo>
                            <a:srgbClr val="FFFFFF"/>
                          </a:clrTo>
                        </a:clrChange>
                      </a:blip>
                      <a:stretch>
                        <a:fillRect/>
                      </a:stretch>
                    </p:blipFill>
                    <p:spPr>
                      <a:xfrm>
                        <a:off x="2700338" y="3933825"/>
                        <a:ext cx="4681537" cy="939800"/>
                      </a:xfrm>
                      <a:prstGeom prst="rect">
                        <a:avLst/>
                      </a:prstGeom>
                      <a:noFill/>
                      <a:ln w="38100">
                        <a:noFill/>
                        <a:miter/>
                      </a:ln>
                    </p:spPr>
                  </p:pic>
                </p:oleObj>
              </mc:Fallback>
            </mc:AlternateContent>
          </a:graphicData>
        </a:graphic>
      </p:graphicFrame>
      <p:sp>
        <p:nvSpPr>
          <p:cNvPr id="45129" name="Text Box 73"/>
          <p:cNvSpPr txBox="1"/>
          <p:nvPr/>
        </p:nvSpPr>
        <p:spPr>
          <a:xfrm>
            <a:off x="1331913" y="5373688"/>
            <a:ext cx="1223962" cy="519112"/>
          </a:xfrm>
          <a:prstGeom prst="rect">
            <a:avLst/>
          </a:prstGeom>
          <a:noFill/>
          <a:ln w="9525">
            <a:noFill/>
          </a:ln>
        </p:spPr>
        <p:txBody>
          <a:bodyPr>
            <a:spAutoFit/>
          </a:bodyPr>
          <a:p>
            <a:pPr algn="ctr">
              <a:spcBef>
                <a:spcPct val="50000"/>
              </a:spcBef>
            </a:pPr>
            <a:r>
              <a:rPr lang="zh-CN" altLang="en-US" dirty="0">
                <a:solidFill>
                  <a:srgbClr val="FFFF00"/>
                </a:solidFill>
                <a:latin typeface="Times New Roman" panose="02020603050405020304" pitchFamily="18" charset="0"/>
              </a:rPr>
              <a:t>即</a:t>
            </a:r>
            <a:endParaRPr lang="zh-CN" altLang="en-US" dirty="0">
              <a:solidFill>
                <a:srgbClr val="FFFF00"/>
              </a:solidFill>
              <a:latin typeface="Times New Roman" panose="02020603050405020304" pitchFamily="18" charset="0"/>
            </a:endParaRPr>
          </a:p>
        </p:txBody>
      </p:sp>
      <p:graphicFrame>
        <p:nvGraphicFramePr>
          <p:cNvPr id="45130" name="Object 74"/>
          <p:cNvGraphicFramePr/>
          <p:nvPr/>
        </p:nvGraphicFramePr>
        <p:xfrm>
          <a:off x="2771775" y="5013325"/>
          <a:ext cx="2382838" cy="1208088"/>
        </p:xfrm>
        <a:graphic>
          <a:graphicData uri="http://schemas.openxmlformats.org/presentationml/2006/ole">
            <mc:AlternateContent xmlns:mc="http://schemas.openxmlformats.org/markup-compatibility/2006">
              <mc:Choice xmlns:v="urn:schemas-microsoft-com:vml" Requires="v">
                <p:oleObj spid="_x0000_s3375" name="" r:id="rId5" imgW="697865" imgH="355600" progId="Equation.DSMT4">
                  <p:embed/>
                </p:oleObj>
              </mc:Choice>
              <mc:Fallback>
                <p:oleObj name="" r:id="rId5" imgW="697865" imgH="355600" progId="Equation.DSMT4">
                  <p:embed/>
                  <p:pic>
                    <p:nvPicPr>
                      <p:cNvPr id="0" name="图片 3374"/>
                      <p:cNvPicPr/>
                      <p:nvPr/>
                    </p:nvPicPr>
                    <p:blipFill>
                      <a:blip r:embed="rId6">
                        <a:clrChange>
                          <a:clrFrom>
                            <a:srgbClr val="000000"/>
                          </a:clrFrom>
                          <a:clrTo>
                            <a:srgbClr val="990033"/>
                          </a:clrTo>
                        </a:clrChange>
                      </a:blip>
                      <a:stretch>
                        <a:fillRect/>
                      </a:stretch>
                    </p:blipFill>
                    <p:spPr>
                      <a:xfrm>
                        <a:off x="2771775" y="5013325"/>
                        <a:ext cx="2382838" cy="1208088"/>
                      </a:xfrm>
                      <a:prstGeom prst="rect">
                        <a:avLst/>
                      </a:prstGeom>
                      <a:gradFill rotWithShape="1">
                        <a:gsLst>
                          <a:gs pos="0">
                            <a:srgbClr val="3399FF"/>
                          </a:gs>
                          <a:gs pos="50000">
                            <a:schemeClr val="bg1"/>
                          </a:gs>
                          <a:gs pos="100000">
                            <a:srgbClr val="3399FF"/>
                          </a:gs>
                        </a:gsLst>
                        <a:lin ang="5400000" scaled="1"/>
                        <a:tileRect/>
                      </a:gradFill>
                      <a:ln w="38100">
                        <a:noFill/>
                        <a:miter/>
                      </a:ln>
                    </p:spPr>
                  </p:pic>
                </p:oleObj>
              </mc:Fallback>
            </mc:AlternateContent>
          </a:graphicData>
        </a:graphic>
      </p:graphicFrame>
      <p:grpSp>
        <p:nvGrpSpPr>
          <p:cNvPr id="42003" name="Group 149"/>
          <p:cNvGrpSpPr/>
          <p:nvPr/>
        </p:nvGrpSpPr>
        <p:grpSpPr>
          <a:xfrm>
            <a:off x="8316913" y="6446838"/>
            <a:ext cx="792162" cy="366712"/>
            <a:chOff x="5193" y="4020"/>
            <a:chExt cx="499" cy="231"/>
          </a:xfrm>
        </p:grpSpPr>
        <p:pic>
          <p:nvPicPr>
            <p:cNvPr id="42066" name="Picture 150"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42067" name="Text Box 15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2004" name="Group 152"/>
          <p:cNvGrpSpPr/>
          <p:nvPr/>
        </p:nvGrpSpPr>
        <p:grpSpPr>
          <a:xfrm>
            <a:off x="7453313" y="6446838"/>
            <a:ext cx="792162" cy="366712"/>
            <a:chOff x="4649" y="4020"/>
            <a:chExt cx="499" cy="231"/>
          </a:xfrm>
        </p:grpSpPr>
        <p:pic>
          <p:nvPicPr>
            <p:cNvPr id="42064" name="Picture 153"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42065" name="Text Box 15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2005" name="Group 229"/>
          <p:cNvGrpSpPr/>
          <p:nvPr/>
        </p:nvGrpSpPr>
        <p:grpSpPr>
          <a:xfrm>
            <a:off x="6588125" y="6446838"/>
            <a:ext cx="792163" cy="366712"/>
            <a:chOff x="4649" y="4020"/>
            <a:chExt cx="499" cy="231"/>
          </a:xfrm>
        </p:grpSpPr>
        <p:pic>
          <p:nvPicPr>
            <p:cNvPr id="42062" name="Picture 230"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42063" name="Text Box 23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 name="Group 299"/>
          <p:cNvGrpSpPr/>
          <p:nvPr/>
        </p:nvGrpSpPr>
        <p:grpSpPr>
          <a:xfrm>
            <a:off x="468313" y="549275"/>
            <a:ext cx="8456612" cy="2163763"/>
            <a:chOff x="433" y="346"/>
            <a:chExt cx="5327" cy="1363"/>
          </a:xfrm>
        </p:grpSpPr>
        <p:grpSp>
          <p:nvGrpSpPr>
            <p:cNvPr id="42007" name="Group 232"/>
            <p:cNvGrpSpPr/>
            <p:nvPr/>
          </p:nvGrpSpPr>
          <p:grpSpPr>
            <a:xfrm>
              <a:off x="433" y="391"/>
              <a:ext cx="734" cy="1038"/>
              <a:chOff x="197" y="2341"/>
              <a:chExt cx="734" cy="1038"/>
            </a:xfrm>
          </p:grpSpPr>
          <p:sp>
            <p:nvSpPr>
              <p:cNvPr id="42055" name="Line 233"/>
              <p:cNvSpPr/>
              <p:nvPr/>
            </p:nvSpPr>
            <p:spPr>
              <a:xfrm>
                <a:off x="357" y="2749"/>
                <a:ext cx="574" cy="1"/>
              </a:xfrm>
              <a:prstGeom prst="line">
                <a:avLst/>
              </a:prstGeom>
              <a:ln w="38100" cap="flat" cmpd="sng">
                <a:solidFill>
                  <a:srgbClr val="FF3300"/>
                </a:solidFill>
                <a:prstDash val="solid"/>
                <a:headEnd type="none" w="med" len="med"/>
                <a:tailEnd type="none" w="med" len="med"/>
              </a:ln>
            </p:spPr>
          </p:sp>
          <p:sp>
            <p:nvSpPr>
              <p:cNvPr id="42056" name="Line 234"/>
              <p:cNvSpPr/>
              <p:nvPr/>
            </p:nvSpPr>
            <p:spPr>
              <a:xfrm flipV="1">
                <a:off x="357" y="3345"/>
                <a:ext cx="562" cy="0"/>
              </a:xfrm>
              <a:prstGeom prst="line">
                <a:avLst/>
              </a:prstGeom>
              <a:ln w="38100" cap="flat" cmpd="sng">
                <a:solidFill>
                  <a:srgbClr val="FF3300"/>
                </a:solidFill>
                <a:prstDash val="solid"/>
                <a:headEnd type="none" w="med" len="med"/>
                <a:tailEnd type="none" w="med" len="med"/>
              </a:ln>
            </p:spPr>
          </p:sp>
          <p:sp>
            <p:nvSpPr>
              <p:cNvPr id="42057" name="Line 235"/>
              <p:cNvSpPr/>
              <p:nvPr/>
            </p:nvSpPr>
            <p:spPr>
              <a:xfrm>
                <a:off x="431" y="2750"/>
                <a:ext cx="294" cy="0"/>
              </a:xfrm>
              <a:prstGeom prst="line">
                <a:avLst/>
              </a:prstGeom>
              <a:ln w="28575" cap="flat" cmpd="sng">
                <a:solidFill>
                  <a:srgbClr val="00FFFF"/>
                </a:solidFill>
                <a:prstDash val="solid"/>
                <a:headEnd type="none" w="med" len="med"/>
                <a:tailEnd type="triangle" w="med" len="med"/>
              </a:ln>
            </p:spPr>
          </p:sp>
          <p:sp>
            <p:nvSpPr>
              <p:cNvPr id="42058" name="Text Box 236"/>
              <p:cNvSpPr txBox="1"/>
              <p:nvPr/>
            </p:nvSpPr>
            <p:spPr>
              <a:xfrm>
                <a:off x="198" y="2727"/>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2059" name="Text Box 237"/>
              <p:cNvSpPr txBox="1"/>
              <p:nvPr/>
            </p:nvSpPr>
            <p:spPr>
              <a:xfrm>
                <a:off x="203" y="3091"/>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graphicFrame>
            <p:nvGraphicFramePr>
              <p:cNvPr id="41999" name="Object 238"/>
              <p:cNvGraphicFramePr/>
              <p:nvPr/>
            </p:nvGraphicFramePr>
            <p:xfrm>
              <a:off x="476" y="2341"/>
              <a:ext cx="208" cy="372"/>
            </p:xfrm>
            <a:graphic>
              <a:graphicData uri="http://schemas.openxmlformats.org/presentationml/2006/ole">
                <mc:AlternateContent xmlns:mc="http://schemas.openxmlformats.org/markup-compatibility/2006">
                  <mc:Choice xmlns:v="urn:schemas-microsoft-com:vml" Requires="v">
                    <p:oleObj spid="_x0000_s3371" name="" r:id="rId8" imgW="165100" imgH="291465" progId="Equation.3">
                      <p:embed/>
                    </p:oleObj>
                  </mc:Choice>
                  <mc:Fallback>
                    <p:oleObj name="" r:id="rId8" imgW="165100" imgH="291465" progId="Equation.3">
                      <p:embed/>
                      <p:pic>
                        <p:nvPicPr>
                          <p:cNvPr id="0" name="图片 3370"/>
                          <p:cNvPicPr/>
                          <p:nvPr/>
                        </p:nvPicPr>
                        <p:blipFill>
                          <a:blip r:embed="rId9">
                            <a:clrChange>
                              <a:clrFrom>
                                <a:srgbClr val="000000"/>
                              </a:clrFrom>
                              <a:clrTo>
                                <a:srgbClr val="FFFF00"/>
                              </a:clrTo>
                            </a:clrChange>
                          </a:blip>
                          <a:stretch>
                            <a:fillRect/>
                          </a:stretch>
                        </p:blipFill>
                        <p:spPr>
                          <a:xfrm>
                            <a:off x="476" y="2341"/>
                            <a:ext cx="208" cy="372"/>
                          </a:xfrm>
                          <a:prstGeom prst="rect">
                            <a:avLst/>
                          </a:prstGeom>
                          <a:noFill/>
                          <a:ln w="38100">
                            <a:noFill/>
                            <a:miter/>
                          </a:ln>
                        </p:spPr>
                      </p:pic>
                    </p:oleObj>
                  </mc:Fallback>
                </mc:AlternateContent>
              </a:graphicData>
            </a:graphic>
          </p:graphicFrame>
          <p:sp>
            <p:nvSpPr>
              <p:cNvPr id="42060" name="Oval 239"/>
              <p:cNvSpPr/>
              <p:nvPr/>
            </p:nvSpPr>
            <p:spPr>
              <a:xfrm>
                <a:off x="283" y="2712"/>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61" name="Oval 240"/>
              <p:cNvSpPr/>
              <p:nvPr/>
            </p:nvSpPr>
            <p:spPr>
              <a:xfrm>
                <a:off x="283" y="3306"/>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2000" name="Object 241"/>
              <p:cNvGraphicFramePr/>
              <p:nvPr/>
            </p:nvGraphicFramePr>
            <p:xfrm>
              <a:off x="197" y="2820"/>
              <a:ext cx="272" cy="371"/>
            </p:xfrm>
            <a:graphic>
              <a:graphicData uri="http://schemas.openxmlformats.org/presentationml/2006/ole">
                <mc:AlternateContent xmlns:mc="http://schemas.openxmlformats.org/markup-compatibility/2006">
                  <mc:Choice xmlns:v="urn:schemas-microsoft-com:vml" Requires="v">
                    <p:oleObj spid="_x0000_s3374" name="" r:id="rId10" imgW="215900" imgH="291465" progId="Equation.3">
                      <p:embed/>
                    </p:oleObj>
                  </mc:Choice>
                  <mc:Fallback>
                    <p:oleObj name="" r:id="rId10" imgW="215900" imgH="291465" progId="Equation.3">
                      <p:embed/>
                      <p:pic>
                        <p:nvPicPr>
                          <p:cNvPr id="0" name="图片 3373"/>
                          <p:cNvPicPr/>
                          <p:nvPr/>
                        </p:nvPicPr>
                        <p:blipFill>
                          <a:blip r:embed="rId11">
                            <a:clrChange>
                              <a:clrFrom>
                                <a:srgbClr val="000000"/>
                              </a:clrFrom>
                              <a:clrTo>
                                <a:srgbClr val="FFFF00"/>
                              </a:clrTo>
                            </a:clrChange>
                          </a:blip>
                          <a:stretch>
                            <a:fillRect/>
                          </a:stretch>
                        </p:blipFill>
                        <p:spPr>
                          <a:xfrm>
                            <a:off x="197" y="2820"/>
                            <a:ext cx="272" cy="371"/>
                          </a:xfrm>
                          <a:prstGeom prst="rect">
                            <a:avLst/>
                          </a:prstGeom>
                          <a:noFill/>
                          <a:ln w="38100">
                            <a:noFill/>
                            <a:miter/>
                          </a:ln>
                        </p:spPr>
                      </p:pic>
                    </p:oleObj>
                  </mc:Fallback>
                </mc:AlternateContent>
              </a:graphicData>
            </a:graphic>
          </p:graphicFrame>
        </p:grpSp>
        <p:grpSp>
          <p:nvGrpSpPr>
            <p:cNvPr id="42008" name="Group 242"/>
            <p:cNvGrpSpPr/>
            <p:nvPr/>
          </p:nvGrpSpPr>
          <p:grpSpPr>
            <a:xfrm>
              <a:off x="4995" y="437"/>
              <a:ext cx="765" cy="993"/>
              <a:chOff x="4759" y="2387"/>
              <a:chExt cx="765" cy="993"/>
            </a:xfrm>
          </p:grpSpPr>
          <p:sp>
            <p:nvSpPr>
              <p:cNvPr id="42048" name="Line 243"/>
              <p:cNvSpPr/>
              <p:nvPr/>
            </p:nvSpPr>
            <p:spPr>
              <a:xfrm>
                <a:off x="4759" y="2769"/>
                <a:ext cx="556" cy="1"/>
              </a:xfrm>
              <a:prstGeom prst="line">
                <a:avLst/>
              </a:prstGeom>
              <a:ln w="38100" cap="flat" cmpd="sng">
                <a:solidFill>
                  <a:srgbClr val="FF3300"/>
                </a:solidFill>
                <a:prstDash val="solid"/>
                <a:headEnd type="none" w="med" len="med"/>
                <a:tailEnd type="none" w="med" len="med"/>
              </a:ln>
            </p:spPr>
          </p:sp>
          <p:sp>
            <p:nvSpPr>
              <p:cNvPr id="42049" name="Line 244"/>
              <p:cNvSpPr/>
              <p:nvPr/>
            </p:nvSpPr>
            <p:spPr>
              <a:xfrm>
                <a:off x="4763" y="3350"/>
                <a:ext cx="550" cy="1"/>
              </a:xfrm>
              <a:prstGeom prst="line">
                <a:avLst/>
              </a:prstGeom>
              <a:ln w="38100" cap="flat" cmpd="sng">
                <a:solidFill>
                  <a:srgbClr val="FF3300"/>
                </a:solidFill>
                <a:prstDash val="solid"/>
                <a:headEnd type="none" w="med" len="med"/>
                <a:tailEnd type="none" w="med" len="med"/>
              </a:ln>
            </p:spPr>
          </p:sp>
          <p:sp>
            <p:nvSpPr>
              <p:cNvPr id="42050" name="Line 245"/>
              <p:cNvSpPr/>
              <p:nvPr/>
            </p:nvSpPr>
            <p:spPr>
              <a:xfrm flipH="1">
                <a:off x="4921" y="2768"/>
                <a:ext cx="294" cy="0"/>
              </a:xfrm>
              <a:prstGeom prst="line">
                <a:avLst/>
              </a:prstGeom>
              <a:ln w="28575" cap="flat" cmpd="sng">
                <a:solidFill>
                  <a:srgbClr val="00FFFF"/>
                </a:solidFill>
                <a:prstDash val="solid"/>
                <a:headEnd type="none" w="med" len="med"/>
                <a:tailEnd type="triangle" w="med" len="med"/>
              </a:ln>
            </p:spPr>
          </p:sp>
          <p:sp>
            <p:nvSpPr>
              <p:cNvPr id="42051" name="Text Box 246"/>
              <p:cNvSpPr txBox="1"/>
              <p:nvPr/>
            </p:nvSpPr>
            <p:spPr>
              <a:xfrm>
                <a:off x="5231" y="2739"/>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2052" name="Text Box 247"/>
              <p:cNvSpPr txBox="1"/>
              <p:nvPr/>
            </p:nvSpPr>
            <p:spPr>
              <a:xfrm>
                <a:off x="5242" y="3085"/>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2053" name="Oval 248"/>
              <p:cNvSpPr/>
              <p:nvPr/>
            </p:nvSpPr>
            <p:spPr>
              <a:xfrm>
                <a:off x="5310" y="2730"/>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54" name="Oval 249"/>
              <p:cNvSpPr/>
              <p:nvPr/>
            </p:nvSpPr>
            <p:spPr>
              <a:xfrm>
                <a:off x="5316" y="3312"/>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1997" name="Object 250"/>
              <p:cNvGraphicFramePr/>
              <p:nvPr/>
            </p:nvGraphicFramePr>
            <p:xfrm>
              <a:off x="5012" y="2387"/>
              <a:ext cx="240" cy="370"/>
            </p:xfrm>
            <a:graphic>
              <a:graphicData uri="http://schemas.openxmlformats.org/presentationml/2006/ole">
                <mc:AlternateContent xmlns:mc="http://schemas.openxmlformats.org/markup-compatibility/2006">
                  <mc:Choice xmlns:v="urn:schemas-microsoft-com:vml" Requires="v">
                    <p:oleObj spid="_x0000_s3373" name="" r:id="rId12" imgW="190500" imgH="292100" progId="Equation.3">
                      <p:embed/>
                    </p:oleObj>
                  </mc:Choice>
                  <mc:Fallback>
                    <p:oleObj name="" r:id="rId12" imgW="190500" imgH="292100" progId="Equation.3">
                      <p:embed/>
                      <p:pic>
                        <p:nvPicPr>
                          <p:cNvPr id="0" name="图片 3372"/>
                          <p:cNvPicPr/>
                          <p:nvPr/>
                        </p:nvPicPr>
                        <p:blipFill>
                          <a:blip r:embed="rId13">
                            <a:clrChange>
                              <a:clrFrom>
                                <a:srgbClr val="000000"/>
                              </a:clrFrom>
                              <a:clrTo>
                                <a:srgbClr val="FFFF00"/>
                              </a:clrTo>
                            </a:clrChange>
                          </a:blip>
                          <a:stretch>
                            <a:fillRect/>
                          </a:stretch>
                        </p:blipFill>
                        <p:spPr>
                          <a:xfrm>
                            <a:off x="5012" y="2387"/>
                            <a:ext cx="240" cy="370"/>
                          </a:xfrm>
                          <a:prstGeom prst="rect">
                            <a:avLst/>
                          </a:prstGeom>
                          <a:noFill/>
                          <a:ln w="38100">
                            <a:noFill/>
                            <a:miter/>
                          </a:ln>
                        </p:spPr>
                      </p:pic>
                    </p:oleObj>
                  </mc:Fallback>
                </mc:AlternateContent>
              </a:graphicData>
            </a:graphic>
          </p:graphicFrame>
          <p:graphicFrame>
            <p:nvGraphicFramePr>
              <p:cNvPr id="41998" name="Object 251"/>
              <p:cNvGraphicFramePr/>
              <p:nvPr/>
            </p:nvGraphicFramePr>
            <p:xfrm>
              <a:off x="5220" y="2832"/>
              <a:ext cx="304" cy="371"/>
            </p:xfrm>
            <a:graphic>
              <a:graphicData uri="http://schemas.openxmlformats.org/presentationml/2006/ole">
                <mc:AlternateContent xmlns:mc="http://schemas.openxmlformats.org/markup-compatibility/2006">
                  <mc:Choice xmlns:v="urn:schemas-microsoft-com:vml" Requires="v">
                    <p:oleObj spid="_x0000_s3380" name="" r:id="rId14" imgW="241300" imgH="292100" progId="Equation.3">
                      <p:embed/>
                    </p:oleObj>
                  </mc:Choice>
                  <mc:Fallback>
                    <p:oleObj name="" r:id="rId14" imgW="241300" imgH="292100" progId="Equation.3">
                      <p:embed/>
                      <p:pic>
                        <p:nvPicPr>
                          <p:cNvPr id="0" name="图片 3379"/>
                          <p:cNvPicPr/>
                          <p:nvPr/>
                        </p:nvPicPr>
                        <p:blipFill>
                          <a:blip r:embed="rId15">
                            <a:clrChange>
                              <a:clrFrom>
                                <a:srgbClr val="000000"/>
                              </a:clrFrom>
                              <a:clrTo>
                                <a:srgbClr val="FFFF00"/>
                              </a:clrTo>
                            </a:clrChange>
                          </a:blip>
                          <a:stretch>
                            <a:fillRect/>
                          </a:stretch>
                        </p:blipFill>
                        <p:spPr>
                          <a:xfrm>
                            <a:off x="5220" y="2832"/>
                            <a:ext cx="304" cy="371"/>
                          </a:xfrm>
                          <a:prstGeom prst="rect">
                            <a:avLst/>
                          </a:prstGeom>
                          <a:noFill/>
                          <a:ln w="38100">
                            <a:noFill/>
                            <a:miter/>
                          </a:ln>
                        </p:spPr>
                      </p:pic>
                    </p:oleObj>
                  </mc:Fallback>
                </mc:AlternateContent>
              </a:graphicData>
            </a:graphic>
          </p:graphicFrame>
        </p:grpSp>
        <p:grpSp>
          <p:nvGrpSpPr>
            <p:cNvPr id="42009" name="Group 252"/>
            <p:cNvGrpSpPr/>
            <p:nvPr/>
          </p:nvGrpSpPr>
          <p:grpSpPr>
            <a:xfrm>
              <a:off x="2835" y="810"/>
              <a:ext cx="480" cy="582"/>
              <a:chOff x="2790" y="1164"/>
              <a:chExt cx="480" cy="582"/>
            </a:xfrm>
          </p:grpSpPr>
          <p:sp>
            <p:nvSpPr>
              <p:cNvPr id="42046" name="Line 253"/>
              <p:cNvSpPr/>
              <p:nvPr/>
            </p:nvSpPr>
            <p:spPr>
              <a:xfrm>
                <a:off x="2790" y="1164"/>
                <a:ext cx="474" cy="0"/>
              </a:xfrm>
              <a:prstGeom prst="line">
                <a:avLst/>
              </a:prstGeom>
              <a:ln w="38100" cap="flat" cmpd="sng">
                <a:solidFill>
                  <a:srgbClr val="FF3300"/>
                </a:solidFill>
                <a:prstDash val="solid"/>
                <a:headEnd type="none" w="med" len="med"/>
                <a:tailEnd type="none" w="med" len="med"/>
              </a:ln>
            </p:spPr>
          </p:sp>
          <p:sp>
            <p:nvSpPr>
              <p:cNvPr id="42047" name="Line 254"/>
              <p:cNvSpPr/>
              <p:nvPr/>
            </p:nvSpPr>
            <p:spPr>
              <a:xfrm>
                <a:off x="2796" y="1746"/>
                <a:ext cx="474" cy="0"/>
              </a:xfrm>
              <a:prstGeom prst="line">
                <a:avLst/>
              </a:prstGeom>
              <a:ln w="38100" cap="flat" cmpd="sng">
                <a:solidFill>
                  <a:srgbClr val="FF3300"/>
                </a:solidFill>
                <a:prstDash val="solid"/>
                <a:headEnd type="none" w="med" len="med"/>
                <a:tailEnd type="none" w="med" len="med"/>
              </a:ln>
            </p:spPr>
          </p:sp>
        </p:grpSp>
        <p:sp>
          <p:nvSpPr>
            <p:cNvPr id="42010" name="Rectangle 255"/>
            <p:cNvSpPr/>
            <p:nvPr/>
          </p:nvSpPr>
          <p:spPr>
            <a:xfrm>
              <a:off x="1029" y="437"/>
              <a:ext cx="4080" cy="1272"/>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2011" name="Rectangle 256"/>
            <p:cNvSpPr/>
            <p:nvPr/>
          </p:nvSpPr>
          <p:spPr>
            <a:xfrm>
              <a:off x="2844" y="391"/>
              <a:ext cx="400" cy="404"/>
            </a:xfrm>
            <a:prstGeom prst="rect">
              <a:avLst/>
            </a:prstGeom>
            <a:noFill/>
            <a:ln w="9525">
              <a:noFill/>
            </a:ln>
          </p:spPr>
          <p:txBody>
            <a:bodyPr anchor="ctr" anchorCtr="0">
              <a:spAutoFit/>
            </a:bodyPr>
            <a:p>
              <a:pPr algn="ctr"/>
              <a:r>
                <a:rPr lang="en-US" altLang="zh-CN" sz="3600" b="0" i="1" dirty="0">
                  <a:solidFill>
                    <a:srgbClr val="FF3300"/>
                  </a:solidFill>
                  <a:latin typeface="Times New Roman" panose="02020603050405020304" pitchFamily="18" charset="0"/>
                  <a:ea typeface="宋体" panose="02010600030101010101" pitchFamily="2" charset="-122"/>
                </a:rPr>
                <a:t>T</a:t>
              </a:r>
              <a:endParaRPr lang="en-US" altLang="zh-CN" sz="3600" b="0" dirty="0">
                <a:solidFill>
                  <a:srgbClr val="FF3300"/>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42012" name="Group 257"/>
            <p:cNvGrpSpPr/>
            <p:nvPr/>
          </p:nvGrpSpPr>
          <p:grpSpPr>
            <a:xfrm>
              <a:off x="1075" y="391"/>
              <a:ext cx="1906" cy="1136"/>
              <a:chOff x="839" y="2341"/>
              <a:chExt cx="1906" cy="1136"/>
            </a:xfrm>
          </p:grpSpPr>
          <p:sp>
            <p:nvSpPr>
              <p:cNvPr id="42030" name="Rectangle 258"/>
              <p:cNvSpPr/>
              <p:nvPr/>
            </p:nvSpPr>
            <p:spPr>
              <a:xfrm>
                <a:off x="1405" y="2645"/>
                <a:ext cx="713" cy="832"/>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42031" name="Rectangle 259"/>
              <p:cNvSpPr/>
              <p:nvPr/>
            </p:nvSpPr>
            <p:spPr>
              <a:xfrm>
                <a:off x="1638" y="2842"/>
                <a:ext cx="256" cy="346"/>
              </a:xfrm>
              <a:prstGeom prst="rect">
                <a:avLst/>
              </a:prstGeom>
              <a:noFill/>
              <a:ln w="38100">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42032" name="Line 260"/>
              <p:cNvSpPr/>
              <p:nvPr/>
            </p:nvSpPr>
            <p:spPr>
              <a:xfrm>
                <a:off x="999" y="2763"/>
                <a:ext cx="418" cy="1"/>
              </a:xfrm>
              <a:prstGeom prst="line">
                <a:avLst/>
              </a:prstGeom>
              <a:ln w="28575" cap="flat" cmpd="sng">
                <a:solidFill>
                  <a:srgbClr val="FFCC00"/>
                </a:solidFill>
                <a:prstDash val="solid"/>
                <a:headEnd type="none" w="med" len="med"/>
                <a:tailEnd type="none" w="med" len="med"/>
              </a:ln>
            </p:spPr>
          </p:sp>
          <p:sp>
            <p:nvSpPr>
              <p:cNvPr id="42033" name="Line 261"/>
              <p:cNvSpPr/>
              <p:nvPr/>
            </p:nvSpPr>
            <p:spPr>
              <a:xfrm flipV="1">
                <a:off x="993" y="3353"/>
                <a:ext cx="418" cy="0"/>
              </a:xfrm>
              <a:prstGeom prst="line">
                <a:avLst/>
              </a:prstGeom>
              <a:ln w="28575" cap="flat" cmpd="sng">
                <a:solidFill>
                  <a:srgbClr val="FFCC00"/>
                </a:solidFill>
                <a:prstDash val="solid"/>
                <a:headEnd type="none" w="med" len="med"/>
                <a:tailEnd type="none" w="med" len="med"/>
              </a:ln>
            </p:spPr>
          </p:sp>
          <p:sp>
            <p:nvSpPr>
              <p:cNvPr id="42034" name="Line 262"/>
              <p:cNvSpPr/>
              <p:nvPr/>
            </p:nvSpPr>
            <p:spPr>
              <a:xfrm>
                <a:off x="1066" y="2768"/>
                <a:ext cx="294" cy="0"/>
              </a:xfrm>
              <a:prstGeom prst="line">
                <a:avLst/>
              </a:prstGeom>
              <a:ln w="28575" cap="flat" cmpd="sng">
                <a:solidFill>
                  <a:srgbClr val="00FFFF"/>
                </a:solidFill>
                <a:prstDash val="solid"/>
                <a:headEnd type="none" w="med" len="med"/>
                <a:tailEnd type="triangle" w="med" len="med"/>
              </a:ln>
            </p:spPr>
          </p:sp>
          <p:sp>
            <p:nvSpPr>
              <p:cNvPr id="42035" name="Text Box 263"/>
              <p:cNvSpPr txBox="1"/>
              <p:nvPr/>
            </p:nvSpPr>
            <p:spPr>
              <a:xfrm>
                <a:off x="840" y="2741"/>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2036" name="Text Box 264"/>
              <p:cNvSpPr txBox="1"/>
              <p:nvPr/>
            </p:nvSpPr>
            <p:spPr>
              <a:xfrm>
                <a:off x="845" y="3105"/>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2037" name="Line 265"/>
              <p:cNvSpPr/>
              <p:nvPr/>
            </p:nvSpPr>
            <p:spPr>
              <a:xfrm flipV="1">
                <a:off x="2120" y="2772"/>
                <a:ext cx="418" cy="5"/>
              </a:xfrm>
              <a:prstGeom prst="line">
                <a:avLst/>
              </a:prstGeom>
              <a:ln w="28575" cap="flat" cmpd="sng">
                <a:solidFill>
                  <a:srgbClr val="FFCC00"/>
                </a:solidFill>
                <a:prstDash val="solid"/>
                <a:headEnd type="none" w="med" len="med"/>
                <a:tailEnd type="none" w="med" len="med"/>
              </a:ln>
            </p:spPr>
          </p:sp>
          <p:sp>
            <p:nvSpPr>
              <p:cNvPr id="42038" name="Line 266"/>
              <p:cNvSpPr/>
              <p:nvPr/>
            </p:nvSpPr>
            <p:spPr>
              <a:xfrm>
                <a:off x="2124" y="3358"/>
                <a:ext cx="418" cy="1"/>
              </a:xfrm>
              <a:prstGeom prst="line">
                <a:avLst/>
              </a:prstGeom>
              <a:ln w="28575" cap="flat" cmpd="sng">
                <a:solidFill>
                  <a:srgbClr val="FFCC00"/>
                </a:solidFill>
                <a:prstDash val="solid"/>
                <a:headEnd type="none" w="med" len="med"/>
                <a:tailEnd type="none" w="med" len="med"/>
              </a:ln>
            </p:spPr>
          </p:sp>
          <p:sp>
            <p:nvSpPr>
              <p:cNvPr id="42039" name="Line 267"/>
              <p:cNvSpPr/>
              <p:nvPr/>
            </p:nvSpPr>
            <p:spPr>
              <a:xfrm flipH="1">
                <a:off x="2154" y="2777"/>
                <a:ext cx="294" cy="0"/>
              </a:xfrm>
              <a:prstGeom prst="line">
                <a:avLst/>
              </a:prstGeom>
              <a:ln w="28575" cap="flat" cmpd="sng">
                <a:solidFill>
                  <a:srgbClr val="00FFFF"/>
                </a:solidFill>
                <a:prstDash val="solid"/>
                <a:headEnd type="none" w="med" len="med"/>
                <a:tailEnd type="triangle" w="med" len="med"/>
              </a:ln>
            </p:spPr>
          </p:sp>
          <p:sp>
            <p:nvSpPr>
              <p:cNvPr id="42040" name="Text Box 268"/>
              <p:cNvSpPr txBox="1"/>
              <p:nvPr/>
            </p:nvSpPr>
            <p:spPr>
              <a:xfrm>
                <a:off x="2460" y="2747"/>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2041" name="Text Box 269"/>
              <p:cNvSpPr txBox="1"/>
              <p:nvPr/>
            </p:nvSpPr>
            <p:spPr>
              <a:xfrm>
                <a:off x="2471" y="3093"/>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1993" name="Object 270"/>
              <p:cNvGraphicFramePr/>
              <p:nvPr/>
            </p:nvGraphicFramePr>
            <p:xfrm>
              <a:off x="1111" y="2360"/>
              <a:ext cx="208" cy="417"/>
            </p:xfrm>
            <a:graphic>
              <a:graphicData uri="http://schemas.openxmlformats.org/presentationml/2006/ole">
                <mc:AlternateContent xmlns:mc="http://schemas.openxmlformats.org/markup-compatibility/2006">
                  <mc:Choice xmlns:v="urn:schemas-microsoft-com:vml" Requires="v">
                    <p:oleObj spid="_x0000_s3377" name="" r:id="rId16" imgW="165100" imgH="329565" progId="Equation.3">
                      <p:embed/>
                    </p:oleObj>
                  </mc:Choice>
                  <mc:Fallback>
                    <p:oleObj name="" r:id="rId16" imgW="165100" imgH="329565" progId="Equation.3">
                      <p:embed/>
                      <p:pic>
                        <p:nvPicPr>
                          <p:cNvPr id="0" name="图片 3376"/>
                          <p:cNvPicPr/>
                          <p:nvPr/>
                        </p:nvPicPr>
                        <p:blipFill>
                          <a:blip r:embed="rId17">
                            <a:clrChange>
                              <a:clrFrom>
                                <a:srgbClr val="000000"/>
                              </a:clrFrom>
                              <a:clrTo>
                                <a:srgbClr val="FFFFFF"/>
                              </a:clrTo>
                            </a:clrChange>
                          </a:blip>
                          <a:stretch>
                            <a:fillRect/>
                          </a:stretch>
                        </p:blipFill>
                        <p:spPr>
                          <a:xfrm>
                            <a:off x="1111" y="2360"/>
                            <a:ext cx="208" cy="417"/>
                          </a:xfrm>
                          <a:prstGeom prst="rect">
                            <a:avLst/>
                          </a:prstGeom>
                          <a:noFill/>
                          <a:ln w="38100">
                            <a:noFill/>
                            <a:miter/>
                          </a:ln>
                        </p:spPr>
                      </p:pic>
                    </p:oleObj>
                  </mc:Fallback>
                </mc:AlternateContent>
              </a:graphicData>
            </a:graphic>
          </p:graphicFrame>
          <p:sp>
            <p:nvSpPr>
              <p:cNvPr id="42042" name="Oval 271"/>
              <p:cNvSpPr/>
              <p:nvPr/>
            </p:nvSpPr>
            <p:spPr>
              <a:xfrm>
                <a:off x="925" y="2726"/>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43" name="Oval 272"/>
              <p:cNvSpPr/>
              <p:nvPr/>
            </p:nvSpPr>
            <p:spPr>
              <a:xfrm>
                <a:off x="925" y="332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44" name="Oval 273"/>
              <p:cNvSpPr/>
              <p:nvPr/>
            </p:nvSpPr>
            <p:spPr>
              <a:xfrm>
                <a:off x="2539" y="273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45" name="Oval 274"/>
              <p:cNvSpPr/>
              <p:nvPr/>
            </p:nvSpPr>
            <p:spPr>
              <a:xfrm>
                <a:off x="2545" y="332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1994" name="Object 275"/>
              <p:cNvGraphicFramePr/>
              <p:nvPr/>
            </p:nvGraphicFramePr>
            <p:xfrm>
              <a:off x="2200" y="2341"/>
              <a:ext cx="240" cy="417"/>
            </p:xfrm>
            <a:graphic>
              <a:graphicData uri="http://schemas.openxmlformats.org/presentationml/2006/ole">
                <mc:AlternateContent xmlns:mc="http://schemas.openxmlformats.org/markup-compatibility/2006">
                  <mc:Choice xmlns:v="urn:schemas-microsoft-com:vml" Requires="v">
                    <p:oleObj spid="_x0000_s3378" name="" r:id="rId18" imgW="190500" imgH="330200" progId="Equation.3">
                      <p:embed/>
                    </p:oleObj>
                  </mc:Choice>
                  <mc:Fallback>
                    <p:oleObj name="" r:id="rId18" imgW="190500" imgH="330200" progId="Equation.3">
                      <p:embed/>
                      <p:pic>
                        <p:nvPicPr>
                          <p:cNvPr id="0" name="图片 3377"/>
                          <p:cNvPicPr/>
                          <p:nvPr/>
                        </p:nvPicPr>
                        <p:blipFill>
                          <a:blip r:embed="rId19">
                            <a:clrChange>
                              <a:clrFrom>
                                <a:srgbClr val="000000"/>
                              </a:clrFrom>
                              <a:clrTo>
                                <a:srgbClr val="FFFFFF"/>
                              </a:clrTo>
                            </a:clrChange>
                          </a:blip>
                          <a:stretch>
                            <a:fillRect/>
                          </a:stretch>
                        </p:blipFill>
                        <p:spPr>
                          <a:xfrm>
                            <a:off x="2200" y="2341"/>
                            <a:ext cx="240" cy="417"/>
                          </a:xfrm>
                          <a:prstGeom prst="rect">
                            <a:avLst/>
                          </a:prstGeom>
                          <a:noFill/>
                          <a:ln w="38100">
                            <a:noFill/>
                            <a:miter/>
                          </a:ln>
                        </p:spPr>
                      </p:pic>
                    </p:oleObj>
                  </mc:Fallback>
                </mc:AlternateContent>
              </a:graphicData>
            </a:graphic>
          </p:graphicFrame>
          <p:graphicFrame>
            <p:nvGraphicFramePr>
              <p:cNvPr id="41995" name="Object 276"/>
              <p:cNvGraphicFramePr/>
              <p:nvPr/>
            </p:nvGraphicFramePr>
            <p:xfrm>
              <a:off x="2457" y="2809"/>
              <a:ext cx="288" cy="432"/>
            </p:xfrm>
            <a:graphic>
              <a:graphicData uri="http://schemas.openxmlformats.org/presentationml/2006/ole">
                <mc:AlternateContent xmlns:mc="http://schemas.openxmlformats.org/markup-compatibility/2006">
                  <mc:Choice xmlns:v="urn:schemas-microsoft-com:vml" Requires="v">
                    <p:oleObj spid="_x0000_s3379" name="" r:id="rId20" imgW="228600" imgH="342900" progId="Equation.3">
                      <p:embed/>
                    </p:oleObj>
                  </mc:Choice>
                  <mc:Fallback>
                    <p:oleObj name="" r:id="rId20" imgW="228600" imgH="342900" progId="Equation.3">
                      <p:embed/>
                      <p:pic>
                        <p:nvPicPr>
                          <p:cNvPr id="0" name="图片 3378"/>
                          <p:cNvPicPr/>
                          <p:nvPr/>
                        </p:nvPicPr>
                        <p:blipFill>
                          <a:blip r:embed="rId21">
                            <a:clrChange>
                              <a:clrFrom>
                                <a:srgbClr val="000000"/>
                              </a:clrFrom>
                              <a:clrTo>
                                <a:srgbClr val="FFFFFF"/>
                              </a:clrTo>
                            </a:clrChange>
                          </a:blip>
                          <a:stretch>
                            <a:fillRect/>
                          </a:stretch>
                        </p:blipFill>
                        <p:spPr>
                          <a:xfrm>
                            <a:off x="2457" y="2809"/>
                            <a:ext cx="288" cy="432"/>
                          </a:xfrm>
                          <a:prstGeom prst="rect">
                            <a:avLst/>
                          </a:prstGeom>
                          <a:noFill/>
                          <a:ln w="38100">
                            <a:noFill/>
                            <a:miter/>
                          </a:ln>
                        </p:spPr>
                      </p:pic>
                    </p:oleObj>
                  </mc:Fallback>
                </mc:AlternateContent>
              </a:graphicData>
            </a:graphic>
          </p:graphicFrame>
          <p:graphicFrame>
            <p:nvGraphicFramePr>
              <p:cNvPr id="41996" name="Object 277"/>
              <p:cNvGraphicFramePr/>
              <p:nvPr/>
            </p:nvGraphicFramePr>
            <p:xfrm>
              <a:off x="839" y="2811"/>
              <a:ext cx="272" cy="418"/>
            </p:xfrm>
            <a:graphic>
              <a:graphicData uri="http://schemas.openxmlformats.org/presentationml/2006/ole">
                <mc:AlternateContent xmlns:mc="http://schemas.openxmlformats.org/markup-compatibility/2006">
                  <mc:Choice xmlns:v="urn:schemas-microsoft-com:vml" Requires="v">
                    <p:oleObj spid="_x0000_s3376" name="" r:id="rId22" imgW="215900" imgH="329565" progId="Equation.3">
                      <p:embed/>
                    </p:oleObj>
                  </mc:Choice>
                  <mc:Fallback>
                    <p:oleObj name="" r:id="rId22" imgW="215900" imgH="329565" progId="Equation.3">
                      <p:embed/>
                      <p:pic>
                        <p:nvPicPr>
                          <p:cNvPr id="0" name="图片 3375"/>
                          <p:cNvPicPr/>
                          <p:nvPr/>
                        </p:nvPicPr>
                        <p:blipFill>
                          <a:blip r:embed="rId23">
                            <a:clrChange>
                              <a:clrFrom>
                                <a:srgbClr val="000000"/>
                              </a:clrFrom>
                              <a:clrTo>
                                <a:srgbClr val="FFFFFF"/>
                              </a:clrTo>
                            </a:clrChange>
                          </a:blip>
                          <a:stretch>
                            <a:fillRect/>
                          </a:stretch>
                        </p:blipFill>
                        <p:spPr>
                          <a:xfrm>
                            <a:off x="839" y="2811"/>
                            <a:ext cx="272" cy="418"/>
                          </a:xfrm>
                          <a:prstGeom prst="rect">
                            <a:avLst/>
                          </a:prstGeom>
                          <a:noFill/>
                          <a:ln w="38100">
                            <a:noFill/>
                            <a:miter/>
                          </a:ln>
                        </p:spPr>
                      </p:pic>
                    </p:oleObj>
                  </mc:Fallback>
                </mc:AlternateContent>
              </a:graphicData>
            </a:graphic>
          </p:graphicFrame>
        </p:grpSp>
        <p:grpSp>
          <p:nvGrpSpPr>
            <p:cNvPr id="42013" name="Group 278"/>
            <p:cNvGrpSpPr/>
            <p:nvPr/>
          </p:nvGrpSpPr>
          <p:grpSpPr>
            <a:xfrm>
              <a:off x="3207" y="346"/>
              <a:ext cx="1962" cy="1166"/>
              <a:chOff x="2971" y="2296"/>
              <a:chExt cx="1962" cy="1166"/>
            </a:xfrm>
          </p:grpSpPr>
          <p:sp>
            <p:nvSpPr>
              <p:cNvPr id="42014" name="Rectangle 279"/>
              <p:cNvSpPr/>
              <p:nvPr/>
            </p:nvSpPr>
            <p:spPr>
              <a:xfrm>
                <a:off x="3546" y="2630"/>
                <a:ext cx="713" cy="832"/>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zh-CN" sz="2400" dirty="0">
                  <a:latin typeface="Arial" panose="020B0604020202020204" pitchFamily="34" charset="0"/>
                  <a:ea typeface="仿宋_GB2312" pitchFamily="49" charset="-122"/>
                </a:endParaRPr>
              </a:p>
            </p:txBody>
          </p:sp>
          <p:sp>
            <p:nvSpPr>
              <p:cNvPr id="42015" name="Rectangle 280"/>
              <p:cNvSpPr/>
              <p:nvPr/>
            </p:nvSpPr>
            <p:spPr>
              <a:xfrm>
                <a:off x="3701" y="2827"/>
                <a:ext cx="414" cy="346"/>
              </a:xfrm>
              <a:prstGeom prst="rect">
                <a:avLst/>
              </a:prstGeom>
              <a:noFill/>
              <a:ln w="38100">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endParaRPr>
              </a:p>
            </p:txBody>
          </p:sp>
          <p:sp>
            <p:nvSpPr>
              <p:cNvPr id="42016" name="Line 281"/>
              <p:cNvSpPr/>
              <p:nvPr/>
            </p:nvSpPr>
            <p:spPr>
              <a:xfrm>
                <a:off x="3140" y="2748"/>
                <a:ext cx="418" cy="1"/>
              </a:xfrm>
              <a:prstGeom prst="line">
                <a:avLst/>
              </a:prstGeom>
              <a:ln w="28575" cap="flat" cmpd="sng">
                <a:solidFill>
                  <a:srgbClr val="FFCC00"/>
                </a:solidFill>
                <a:prstDash val="solid"/>
                <a:headEnd type="none" w="med" len="med"/>
                <a:tailEnd type="none" w="med" len="med"/>
              </a:ln>
            </p:spPr>
          </p:sp>
          <p:sp>
            <p:nvSpPr>
              <p:cNvPr id="42017" name="Line 282"/>
              <p:cNvSpPr/>
              <p:nvPr/>
            </p:nvSpPr>
            <p:spPr>
              <a:xfrm flipV="1">
                <a:off x="3134" y="3338"/>
                <a:ext cx="418" cy="0"/>
              </a:xfrm>
              <a:prstGeom prst="line">
                <a:avLst/>
              </a:prstGeom>
              <a:ln w="28575" cap="flat" cmpd="sng">
                <a:solidFill>
                  <a:srgbClr val="FFCC00"/>
                </a:solidFill>
                <a:prstDash val="solid"/>
                <a:headEnd type="none" w="med" len="med"/>
                <a:tailEnd type="none" w="med" len="med"/>
              </a:ln>
            </p:spPr>
          </p:sp>
          <p:sp>
            <p:nvSpPr>
              <p:cNvPr id="42018" name="Line 283"/>
              <p:cNvSpPr/>
              <p:nvPr/>
            </p:nvSpPr>
            <p:spPr>
              <a:xfrm>
                <a:off x="3198" y="2750"/>
                <a:ext cx="294" cy="0"/>
              </a:xfrm>
              <a:prstGeom prst="line">
                <a:avLst/>
              </a:prstGeom>
              <a:ln w="38100" cap="flat" cmpd="sng">
                <a:solidFill>
                  <a:srgbClr val="00FFFF"/>
                </a:solidFill>
                <a:prstDash val="solid"/>
                <a:headEnd type="none" w="med" len="med"/>
                <a:tailEnd type="triangle" w="med" len="med"/>
              </a:ln>
            </p:spPr>
          </p:sp>
          <p:sp>
            <p:nvSpPr>
              <p:cNvPr id="42019" name="Text Box 284"/>
              <p:cNvSpPr txBox="1"/>
              <p:nvPr/>
            </p:nvSpPr>
            <p:spPr>
              <a:xfrm>
                <a:off x="2981" y="2726"/>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2020" name="Text Box 285"/>
              <p:cNvSpPr txBox="1"/>
              <p:nvPr/>
            </p:nvSpPr>
            <p:spPr>
              <a:xfrm>
                <a:off x="2986" y="3090"/>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2021" name="Line 286"/>
              <p:cNvSpPr/>
              <p:nvPr/>
            </p:nvSpPr>
            <p:spPr>
              <a:xfrm flipV="1">
                <a:off x="4261" y="2757"/>
                <a:ext cx="418" cy="5"/>
              </a:xfrm>
              <a:prstGeom prst="line">
                <a:avLst/>
              </a:prstGeom>
              <a:ln w="28575" cap="flat" cmpd="sng">
                <a:solidFill>
                  <a:srgbClr val="FFCC00"/>
                </a:solidFill>
                <a:prstDash val="solid"/>
                <a:headEnd type="none" w="med" len="med"/>
                <a:tailEnd type="none" w="med" len="med"/>
              </a:ln>
            </p:spPr>
          </p:sp>
          <p:sp>
            <p:nvSpPr>
              <p:cNvPr id="42022" name="Line 287"/>
              <p:cNvSpPr/>
              <p:nvPr/>
            </p:nvSpPr>
            <p:spPr>
              <a:xfrm>
                <a:off x="4265" y="3343"/>
                <a:ext cx="418" cy="1"/>
              </a:xfrm>
              <a:prstGeom prst="line">
                <a:avLst/>
              </a:prstGeom>
              <a:ln w="28575" cap="flat" cmpd="sng">
                <a:solidFill>
                  <a:srgbClr val="FFCC00"/>
                </a:solidFill>
                <a:prstDash val="solid"/>
                <a:headEnd type="none" w="med" len="med"/>
                <a:tailEnd type="none" w="med" len="med"/>
              </a:ln>
            </p:spPr>
          </p:sp>
          <p:sp>
            <p:nvSpPr>
              <p:cNvPr id="42023" name="Line 288"/>
              <p:cNvSpPr/>
              <p:nvPr/>
            </p:nvSpPr>
            <p:spPr>
              <a:xfrm flipH="1">
                <a:off x="4286" y="2759"/>
                <a:ext cx="294" cy="0"/>
              </a:xfrm>
              <a:prstGeom prst="line">
                <a:avLst/>
              </a:prstGeom>
              <a:ln w="28575" cap="flat" cmpd="sng">
                <a:solidFill>
                  <a:srgbClr val="00FFFF"/>
                </a:solidFill>
                <a:prstDash val="solid"/>
                <a:headEnd type="none" w="med" len="med"/>
                <a:tailEnd type="triangle" w="med" len="med"/>
              </a:ln>
            </p:spPr>
          </p:sp>
          <p:sp>
            <p:nvSpPr>
              <p:cNvPr id="42024" name="Text Box 289"/>
              <p:cNvSpPr txBox="1"/>
              <p:nvPr/>
            </p:nvSpPr>
            <p:spPr>
              <a:xfrm>
                <a:off x="4601" y="2732"/>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2025" name="Text Box 290"/>
              <p:cNvSpPr txBox="1"/>
              <p:nvPr/>
            </p:nvSpPr>
            <p:spPr>
              <a:xfrm>
                <a:off x="4612" y="3078"/>
                <a:ext cx="267" cy="288"/>
              </a:xfrm>
              <a:prstGeom prst="rect">
                <a:avLst/>
              </a:prstGeom>
              <a:noFill/>
              <a:ln w="38100">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1989" name="Object 291"/>
              <p:cNvGraphicFramePr/>
              <p:nvPr/>
            </p:nvGraphicFramePr>
            <p:xfrm>
              <a:off x="3198" y="2341"/>
              <a:ext cx="226" cy="418"/>
            </p:xfrm>
            <a:graphic>
              <a:graphicData uri="http://schemas.openxmlformats.org/presentationml/2006/ole">
                <mc:AlternateContent xmlns:mc="http://schemas.openxmlformats.org/markup-compatibility/2006">
                  <mc:Choice xmlns:v="urn:schemas-microsoft-com:vml" Requires="v">
                    <p:oleObj spid="_x0000_s3381" name="" r:id="rId24" imgW="177800" imgH="329565" progId="Equation.3">
                      <p:embed/>
                    </p:oleObj>
                  </mc:Choice>
                  <mc:Fallback>
                    <p:oleObj name="" r:id="rId24" imgW="177800" imgH="329565" progId="Equation.3">
                      <p:embed/>
                      <p:pic>
                        <p:nvPicPr>
                          <p:cNvPr id="0" name="图片 3380"/>
                          <p:cNvPicPr/>
                          <p:nvPr/>
                        </p:nvPicPr>
                        <p:blipFill>
                          <a:blip r:embed="rId25">
                            <a:clrChange>
                              <a:clrFrom>
                                <a:srgbClr val="000000"/>
                              </a:clrFrom>
                              <a:clrTo>
                                <a:srgbClr val="FFFFFF"/>
                              </a:clrTo>
                            </a:clrChange>
                          </a:blip>
                          <a:stretch>
                            <a:fillRect/>
                          </a:stretch>
                        </p:blipFill>
                        <p:spPr>
                          <a:xfrm>
                            <a:off x="3198" y="2341"/>
                            <a:ext cx="226" cy="418"/>
                          </a:xfrm>
                          <a:prstGeom prst="rect">
                            <a:avLst/>
                          </a:prstGeom>
                          <a:noFill/>
                          <a:ln w="38100">
                            <a:noFill/>
                            <a:miter/>
                          </a:ln>
                        </p:spPr>
                      </p:pic>
                    </p:oleObj>
                  </mc:Fallback>
                </mc:AlternateContent>
              </a:graphicData>
            </a:graphic>
          </p:graphicFrame>
          <p:sp>
            <p:nvSpPr>
              <p:cNvPr id="42026" name="Oval 292"/>
              <p:cNvSpPr/>
              <p:nvPr/>
            </p:nvSpPr>
            <p:spPr>
              <a:xfrm>
                <a:off x="3066" y="2711"/>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27" name="Oval 293"/>
              <p:cNvSpPr/>
              <p:nvPr/>
            </p:nvSpPr>
            <p:spPr>
              <a:xfrm>
                <a:off x="3066" y="330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28" name="Oval 294"/>
              <p:cNvSpPr/>
              <p:nvPr/>
            </p:nvSpPr>
            <p:spPr>
              <a:xfrm>
                <a:off x="4680" y="272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2029" name="Oval 295"/>
              <p:cNvSpPr/>
              <p:nvPr/>
            </p:nvSpPr>
            <p:spPr>
              <a:xfrm>
                <a:off x="4686" y="330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1990" name="Object 296"/>
              <p:cNvGraphicFramePr/>
              <p:nvPr/>
            </p:nvGraphicFramePr>
            <p:xfrm>
              <a:off x="4303" y="2296"/>
              <a:ext cx="301" cy="462"/>
            </p:xfrm>
            <a:graphic>
              <a:graphicData uri="http://schemas.openxmlformats.org/presentationml/2006/ole">
                <mc:AlternateContent xmlns:mc="http://schemas.openxmlformats.org/markup-compatibility/2006">
                  <mc:Choice xmlns:v="urn:schemas-microsoft-com:vml" Requires="v">
                    <p:oleObj spid="_x0000_s3382" name="" r:id="rId26" imgW="190500" imgH="330200" progId="Equation.DSMT4">
                      <p:embed/>
                    </p:oleObj>
                  </mc:Choice>
                  <mc:Fallback>
                    <p:oleObj name="" r:id="rId26" imgW="190500" imgH="330200" progId="Equation.DSMT4">
                      <p:embed/>
                      <p:pic>
                        <p:nvPicPr>
                          <p:cNvPr id="0" name="图片 3381"/>
                          <p:cNvPicPr/>
                          <p:nvPr/>
                        </p:nvPicPr>
                        <p:blipFill>
                          <a:blip r:embed="rId27">
                            <a:clrChange>
                              <a:clrFrom>
                                <a:srgbClr val="000000"/>
                              </a:clrFrom>
                              <a:clrTo>
                                <a:srgbClr val="FFFFFF"/>
                              </a:clrTo>
                            </a:clrChange>
                          </a:blip>
                          <a:stretch>
                            <a:fillRect/>
                          </a:stretch>
                        </p:blipFill>
                        <p:spPr>
                          <a:xfrm>
                            <a:off x="4303" y="2296"/>
                            <a:ext cx="301" cy="462"/>
                          </a:xfrm>
                          <a:prstGeom prst="rect">
                            <a:avLst/>
                          </a:prstGeom>
                          <a:noFill/>
                          <a:ln w="38100">
                            <a:noFill/>
                            <a:miter/>
                          </a:ln>
                        </p:spPr>
                      </p:pic>
                    </p:oleObj>
                  </mc:Fallback>
                </mc:AlternateContent>
              </a:graphicData>
            </a:graphic>
          </p:graphicFrame>
          <p:graphicFrame>
            <p:nvGraphicFramePr>
              <p:cNvPr id="41991" name="Object 297"/>
              <p:cNvGraphicFramePr/>
              <p:nvPr/>
            </p:nvGraphicFramePr>
            <p:xfrm>
              <a:off x="4558" y="2795"/>
              <a:ext cx="375" cy="469"/>
            </p:xfrm>
            <a:graphic>
              <a:graphicData uri="http://schemas.openxmlformats.org/presentationml/2006/ole">
                <mc:AlternateContent xmlns:mc="http://schemas.openxmlformats.org/markup-compatibility/2006">
                  <mc:Choice xmlns:v="urn:schemas-microsoft-com:vml" Requires="v">
                    <p:oleObj spid="_x0000_s3385" name="" r:id="rId28" imgW="241300" imgH="330200" progId="Equation.3">
                      <p:embed/>
                    </p:oleObj>
                  </mc:Choice>
                  <mc:Fallback>
                    <p:oleObj name="" r:id="rId28" imgW="241300" imgH="330200" progId="Equation.3">
                      <p:embed/>
                      <p:pic>
                        <p:nvPicPr>
                          <p:cNvPr id="0" name="图片 3384"/>
                          <p:cNvPicPr/>
                          <p:nvPr/>
                        </p:nvPicPr>
                        <p:blipFill>
                          <a:blip r:embed="rId29">
                            <a:clrChange>
                              <a:clrFrom>
                                <a:srgbClr val="000000"/>
                              </a:clrFrom>
                              <a:clrTo>
                                <a:srgbClr val="FFFFFF"/>
                              </a:clrTo>
                            </a:clrChange>
                          </a:blip>
                          <a:stretch>
                            <a:fillRect/>
                          </a:stretch>
                        </p:blipFill>
                        <p:spPr>
                          <a:xfrm>
                            <a:off x="4558" y="2795"/>
                            <a:ext cx="375" cy="469"/>
                          </a:xfrm>
                          <a:prstGeom prst="rect">
                            <a:avLst/>
                          </a:prstGeom>
                          <a:noFill/>
                          <a:ln w="38100">
                            <a:noFill/>
                            <a:miter/>
                          </a:ln>
                        </p:spPr>
                      </p:pic>
                    </p:oleObj>
                  </mc:Fallback>
                </mc:AlternateContent>
              </a:graphicData>
            </a:graphic>
          </p:graphicFrame>
          <p:graphicFrame>
            <p:nvGraphicFramePr>
              <p:cNvPr id="41992" name="Object 298"/>
              <p:cNvGraphicFramePr/>
              <p:nvPr/>
            </p:nvGraphicFramePr>
            <p:xfrm>
              <a:off x="2971" y="2796"/>
              <a:ext cx="290" cy="417"/>
            </p:xfrm>
            <a:graphic>
              <a:graphicData uri="http://schemas.openxmlformats.org/presentationml/2006/ole">
                <mc:AlternateContent xmlns:mc="http://schemas.openxmlformats.org/markup-compatibility/2006">
                  <mc:Choice xmlns:v="urn:schemas-microsoft-com:vml" Requires="v">
                    <p:oleObj spid="_x0000_s3386" name="" r:id="rId30" imgW="228600" imgH="330200" progId="Equation.3">
                      <p:embed/>
                    </p:oleObj>
                  </mc:Choice>
                  <mc:Fallback>
                    <p:oleObj name="" r:id="rId30" imgW="228600" imgH="330200" progId="Equation.3">
                      <p:embed/>
                      <p:pic>
                        <p:nvPicPr>
                          <p:cNvPr id="0" name="图片 3385"/>
                          <p:cNvPicPr/>
                          <p:nvPr/>
                        </p:nvPicPr>
                        <p:blipFill>
                          <a:blip r:embed="rId31">
                            <a:clrChange>
                              <a:clrFrom>
                                <a:srgbClr val="000000"/>
                              </a:clrFrom>
                              <a:clrTo>
                                <a:srgbClr val="FFFFFF"/>
                              </a:clrTo>
                            </a:clrChange>
                          </a:blip>
                          <a:stretch>
                            <a:fillRect/>
                          </a:stretch>
                        </p:blipFill>
                        <p:spPr>
                          <a:xfrm>
                            <a:off x="2971" y="2796"/>
                            <a:ext cx="290" cy="417"/>
                          </a:xfrm>
                          <a:prstGeom prst="rect">
                            <a:avLst/>
                          </a:prstGeom>
                          <a:no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8">
                                            <p:txEl>
                                              <p:charRg st="0" end="2"/>
                                            </p:txEl>
                                          </p:spTgt>
                                        </p:tgtEl>
                                        <p:attrNameLst>
                                          <p:attrName>style.visibility</p:attrName>
                                        </p:attrNameLst>
                                      </p:cBhvr>
                                      <p:to>
                                        <p:strVal val="visible"/>
                                      </p:to>
                                    </p:set>
                                    <p:animEffect transition="in" filter="wipe(left)">
                                      <p:cBhvr>
                                        <p:cTn id="12" dur="500"/>
                                        <p:tgtEl>
                                          <p:spTgt spid="45058">
                                            <p:txEl>
                                              <p:charRg st="0" end="2"/>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5059"/>
                                        </p:tgtEl>
                                        <p:attrNameLst>
                                          <p:attrName>style.visibility</p:attrName>
                                        </p:attrNameLst>
                                      </p:cBhvr>
                                      <p:to>
                                        <p:strVal val="visible"/>
                                      </p:to>
                                    </p:set>
                                    <p:animEffect transition="in" filter="dissolve">
                                      <p:cBhvr>
                                        <p:cTn id="16" dur="500"/>
                                        <p:tgtEl>
                                          <p:spTgt spid="45059"/>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nodeType="clickEffect">
                                  <p:stCondLst>
                                    <p:cond delay="0"/>
                                  </p:stCondLst>
                                  <p:childTnLst>
                                    <p:set>
                                      <p:cBhvr>
                                        <p:cTn id="20" dur="1" fill="hold">
                                          <p:stCondLst>
                                            <p:cond delay="0"/>
                                          </p:stCondLst>
                                        </p:cTn>
                                        <p:tgtEl>
                                          <p:spTgt spid="45060"/>
                                        </p:tgtEl>
                                        <p:attrNameLst>
                                          <p:attrName>style.visibility</p:attrName>
                                        </p:attrNameLst>
                                      </p:cBhvr>
                                      <p:to>
                                        <p:strVal val="visible"/>
                                      </p:to>
                                    </p:set>
                                    <p:animEffect transition="in" filter="slide(fromRight)">
                                      <p:cBhvr>
                                        <p:cTn id="21" dur="500"/>
                                        <p:tgtEl>
                                          <p:spTgt spid="4506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5129">
                                            <p:txEl>
                                              <p:charRg st="0" end="2"/>
                                            </p:txEl>
                                          </p:spTgt>
                                        </p:tgtEl>
                                        <p:attrNameLst>
                                          <p:attrName>style.visibility</p:attrName>
                                        </p:attrNameLst>
                                      </p:cBhvr>
                                      <p:to>
                                        <p:strVal val="visible"/>
                                      </p:to>
                                    </p:set>
                                    <p:animEffect transition="in" filter="wipe(left)">
                                      <p:cBhvr>
                                        <p:cTn id="26" dur="500"/>
                                        <p:tgtEl>
                                          <p:spTgt spid="45129">
                                            <p:txEl>
                                              <p:charRg st="0" end="2"/>
                                            </p:txEl>
                                          </p:spTgt>
                                        </p:tgtEl>
                                      </p:cBhvr>
                                    </p:animEffect>
                                  </p:childTnLst>
                                </p:cTn>
                              </p:par>
                            </p:childTnLst>
                          </p:cTn>
                        </p:par>
                        <p:par>
                          <p:cTn id="27" fill="hold">
                            <p:stCondLst>
                              <p:cond delay="500"/>
                            </p:stCondLst>
                            <p:childTnLst>
                              <p:par>
                                <p:cTn id="28" presetID="9" presetClass="entr" presetSubtype="0" fill="hold" nodeType="afterEffect">
                                  <p:stCondLst>
                                    <p:cond delay="0"/>
                                  </p:stCondLst>
                                  <p:childTnLst>
                                    <p:set>
                                      <p:cBhvr>
                                        <p:cTn id="29" dur="1" fill="hold">
                                          <p:stCondLst>
                                            <p:cond delay="0"/>
                                          </p:stCondLst>
                                        </p:cTn>
                                        <p:tgtEl>
                                          <p:spTgt spid="45130"/>
                                        </p:tgtEl>
                                        <p:attrNameLst>
                                          <p:attrName>style.visibility</p:attrName>
                                        </p:attrNameLst>
                                      </p:cBhvr>
                                      <p:to>
                                        <p:strVal val="visible"/>
                                      </p:to>
                                    </p:set>
                                    <p:animEffect transition="in" filter="dissolve">
                                      <p:cBhvr>
                                        <p:cTn id="30" dur="500"/>
                                        <p:tgtEl>
                                          <p:spTgt spid="45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build="p"/>
      <p:bldP spid="45129"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6" name="Text Box 8"/>
          <p:cNvSpPr txBox="1"/>
          <p:nvPr/>
        </p:nvSpPr>
        <p:spPr>
          <a:xfrm>
            <a:off x="900113" y="620713"/>
            <a:ext cx="7705725" cy="1630362"/>
          </a:xfrm>
          <a:prstGeom prst="rect">
            <a:avLst/>
          </a:prstGeom>
          <a:noFill/>
          <a:ln w="9525">
            <a:noFill/>
          </a:ln>
        </p:spPr>
        <p:txBody>
          <a:bodyPr>
            <a:spAutoFit/>
          </a:bodyPr>
          <a:p>
            <a:pPr algn="just">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级联后所得复合二端口</a:t>
            </a:r>
            <a:r>
              <a:rPr lang="en-US" altLang="zh-CN" b="0" i="1" dirty="0">
                <a:latin typeface="Times New Roman" panose="02020603050405020304" pitchFamily="18" charset="0"/>
              </a:rPr>
              <a:t>T</a:t>
            </a:r>
            <a:r>
              <a:rPr lang="en-US" altLang="zh-CN" dirty="0">
                <a:latin typeface="楷体_GB2312" pitchFamily="49" charset="-122"/>
              </a:rPr>
              <a:t> </a:t>
            </a:r>
            <a:r>
              <a:rPr lang="zh-CN" altLang="en-US" dirty="0">
                <a:solidFill>
                  <a:srgbClr val="FFFF00"/>
                </a:solidFill>
                <a:latin typeface="楷体_GB2312" pitchFamily="49" charset="-122"/>
              </a:rPr>
              <a:t>参数矩阵等于级联的二端口</a:t>
            </a:r>
            <a:r>
              <a:rPr lang="en-US" altLang="zh-CN" b="0" i="1" dirty="0">
                <a:latin typeface="Times New Roman" panose="02020603050405020304" pitchFamily="18" charset="0"/>
              </a:rPr>
              <a:t>T</a:t>
            </a:r>
            <a:r>
              <a:rPr lang="en-US" altLang="zh-CN" b="0"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参数矩阵相乘。上述结论可推广到</a:t>
            </a:r>
            <a:r>
              <a:rPr lang="en-US" altLang="zh-CN" b="0" i="1" dirty="0">
                <a:latin typeface="Times New Roman" panose="02020603050405020304" pitchFamily="18" charset="0"/>
              </a:rPr>
              <a:t>n</a:t>
            </a:r>
            <a:r>
              <a:rPr lang="zh-CN" altLang="en-US" dirty="0">
                <a:solidFill>
                  <a:srgbClr val="FFFF00"/>
                </a:solidFill>
                <a:latin typeface="楷体_GB2312" pitchFamily="49" charset="-122"/>
              </a:rPr>
              <a:t>个二端口级联的关系。</a:t>
            </a:r>
            <a:endParaRPr lang="zh-CN" altLang="en-US" dirty="0">
              <a:solidFill>
                <a:srgbClr val="FFFF00"/>
              </a:solidFill>
              <a:latin typeface="楷体_GB2312" pitchFamily="49" charset="-122"/>
            </a:endParaRPr>
          </a:p>
        </p:txBody>
      </p:sp>
      <p:grpSp>
        <p:nvGrpSpPr>
          <p:cNvPr id="43014" name="Group 9"/>
          <p:cNvGrpSpPr/>
          <p:nvPr/>
        </p:nvGrpSpPr>
        <p:grpSpPr>
          <a:xfrm>
            <a:off x="8316913" y="6446838"/>
            <a:ext cx="792162" cy="366712"/>
            <a:chOff x="5193" y="4020"/>
            <a:chExt cx="499" cy="231"/>
          </a:xfrm>
        </p:grpSpPr>
        <p:pic>
          <p:nvPicPr>
            <p:cNvPr id="43030" name="Picture 10"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43031" name="Text Box 1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3015" name="Group 12"/>
          <p:cNvGrpSpPr/>
          <p:nvPr/>
        </p:nvGrpSpPr>
        <p:grpSpPr>
          <a:xfrm>
            <a:off x="7453313" y="6446838"/>
            <a:ext cx="792162" cy="366712"/>
            <a:chOff x="4649" y="4020"/>
            <a:chExt cx="499" cy="231"/>
          </a:xfrm>
        </p:grpSpPr>
        <p:pic>
          <p:nvPicPr>
            <p:cNvPr id="43028" name="Picture 1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43029" name="Text Box 1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83"/>
          <p:cNvGrpSpPr/>
          <p:nvPr/>
        </p:nvGrpSpPr>
        <p:grpSpPr>
          <a:xfrm>
            <a:off x="755650" y="404813"/>
            <a:ext cx="1644650" cy="850900"/>
            <a:chOff x="385" y="3022"/>
            <a:chExt cx="1036" cy="536"/>
          </a:xfrm>
        </p:grpSpPr>
        <p:pic>
          <p:nvPicPr>
            <p:cNvPr id="43026" name="Picture 84"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43027" name="Text Box 85"/>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5" name="Group 86"/>
          <p:cNvGrpSpPr/>
          <p:nvPr/>
        </p:nvGrpSpPr>
        <p:grpSpPr>
          <a:xfrm>
            <a:off x="539750" y="2060575"/>
            <a:ext cx="1644650" cy="850900"/>
            <a:chOff x="385" y="3022"/>
            <a:chExt cx="1036" cy="536"/>
          </a:xfrm>
        </p:grpSpPr>
        <p:pic>
          <p:nvPicPr>
            <p:cNvPr id="43024" name="Picture 87"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43025" name="Text Box 88"/>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73817" name="Text Box 89"/>
          <p:cNvSpPr txBox="1"/>
          <p:nvPr/>
        </p:nvSpPr>
        <p:spPr>
          <a:xfrm>
            <a:off x="900113" y="2708275"/>
            <a:ext cx="7740650" cy="946150"/>
          </a:xfrm>
          <a:prstGeom prst="rect">
            <a:avLst/>
          </a:prstGeom>
          <a:noFill/>
          <a:ln w="9525">
            <a:noFill/>
          </a:ln>
        </p:spPr>
        <p:txBody>
          <a:bodyPr>
            <a:spAutoFit/>
          </a:bodyPr>
          <a:p>
            <a:pPr marL="342900" indent="-342900" algn="just">
              <a:spcBef>
                <a:spcPct val="50000"/>
              </a:spcBef>
              <a:buAutoNum type="circleNumDbPlain"/>
            </a:pPr>
            <a:r>
              <a:rPr lang="zh-CN" altLang="en-US" dirty="0">
                <a:solidFill>
                  <a:srgbClr val="FFFF00"/>
                </a:solidFill>
                <a:latin typeface="楷体_GB2312" pitchFamily="49" charset="-122"/>
              </a:rPr>
              <a:t>级联时</a:t>
            </a:r>
            <a:r>
              <a:rPr lang="en-US" altLang="zh-CN" b="0" i="1" dirty="0">
                <a:latin typeface="Times New Roman" panose="02020603050405020304" pitchFamily="18" charset="0"/>
              </a:rPr>
              <a:t>T</a:t>
            </a: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参数是矩阵相乘的关系，不是对应元素相乘。</a:t>
            </a:r>
            <a:endParaRPr lang="zh-CN" altLang="en-US" dirty="0">
              <a:solidFill>
                <a:srgbClr val="FFFF00"/>
              </a:solidFill>
              <a:latin typeface="楷体_GB2312" pitchFamily="49" charset="-122"/>
            </a:endParaRPr>
          </a:p>
        </p:txBody>
      </p:sp>
      <p:graphicFrame>
        <p:nvGraphicFramePr>
          <p:cNvPr id="73818" name="Object 90"/>
          <p:cNvGraphicFramePr/>
          <p:nvPr/>
        </p:nvGraphicFramePr>
        <p:xfrm>
          <a:off x="2627313" y="3284538"/>
          <a:ext cx="4367212" cy="939800"/>
        </p:xfrm>
        <a:graphic>
          <a:graphicData uri="http://schemas.openxmlformats.org/presentationml/2006/ole">
            <mc:AlternateContent xmlns:mc="http://schemas.openxmlformats.org/markup-compatibility/2006">
              <mc:Choice xmlns:v="urn:schemas-microsoft-com:vml" Requires="v">
                <p:oleObj spid="_x0000_s3383" name="" r:id="rId3" imgW="2184400" imgH="469900" progId="Equation.3">
                  <p:embed/>
                </p:oleObj>
              </mc:Choice>
              <mc:Fallback>
                <p:oleObj name="" r:id="rId3" imgW="2184400" imgH="469900" progId="Equation.3">
                  <p:embed/>
                  <p:pic>
                    <p:nvPicPr>
                      <p:cNvPr id="0" name="图片 3382"/>
                      <p:cNvPicPr/>
                      <p:nvPr/>
                    </p:nvPicPr>
                    <p:blipFill>
                      <a:blip r:embed="rId4">
                        <a:clrChange>
                          <a:clrFrom>
                            <a:srgbClr val="000000"/>
                          </a:clrFrom>
                          <a:clrTo>
                            <a:srgbClr val="FFFFFF"/>
                          </a:clrTo>
                        </a:clrChange>
                      </a:blip>
                      <a:stretch>
                        <a:fillRect/>
                      </a:stretch>
                    </p:blipFill>
                    <p:spPr>
                      <a:xfrm>
                        <a:off x="2627313" y="3284538"/>
                        <a:ext cx="4367212" cy="939800"/>
                      </a:xfrm>
                      <a:prstGeom prst="rect">
                        <a:avLst/>
                      </a:prstGeom>
                      <a:noFill/>
                      <a:ln w="38100">
                        <a:noFill/>
                        <a:miter/>
                      </a:ln>
                    </p:spPr>
                  </p:pic>
                </p:oleObj>
              </mc:Fallback>
            </mc:AlternateContent>
          </a:graphicData>
        </a:graphic>
      </p:graphicFrame>
      <p:graphicFrame>
        <p:nvGraphicFramePr>
          <p:cNvPr id="73819" name="Object 91"/>
          <p:cNvGraphicFramePr/>
          <p:nvPr/>
        </p:nvGraphicFramePr>
        <p:xfrm>
          <a:off x="3779838" y="4365625"/>
          <a:ext cx="4392612" cy="939800"/>
        </p:xfrm>
        <a:graphic>
          <a:graphicData uri="http://schemas.openxmlformats.org/presentationml/2006/ole">
            <mc:AlternateContent xmlns:mc="http://schemas.openxmlformats.org/markup-compatibility/2006">
              <mc:Choice xmlns:v="urn:schemas-microsoft-com:vml" Requires="v">
                <p:oleObj spid="_x0000_s3384" name="" r:id="rId5" imgW="2197100" imgH="469900" progId="Equation.3">
                  <p:embed/>
                </p:oleObj>
              </mc:Choice>
              <mc:Fallback>
                <p:oleObj name="" r:id="rId5" imgW="2197100" imgH="469900" progId="Equation.3">
                  <p:embed/>
                  <p:pic>
                    <p:nvPicPr>
                      <p:cNvPr id="0" name="图片 3383"/>
                      <p:cNvPicPr/>
                      <p:nvPr/>
                    </p:nvPicPr>
                    <p:blipFill>
                      <a:blip r:embed="rId6">
                        <a:clrChange>
                          <a:clrFrom>
                            <a:srgbClr val="000000"/>
                          </a:clrFrom>
                          <a:clrTo>
                            <a:srgbClr val="FFFFFF"/>
                          </a:clrTo>
                        </a:clrChange>
                      </a:blip>
                      <a:stretch>
                        <a:fillRect/>
                      </a:stretch>
                    </p:blipFill>
                    <p:spPr>
                      <a:xfrm>
                        <a:off x="3779838" y="4365625"/>
                        <a:ext cx="4392612" cy="939800"/>
                      </a:xfrm>
                      <a:prstGeom prst="rect">
                        <a:avLst/>
                      </a:prstGeom>
                      <a:noFill/>
                      <a:ln w="38100">
                        <a:noFill/>
                        <a:miter/>
                      </a:ln>
                    </p:spPr>
                  </p:pic>
                </p:oleObj>
              </mc:Fallback>
            </mc:AlternateContent>
          </a:graphicData>
        </a:graphic>
      </p:graphicFrame>
      <p:sp>
        <p:nvSpPr>
          <p:cNvPr id="73820" name="Text Box 92"/>
          <p:cNvSpPr txBox="1"/>
          <p:nvPr/>
        </p:nvSpPr>
        <p:spPr>
          <a:xfrm>
            <a:off x="1258888" y="5229225"/>
            <a:ext cx="1368425"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显然</a:t>
            </a:r>
            <a:endParaRPr lang="zh-CN" altLang="en-US" dirty="0">
              <a:solidFill>
                <a:srgbClr val="FFFF00"/>
              </a:solidFill>
              <a:latin typeface="Times New Roman" panose="02020603050405020304" pitchFamily="18" charset="0"/>
            </a:endParaRPr>
          </a:p>
        </p:txBody>
      </p:sp>
      <p:graphicFrame>
        <p:nvGraphicFramePr>
          <p:cNvPr id="73821" name="Object 93"/>
          <p:cNvGraphicFramePr/>
          <p:nvPr/>
        </p:nvGraphicFramePr>
        <p:xfrm>
          <a:off x="2339975" y="5300663"/>
          <a:ext cx="3363913" cy="407987"/>
        </p:xfrm>
        <a:graphic>
          <a:graphicData uri="http://schemas.openxmlformats.org/presentationml/2006/ole">
            <mc:AlternateContent xmlns:mc="http://schemas.openxmlformats.org/markup-compatibility/2006">
              <mc:Choice xmlns:v="urn:schemas-microsoft-com:vml" Requires="v">
                <p:oleObj spid="_x0000_s3387" name="" r:id="rId7" imgW="1662430" imgH="203200" progId="Equation.3">
                  <p:embed/>
                </p:oleObj>
              </mc:Choice>
              <mc:Fallback>
                <p:oleObj name="" r:id="rId7" imgW="1662430" imgH="203200" progId="Equation.3">
                  <p:embed/>
                  <p:pic>
                    <p:nvPicPr>
                      <p:cNvPr id="0" name="图片 3386"/>
                      <p:cNvPicPr/>
                      <p:nvPr/>
                    </p:nvPicPr>
                    <p:blipFill>
                      <a:blip r:embed="rId8">
                        <a:clrChange>
                          <a:clrFrom>
                            <a:srgbClr val="000000"/>
                          </a:clrFrom>
                          <a:clrTo>
                            <a:srgbClr val="FFFFFF"/>
                          </a:clrTo>
                        </a:clrChange>
                      </a:blip>
                      <a:stretch>
                        <a:fillRect/>
                      </a:stretch>
                    </p:blipFill>
                    <p:spPr>
                      <a:xfrm>
                        <a:off x="2339975" y="5300663"/>
                        <a:ext cx="3363913" cy="407987"/>
                      </a:xfrm>
                      <a:prstGeom prst="rect">
                        <a:avLst/>
                      </a:prstGeom>
                      <a:noFill/>
                      <a:ln w="38100">
                        <a:noFill/>
                        <a:miter/>
                      </a:ln>
                    </p:spPr>
                  </p:pic>
                </p:oleObj>
              </mc:Fallback>
            </mc:AlternateContent>
          </a:graphicData>
        </a:graphic>
      </p:graphicFrame>
      <p:sp>
        <p:nvSpPr>
          <p:cNvPr id="73822" name="Text Box 94"/>
          <p:cNvSpPr txBox="1"/>
          <p:nvPr/>
        </p:nvSpPr>
        <p:spPr>
          <a:xfrm>
            <a:off x="898525" y="5805488"/>
            <a:ext cx="7561263" cy="519112"/>
          </a:xfrm>
          <a:prstGeom prst="rect">
            <a:avLst/>
          </a:prstGeom>
          <a:noFill/>
          <a:ln w="9525">
            <a:noFill/>
          </a:ln>
        </p:spPr>
        <p:txBody>
          <a:bodyPr>
            <a:spAutoFit/>
          </a:bodyPr>
          <a:p>
            <a:pPr marL="342900" indent="-342900">
              <a:spcBef>
                <a:spcPct val="50000"/>
              </a:spcBef>
              <a:buAutoNum type="circleNumDbPlain" startAt="2"/>
            </a:pPr>
            <a:r>
              <a:rPr lang="zh-CN" altLang="en-US" dirty="0">
                <a:solidFill>
                  <a:srgbClr val="FFFF00"/>
                </a:solidFill>
                <a:latin typeface="楷体_GB2312" pitchFamily="49" charset="-122"/>
              </a:rPr>
              <a:t>级联时各二端口的端口条件不会被破坏。</a:t>
            </a:r>
            <a:endParaRPr lang="zh-CN" altLang="en-US" dirty="0">
              <a:solidFill>
                <a:srgbClr val="FFFF00"/>
              </a:solidFill>
              <a:latin typeface="楷体_GB2312" pitchFamily="49" charset="-122"/>
            </a:endParaRPr>
          </a:p>
        </p:txBody>
      </p:sp>
      <p:grpSp>
        <p:nvGrpSpPr>
          <p:cNvPr id="43021" name="Group 98"/>
          <p:cNvGrpSpPr/>
          <p:nvPr/>
        </p:nvGrpSpPr>
        <p:grpSpPr>
          <a:xfrm>
            <a:off x="6588125" y="6446838"/>
            <a:ext cx="792163" cy="366712"/>
            <a:chOff x="4649" y="4020"/>
            <a:chExt cx="499" cy="231"/>
          </a:xfrm>
        </p:grpSpPr>
        <p:pic>
          <p:nvPicPr>
            <p:cNvPr id="43022" name="Picture 9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43023" name="Text Box 100">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3736">
                                            <p:txEl>
                                              <p:charRg st="0" end="62"/>
                                            </p:txEl>
                                          </p:spTgt>
                                        </p:tgtEl>
                                        <p:attrNameLst>
                                          <p:attrName>style.visibility</p:attrName>
                                        </p:attrNameLst>
                                      </p:cBhvr>
                                      <p:to>
                                        <p:strVal val="visible"/>
                                      </p:to>
                                    </p:set>
                                    <p:animEffect transition="in" filter="barn(outVertical)">
                                      <p:cBhvr>
                                        <p:cTn id="11" dur="500"/>
                                        <p:tgtEl>
                                          <p:spTgt spid="73736">
                                            <p:txEl>
                                              <p:charRg st="0" end="6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3817">
                                            <p:txEl>
                                              <p:charRg st="0" end="26"/>
                                            </p:txEl>
                                          </p:spTgt>
                                        </p:tgtEl>
                                        <p:attrNameLst>
                                          <p:attrName>style.visibility</p:attrName>
                                        </p:attrNameLst>
                                      </p:cBhvr>
                                      <p:to>
                                        <p:strVal val="visible"/>
                                      </p:to>
                                    </p:set>
                                    <p:animEffect transition="in" filter="wipe(left)">
                                      <p:cBhvr>
                                        <p:cTn id="21" dur="500"/>
                                        <p:tgtEl>
                                          <p:spTgt spid="73817">
                                            <p:txEl>
                                              <p:charRg st="0" end="2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73818"/>
                                        </p:tgtEl>
                                        <p:attrNameLst>
                                          <p:attrName>style.visibility</p:attrName>
                                        </p:attrNameLst>
                                      </p:cBhvr>
                                      <p:to>
                                        <p:strVal val="visible"/>
                                      </p:to>
                                    </p:set>
                                    <p:animEffect transition="in" filter="dissolve">
                                      <p:cBhvr>
                                        <p:cTn id="26" dur="500"/>
                                        <p:tgtEl>
                                          <p:spTgt spid="73818"/>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nodeType="clickEffect">
                                  <p:stCondLst>
                                    <p:cond delay="0"/>
                                  </p:stCondLst>
                                  <p:childTnLst>
                                    <p:set>
                                      <p:cBhvr>
                                        <p:cTn id="30" dur="1" fill="hold">
                                          <p:stCondLst>
                                            <p:cond delay="0"/>
                                          </p:stCondLst>
                                        </p:cTn>
                                        <p:tgtEl>
                                          <p:spTgt spid="73819"/>
                                        </p:tgtEl>
                                        <p:attrNameLst>
                                          <p:attrName>style.visibility</p:attrName>
                                        </p:attrNameLst>
                                      </p:cBhvr>
                                      <p:to>
                                        <p:strVal val="visible"/>
                                      </p:to>
                                    </p:set>
                                    <p:animEffect transition="in" filter="slide(fromRight)">
                                      <p:cBhvr>
                                        <p:cTn id="31" dur="500"/>
                                        <p:tgtEl>
                                          <p:spTgt spid="7381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3820">
                                            <p:txEl>
                                              <p:charRg st="0" end="3"/>
                                            </p:txEl>
                                          </p:spTgt>
                                        </p:tgtEl>
                                        <p:attrNameLst>
                                          <p:attrName>style.visibility</p:attrName>
                                        </p:attrNameLst>
                                      </p:cBhvr>
                                      <p:to>
                                        <p:strVal val="visible"/>
                                      </p:to>
                                    </p:set>
                                    <p:animEffect transition="in" filter="wipe(left)">
                                      <p:cBhvr>
                                        <p:cTn id="36" dur="500"/>
                                        <p:tgtEl>
                                          <p:spTgt spid="73820">
                                            <p:txEl>
                                              <p:charRg st="0" end="3"/>
                                            </p:txEl>
                                          </p:spTgt>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73821"/>
                                        </p:tgtEl>
                                        <p:attrNameLst>
                                          <p:attrName>style.visibility</p:attrName>
                                        </p:attrNameLst>
                                      </p:cBhvr>
                                      <p:to>
                                        <p:strVal val="visible"/>
                                      </p:to>
                                    </p:set>
                                    <p:animEffect transition="in" filter="wipe(left)">
                                      <p:cBhvr>
                                        <p:cTn id="40" dur="500"/>
                                        <p:tgtEl>
                                          <p:spTgt spid="7382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3822">
                                            <p:txEl>
                                              <p:charRg st="0" end="19"/>
                                            </p:txEl>
                                          </p:spTgt>
                                        </p:tgtEl>
                                        <p:attrNameLst>
                                          <p:attrName>style.visibility</p:attrName>
                                        </p:attrNameLst>
                                      </p:cBhvr>
                                      <p:to>
                                        <p:strVal val="visible"/>
                                      </p:to>
                                    </p:set>
                                    <p:animEffect transition="in" filter="wipe(left)">
                                      <p:cBhvr>
                                        <p:cTn id="45" dur="500"/>
                                        <p:tgtEl>
                                          <p:spTgt spid="73822">
                                            <p:txEl>
                                              <p:charRg st="0"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6" grpId="0" build="p"/>
      <p:bldP spid="73817" grpId="0" build="p"/>
      <p:bldP spid="73820" grpId="0" build="p"/>
      <p:bldP spid="73822"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2"/>
          <p:cNvSpPr txBox="1"/>
          <p:nvPr/>
        </p:nvSpPr>
        <p:spPr>
          <a:xfrm>
            <a:off x="323850" y="476250"/>
            <a:ext cx="1295400"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5-1</a:t>
            </a:r>
            <a:endParaRPr lang="en-US" altLang="zh-CN" sz="3200" b="0" dirty="0">
              <a:latin typeface="Times New Roman" panose="02020603050405020304" pitchFamily="18" charset="0"/>
              <a:ea typeface="宋体" panose="02010600030101010101" pitchFamily="2" charset="-122"/>
            </a:endParaRPr>
          </a:p>
        </p:txBody>
      </p:sp>
      <p:grpSp>
        <p:nvGrpSpPr>
          <p:cNvPr id="2" name="Group 65"/>
          <p:cNvGrpSpPr/>
          <p:nvPr/>
        </p:nvGrpSpPr>
        <p:grpSpPr>
          <a:xfrm>
            <a:off x="2987675" y="3213100"/>
            <a:ext cx="476250" cy="936625"/>
            <a:chOff x="1530" y="1806"/>
            <a:chExt cx="300" cy="756"/>
          </a:xfrm>
        </p:grpSpPr>
        <p:sp>
          <p:nvSpPr>
            <p:cNvPr id="44112" name="Line 66"/>
            <p:cNvSpPr/>
            <p:nvPr/>
          </p:nvSpPr>
          <p:spPr>
            <a:xfrm>
              <a:off x="1530" y="1806"/>
              <a:ext cx="282" cy="0"/>
            </a:xfrm>
            <a:prstGeom prst="line">
              <a:avLst/>
            </a:prstGeom>
            <a:ln w="38100" cap="flat" cmpd="sng">
              <a:solidFill>
                <a:srgbClr val="FF3300"/>
              </a:solidFill>
              <a:prstDash val="solid"/>
              <a:headEnd type="none" w="med" len="med"/>
              <a:tailEnd type="none" w="med" len="med"/>
            </a:ln>
          </p:spPr>
        </p:sp>
        <p:sp>
          <p:nvSpPr>
            <p:cNvPr id="44113" name="Line 67"/>
            <p:cNvSpPr/>
            <p:nvPr/>
          </p:nvSpPr>
          <p:spPr>
            <a:xfrm>
              <a:off x="1530" y="2562"/>
              <a:ext cx="300" cy="0"/>
            </a:xfrm>
            <a:prstGeom prst="line">
              <a:avLst/>
            </a:prstGeom>
            <a:ln w="38100" cap="flat" cmpd="sng">
              <a:solidFill>
                <a:srgbClr val="FF3300"/>
              </a:solidFill>
              <a:prstDash val="solid"/>
              <a:headEnd type="none" w="med" len="med"/>
              <a:tailEnd type="none" w="med" len="med"/>
            </a:ln>
          </p:spPr>
        </p:sp>
      </p:grpSp>
      <p:grpSp>
        <p:nvGrpSpPr>
          <p:cNvPr id="3" name="Group 68"/>
          <p:cNvGrpSpPr/>
          <p:nvPr/>
        </p:nvGrpSpPr>
        <p:grpSpPr>
          <a:xfrm>
            <a:off x="5148263" y="3213100"/>
            <a:ext cx="476250" cy="936625"/>
            <a:chOff x="1530" y="1806"/>
            <a:chExt cx="300" cy="756"/>
          </a:xfrm>
        </p:grpSpPr>
        <p:sp>
          <p:nvSpPr>
            <p:cNvPr id="44110" name="Line 69"/>
            <p:cNvSpPr/>
            <p:nvPr/>
          </p:nvSpPr>
          <p:spPr>
            <a:xfrm>
              <a:off x="1530" y="1806"/>
              <a:ext cx="282" cy="0"/>
            </a:xfrm>
            <a:prstGeom prst="line">
              <a:avLst/>
            </a:prstGeom>
            <a:ln w="38100" cap="flat" cmpd="sng">
              <a:solidFill>
                <a:srgbClr val="FF3300"/>
              </a:solidFill>
              <a:prstDash val="solid"/>
              <a:headEnd type="none" w="med" len="med"/>
              <a:tailEnd type="none" w="med" len="med"/>
            </a:ln>
          </p:spPr>
        </p:sp>
        <p:sp>
          <p:nvSpPr>
            <p:cNvPr id="44111" name="Line 70"/>
            <p:cNvSpPr/>
            <p:nvPr/>
          </p:nvSpPr>
          <p:spPr>
            <a:xfrm>
              <a:off x="1530" y="2562"/>
              <a:ext cx="300" cy="0"/>
            </a:xfrm>
            <a:prstGeom prst="line">
              <a:avLst/>
            </a:prstGeom>
            <a:ln w="38100" cap="flat" cmpd="sng">
              <a:solidFill>
                <a:srgbClr val="FF3300"/>
              </a:solidFill>
              <a:prstDash val="solid"/>
              <a:headEnd type="none" w="med" len="med"/>
              <a:tailEnd type="none" w="med" len="med"/>
            </a:ln>
          </p:spPr>
        </p:sp>
      </p:grpSp>
      <p:sp>
        <p:nvSpPr>
          <p:cNvPr id="47175" name="Rectangle 71"/>
          <p:cNvSpPr/>
          <p:nvPr/>
        </p:nvSpPr>
        <p:spPr>
          <a:xfrm>
            <a:off x="1619250" y="2636838"/>
            <a:ext cx="1028700" cy="1727200"/>
          </a:xfrm>
          <a:prstGeom prst="rect">
            <a:avLst/>
          </a:prstGeom>
          <a:noFill/>
          <a:ln w="28575" cap="flat" cmpd="sng">
            <a:solidFill>
              <a:srgbClr val="00FFFF"/>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7176" name="Text Box 72"/>
          <p:cNvSpPr txBox="1"/>
          <p:nvPr/>
        </p:nvSpPr>
        <p:spPr>
          <a:xfrm>
            <a:off x="1882775" y="4406900"/>
            <a:ext cx="522288" cy="519113"/>
          </a:xfrm>
          <a:prstGeom prst="rect">
            <a:avLst/>
          </a:prstGeom>
          <a:noFill/>
          <a:ln w="9525">
            <a:noFill/>
          </a:ln>
        </p:spPr>
        <p:txBody>
          <a:bodyPr wrap="none" anchor="ctr" anchorCtr="0">
            <a:spAutoFit/>
          </a:bodyPr>
          <a:p>
            <a:pPr algn="ctr">
              <a:spcBef>
                <a:spcPct val="50000"/>
              </a:spcBef>
            </a:pPr>
            <a:r>
              <a:rPr lang="en-US" altLang="zh-CN" i="1" dirty="0">
                <a:solidFill>
                  <a:srgbClr val="00FFFF"/>
                </a:solidFill>
                <a:latin typeface="Times New Roman" panose="02020603050405020304" pitchFamily="18" charset="0"/>
                <a:ea typeface="宋体" panose="02010600030101010101" pitchFamily="2" charset="-122"/>
              </a:rPr>
              <a:t>T</a:t>
            </a:r>
            <a:r>
              <a:rPr lang="en-US" altLang="zh-CN" b="0" baseline="-25000" dirty="0">
                <a:solidFill>
                  <a:srgbClr val="00FFFF"/>
                </a:solidFill>
                <a:latin typeface="Times New Roman" panose="02020603050405020304" pitchFamily="18" charset="0"/>
                <a:ea typeface="宋体" panose="02010600030101010101" pitchFamily="2" charset="-122"/>
              </a:rPr>
              <a:t>1</a:t>
            </a:r>
            <a:endParaRPr lang="en-US" altLang="zh-CN" b="0" dirty="0">
              <a:solidFill>
                <a:srgbClr val="00FFFF"/>
              </a:solidFill>
              <a:latin typeface="Times New Roman" panose="02020603050405020304" pitchFamily="18" charset="0"/>
              <a:ea typeface="宋体" panose="02010600030101010101" pitchFamily="2" charset="-122"/>
            </a:endParaRPr>
          </a:p>
        </p:txBody>
      </p:sp>
      <p:sp>
        <p:nvSpPr>
          <p:cNvPr id="47177" name="Rectangle 73"/>
          <p:cNvSpPr/>
          <p:nvPr/>
        </p:nvSpPr>
        <p:spPr>
          <a:xfrm>
            <a:off x="3851275" y="2636838"/>
            <a:ext cx="1028700" cy="1708150"/>
          </a:xfrm>
          <a:prstGeom prst="rect">
            <a:avLst/>
          </a:prstGeom>
          <a:noFill/>
          <a:ln w="28575" cap="flat" cmpd="sng">
            <a:solidFill>
              <a:srgbClr val="00FFFF"/>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7178" name="Text Box 74"/>
          <p:cNvSpPr txBox="1"/>
          <p:nvPr/>
        </p:nvSpPr>
        <p:spPr>
          <a:xfrm>
            <a:off x="4057650" y="4365625"/>
            <a:ext cx="522288" cy="519113"/>
          </a:xfrm>
          <a:prstGeom prst="rect">
            <a:avLst/>
          </a:prstGeom>
          <a:noFill/>
          <a:ln w="9525">
            <a:noFill/>
          </a:ln>
        </p:spPr>
        <p:txBody>
          <a:bodyPr wrap="none" anchor="ctr" anchorCtr="0">
            <a:spAutoFit/>
          </a:bodyPr>
          <a:p>
            <a:pPr algn="ctr">
              <a:spcBef>
                <a:spcPct val="50000"/>
              </a:spcBef>
            </a:pPr>
            <a:r>
              <a:rPr lang="en-US" altLang="zh-CN" i="1" dirty="0">
                <a:solidFill>
                  <a:srgbClr val="00FFFF"/>
                </a:solidFill>
                <a:latin typeface="Times New Roman" panose="02020603050405020304" pitchFamily="18" charset="0"/>
                <a:ea typeface="宋体" panose="02010600030101010101" pitchFamily="2" charset="-122"/>
              </a:rPr>
              <a:t>T</a:t>
            </a:r>
            <a:r>
              <a:rPr lang="en-US" altLang="zh-CN" b="0" baseline="-25000" dirty="0">
                <a:solidFill>
                  <a:srgbClr val="00FFFF"/>
                </a:solidFill>
                <a:latin typeface="Times New Roman" panose="02020603050405020304" pitchFamily="18" charset="0"/>
                <a:ea typeface="宋体" panose="02010600030101010101" pitchFamily="2" charset="-122"/>
              </a:rPr>
              <a:t>2</a:t>
            </a:r>
            <a:endParaRPr lang="en-US" altLang="zh-CN" b="0" dirty="0">
              <a:solidFill>
                <a:srgbClr val="00FFFF"/>
              </a:solidFill>
              <a:latin typeface="Times New Roman" panose="02020603050405020304" pitchFamily="18" charset="0"/>
              <a:ea typeface="宋体" panose="02010600030101010101" pitchFamily="2" charset="-122"/>
            </a:endParaRPr>
          </a:p>
        </p:txBody>
      </p:sp>
      <p:sp>
        <p:nvSpPr>
          <p:cNvPr id="47179" name="Rectangle 75"/>
          <p:cNvSpPr/>
          <p:nvPr/>
        </p:nvSpPr>
        <p:spPr>
          <a:xfrm>
            <a:off x="5940425" y="2636838"/>
            <a:ext cx="1028700" cy="1728787"/>
          </a:xfrm>
          <a:prstGeom prst="rect">
            <a:avLst/>
          </a:prstGeom>
          <a:noFill/>
          <a:ln w="28575" cap="flat" cmpd="sng">
            <a:solidFill>
              <a:srgbClr val="00FFFF"/>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7180" name="Text Box 76"/>
          <p:cNvSpPr txBox="1"/>
          <p:nvPr/>
        </p:nvSpPr>
        <p:spPr>
          <a:xfrm>
            <a:off x="6218238" y="4365625"/>
            <a:ext cx="522287" cy="519113"/>
          </a:xfrm>
          <a:prstGeom prst="rect">
            <a:avLst/>
          </a:prstGeom>
          <a:noFill/>
          <a:ln w="9525">
            <a:noFill/>
          </a:ln>
        </p:spPr>
        <p:txBody>
          <a:bodyPr wrap="none" anchor="ctr" anchorCtr="0">
            <a:spAutoFit/>
          </a:bodyPr>
          <a:p>
            <a:pPr algn="ctr">
              <a:spcBef>
                <a:spcPct val="50000"/>
              </a:spcBef>
            </a:pPr>
            <a:r>
              <a:rPr lang="en-US" altLang="zh-CN" i="1" dirty="0">
                <a:solidFill>
                  <a:srgbClr val="00FFFF"/>
                </a:solidFill>
                <a:latin typeface="Times New Roman" panose="02020603050405020304" pitchFamily="18" charset="0"/>
                <a:ea typeface="宋体" panose="02010600030101010101" pitchFamily="2" charset="-122"/>
              </a:rPr>
              <a:t>T</a:t>
            </a:r>
            <a:r>
              <a:rPr lang="en-US" altLang="zh-CN" b="0" baseline="-25000" dirty="0">
                <a:solidFill>
                  <a:srgbClr val="00FFFF"/>
                </a:solidFill>
                <a:latin typeface="Times New Roman" panose="02020603050405020304" pitchFamily="18" charset="0"/>
                <a:ea typeface="宋体" panose="02010600030101010101" pitchFamily="2" charset="-122"/>
              </a:rPr>
              <a:t>3</a:t>
            </a:r>
            <a:endParaRPr lang="en-US" altLang="zh-CN" b="0" dirty="0">
              <a:solidFill>
                <a:srgbClr val="00FFFF"/>
              </a:solidFill>
              <a:latin typeface="Times New Roman" panose="02020603050405020304" pitchFamily="18" charset="0"/>
              <a:ea typeface="宋体" panose="02010600030101010101" pitchFamily="2" charset="-122"/>
            </a:endParaRPr>
          </a:p>
        </p:txBody>
      </p:sp>
      <p:grpSp>
        <p:nvGrpSpPr>
          <p:cNvPr id="44050" name="Group 83"/>
          <p:cNvGrpSpPr/>
          <p:nvPr/>
        </p:nvGrpSpPr>
        <p:grpSpPr>
          <a:xfrm>
            <a:off x="8316913" y="6446838"/>
            <a:ext cx="792162" cy="366712"/>
            <a:chOff x="5193" y="4020"/>
            <a:chExt cx="499" cy="231"/>
          </a:xfrm>
        </p:grpSpPr>
        <p:pic>
          <p:nvPicPr>
            <p:cNvPr id="44108" name="Picture 8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44109" name="Text Box 8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4051" name="Group 86"/>
          <p:cNvGrpSpPr/>
          <p:nvPr/>
        </p:nvGrpSpPr>
        <p:grpSpPr>
          <a:xfrm>
            <a:off x="7453313" y="6446838"/>
            <a:ext cx="792162" cy="366712"/>
            <a:chOff x="4649" y="4020"/>
            <a:chExt cx="499" cy="231"/>
          </a:xfrm>
        </p:grpSpPr>
        <p:pic>
          <p:nvPicPr>
            <p:cNvPr id="44106" name="Picture 8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44107" name="Text Box 8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47196" name="Text Box 92"/>
          <p:cNvSpPr txBox="1"/>
          <p:nvPr/>
        </p:nvSpPr>
        <p:spPr>
          <a:xfrm>
            <a:off x="1331913" y="476250"/>
            <a:ext cx="5256212"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求二端口的</a:t>
            </a:r>
            <a:r>
              <a:rPr lang="en-US" altLang="zh-CN" b="0" i="1" dirty="0">
                <a:latin typeface="Times New Roman" panose="02020603050405020304" pitchFamily="18" charset="0"/>
              </a:rPr>
              <a:t>T </a:t>
            </a:r>
            <a:r>
              <a:rPr lang="zh-CN" altLang="en-US" dirty="0">
                <a:solidFill>
                  <a:srgbClr val="FFFF00"/>
                </a:solidFill>
                <a:latin typeface="楷体_GB2312" pitchFamily="49" charset="-122"/>
              </a:rPr>
              <a:t>参数。</a:t>
            </a:r>
            <a:endParaRPr lang="zh-CN" altLang="en-US" dirty="0">
              <a:solidFill>
                <a:srgbClr val="FFFF00"/>
              </a:solidFill>
              <a:latin typeface="楷体_GB2312" pitchFamily="49" charset="-122"/>
            </a:endParaRPr>
          </a:p>
        </p:txBody>
      </p:sp>
      <p:grpSp>
        <p:nvGrpSpPr>
          <p:cNvPr id="6" name="Group 156"/>
          <p:cNvGrpSpPr/>
          <p:nvPr/>
        </p:nvGrpSpPr>
        <p:grpSpPr>
          <a:xfrm>
            <a:off x="4284663" y="476250"/>
            <a:ext cx="4187825" cy="1995488"/>
            <a:chOff x="2699" y="300"/>
            <a:chExt cx="2638" cy="1257"/>
          </a:xfrm>
        </p:grpSpPr>
        <p:sp>
          <p:nvSpPr>
            <p:cNvPr id="44087" name="Rectangle 94"/>
            <p:cNvSpPr/>
            <p:nvPr/>
          </p:nvSpPr>
          <p:spPr>
            <a:xfrm>
              <a:off x="3243" y="391"/>
              <a:ext cx="536"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4</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4088" name="Rectangle 95"/>
            <p:cNvSpPr/>
            <p:nvPr/>
          </p:nvSpPr>
          <p:spPr>
            <a:xfrm>
              <a:off x="4060" y="391"/>
              <a:ext cx="638"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6</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4089" name="Rectangle 96"/>
            <p:cNvSpPr/>
            <p:nvPr/>
          </p:nvSpPr>
          <p:spPr>
            <a:xfrm>
              <a:off x="3923" y="890"/>
              <a:ext cx="539"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4</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44037" name="Object 97"/>
            <p:cNvGraphicFramePr/>
            <p:nvPr/>
          </p:nvGraphicFramePr>
          <p:xfrm>
            <a:off x="2699" y="936"/>
            <a:ext cx="272" cy="370"/>
          </p:xfrm>
          <a:graphic>
            <a:graphicData uri="http://schemas.openxmlformats.org/presentationml/2006/ole">
              <mc:AlternateContent xmlns:mc="http://schemas.openxmlformats.org/markup-compatibility/2006">
                <mc:Choice xmlns:v="urn:schemas-microsoft-com:vml" Requires="v">
                  <p:oleObj spid="_x0000_s3388" name="" r:id="rId2" imgW="215900" imgH="291465" progId="Equation.3">
                    <p:embed/>
                  </p:oleObj>
                </mc:Choice>
                <mc:Fallback>
                  <p:oleObj name="" r:id="rId2" imgW="215900" imgH="291465" progId="Equation.3">
                    <p:embed/>
                    <p:pic>
                      <p:nvPicPr>
                        <p:cNvPr id="0" name="图片 3387"/>
                        <p:cNvPicPr/>
                        <p:nvPr/>
                      </p:nvPicPr>
                      <p:blipFill>
                        <a:blip r:embed="rId3">
                          <a:clrChange>
                            <a:clrFrom>
                              <a:srgbClr val="000000"/>
                            </a:clrFrom>
                            <a:clrTo>
                              <a:srgbClr val="FFFFFF"/>
                            </a:clrTo>
                          </a:clrChange>
                        </a:blip>
                        <a:stretch>
                          <a:fillRect/>
                        </a:stretch>
                      </p:blipFill>
                      <p:spPr>
                        <a:xfrm>
                          <a:off x="2699" y="936"/>
                          <a:ext cx="272" cy="370"/>
                        </a:xfrm>
                        <a:prstGeom prst="rect">
                          <a:avLst/>
                        </a:prstGeom>
                        <a:noFill/>
                        <a:ln w="38100">
                          <a:noFill/>
                          <a:miter/>
                        </a:ln>
                      </p:spPr>
                    </p:pic>
                  </p:oleObj>
                </mc:Fallback>
              </mc:AlternateContent>
            </a:graphicData>
          </a:graphic>
        </p:graphicFrame>
        <p:graphicFrame>
          <p:nvGraphicFramePr>
            <p:cNvPr id="44038" name="Object 98"/>
            <p:cNvGraphicFramePr/>
            <p:nvPr/>
          </p:nvGraphicFramePr>
          <p:xfrm>
            <a:off x="4830" y="346"/>
            <a:ext cx="240" cy="370"/>
          </p:xfrm>
          <a:graphic>
            <a:graphicData uri="http://schemas.openxmlformats.org/presentationml/2006/ole">
              <mc:AlternateContent xmlns:mc="http://schemas.openxmlformats.org/markup-compatibility/2006">
                <mc:Choice xmlns:v="urn:schemas-microsoft-com:vml" Requires="v">
                  <p:oleObj spid="_x0000_s3389" name="" r:id="rId4" imgW="190500" imgH="292100" progId="Equation.3">
                    <p:embed/>
                  </p:oleObj>
                </mc:Choice>
                <mc:Fallback>
                  <p:oleObj name="" r:id="rId4" imgW="190500" imgH="292100" progId="Equation.3">
                    <p:embed/>
                    <p:pic>
                      <p:nvPicPr>
                        <p:cNvPr id="0" name="图片 3388"/>
                        <p:cNvPicPr/>
                        <p:nvPr/>
                      </p:nvPicPr>
                      <p:blipFill>
                        <a:blip r:embed="rId5">
                          <a:clrChange>
                            <a:clrFrom>
                              <a:srgbClr val="000000"/>
                            </a:clrFrom>
                            <a:clrTo>
                              <a:srgbClr val="FFFFFF"/>
                            </a:clrTo>
                          </a:clrChange>
                        </a:blip>
                        <a:stretch>
                          <a:fillRect/>
                        </a:stretch>
                      </p:blipFill>
                      <p:spPr>
                        <a:xfrm>
                          <a:off x="4830" y="346"/>
                          <a:ext cx="240" cy="370"/>
                        </a:xfrm>
                        <a:prstGeom prst="rect">
                          <a:avLst/>
                        </a:prstGeom>
                        <a:noFill/>
                        <a:ln w="38100">
                          <a:noFill/>
                          <a:miter/>
                        </a:ln>
                      </p:spPr>
                    </p:pic>
                  </p:oleObj>
                </mc:Fallback>
              </mc:AlternateContent>
            </a:graphicData>
          </a:graphic>
        </p:graphicFrame>
        <p:graphicFrame>
          <p:nvGraphicFramePr>
            <p:cNvPr id="44039" name="Object 99"/>
            <p:cNvGraphicFramePr/>
            <p:nvPr/>
          </p:nvGraphicFramePr>
          <p:xfrm>
            <a:off x="2925" y="300"/>
            <a:ext cx="208" cy="370"/>
          </p:xfrm>
          <a:graphic>
            <a:graphicData uri="http://schemas.openxmlformats.org/presentationml/2006/ole">
              <mc:AlternateContent xmlns:mc="http://schemas.openxmlformats.org/markup-compatibility/2006">
                <mc:Choice xmlns:v="urn:schemas-microsoft-com:vml" Requires="v">
                  <p:oleObj spid="_x0000_s3390" name="" r:id="rId6" imgW="165100" imgH="291465" progId="Equation.3">
                    <p:embed/>
                  </p:oleObj>
                </mc:Choice>
                <mc:Fallback>
                  <p:oleObj name="" r:id="rId6" imgW="165100" imgH="291465" progId="Equation.3">
                    <p:embed/>
                    <p:pic>
                      <p:nvPicPr>
                        <p:cNvPr id="0" name="图片 3389"/>
                        <p:cNvPicPr/>
                        <p:nvPr/>
                      </p:nvPicPr>
                      <p:blipFill>
                        <a:blip r:embed="rId7">
                          <a:clrChange>
                            <a:clrFrom>
                              <a:srgbClr val="000000"/>
                            </a:clrFrom>
                            <a:clrTo>
                              <a:srgbClr val="FFFFFF"/>
                            </a:clrTo>
                          </a:clrChange>
                        </a:blip>
                        <a:stretch>
                          <a:fillRect/>
                        </a:stretch>
                      </p:blipFill>
                      <p:spPr>
                        <a:xfrm>
                          <a:off x="2925" y="300"/>
                          <a:ext cx="208" cy="370"/>
                        </a:xfrm>
                        <a:prstGeom prst="rect">
                          <a:avLst/>
                        </a:prstGeom>
                        <a:noFill/>
                        <a:ln w="38100">
                          <a:noFill/>
                          <a:miter/>
                        </a:ln>
                      </p:spPr>
                    </p:pic>
                  </p:oleObj>
                </mc:Fallback>
              </mc:AlternateContent>
            </a:graphicData>
          </a:graphic>
        </p:graphicFrame>
        <p:sp>
          <p:nvSpPr>
            <p:cNvPr id="44090" name="Line 100"/>
            <p:cNvSpPr/>
            <p:nvPr/>
          </p:nvSpPr>
          <p:spPr>
            <a:xfrm flipH="1">
              <a:off x="2880" y="709"/>
              <a:ext cx="2268" cy="0"/>
            </a:xfrm>
            <a:prstGeom prst="line">
              <a:avLst/>
            </a:prstGeom>
            <a:ln w="28575" cap="flat" cmpd="sng">
              <a:solidFill>
                <a:srgbClr val="FFCC00"/>
              </a:solidFill>
              <a:prstDash val="solid"/>
              <a:headEnd type="none" w="med" len="med"/>
              <a:tailEnd type="none" w="med" len="med"/>
            </a:ln>
          </p:spPr>
        </p:sp>
        <p:sp>
          <p:nvSpPr>
            <p:cNvPr id="44091" name="Line 101"/>
            <p:cNvSpPr/>
            <p:nvPr/>
          </p:nvSpPr>
          <p:spPr>
            <a:xfrm>
              <a:off x="2874" y="1527"/>
              <a:ext cx="2283" cy="1"/>
            </a:xfrm>
            <a:prstGeom prst="line">
              <a:avLst/>
            </a:prstGeom>
            <a:ln w="28575" cap="flat" cmpd="sng">
              <a:solidFill>
                <a:srgbClr val="FFCC00"/>
              </a:solidFill>
              <a:prstDash val="solid"/>
              <a:headEnd type="none" w="med" len="med"/>
              <a:tailEnd type="none" w="med" len="med"/>
            </a:ln>
          </p:spPr>
        </p:sp>
        <p:sp>
          <p:nvSpPr>
            <p:cNvPr id="44092" name="Line 102"/>
            <p:cNvSpPr/>
            <p:nvPr/>
          </p:nvSpPr>
          <p:spPr>
            <a:xfrm>
              <a:off x="2925" y="709"/>
              <a:ext cx="294" cy="0"/>
            </a:xfrm>
            <a:prstGeom prst="line">
              <a:avLst/>
            </a:prstGeom>
            <a:ln w="28575" cap="flat" cmpd="sng">
              <a:solidFill>
                <a:srgbClr val="00FFFF"/>
              </a:solidFill>
              <a:prstDash val="solid"/>
              <a:headEnd type="none" w="med" len="med"/>
              <a:tailEnd type="triangle" w="med" len="med"/>
            </a:ln>
          </p:spPr>
        </p:sp>
        <p:sp>
          <p:nvSpPr>
            <p:cNvPr id="44093" name="Text Box 103"/>
            <p:cNvSpPr txBox="1"/>
            <p:nvPr/>
          </p:nvSpPr>
          <p:spPr>
            <a:xfrm>
              <a:off x="2699" y="709"/>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44094" name="Text Box 104"/>
            <p:cNvSpPr txBox="1"/>
            <p:nvPr/>
          </p:nvSpPr>
          <p:spPr>
            <a:xfrm>
              <a:off x="2745" y="1208"/>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4095" name="Line 105"/>
            <p:cNvSpPr/>
            <p:nvPr/>
          </p:nvSpPr>
          <p:spPr>
            <a:xfrm flipH="1">
              <a:off x="4785" y="709"/>
              <a:ext cx="294" cy="0"/>
            </a:xfrm>
            <a:prstGeom prst="line">
              <a:avLst/>
            </a:prstGeom>
            <a:ln w="28575" cap="flat" cmpd="sng">
              <a:solidFill>
                <a:srgbClr val="00FFFF"/>
              </a:solidFill>
              <a:prstDash val="solid"/>
              <a:headEnd type="none" w="med" len="med"/>
              <a:tailEnd type="triangle" w="med" len="med"/>
            </a:ln>
          </p:spPr>
        </p:sp>
        <p:sp>
          <p:nvSpPr>
            <p:cNvPr id="44096" name="Text Box 106"/>
            <p:cNvSpPr txBox="1"/>
            <p:nvPr/>
          </p:nvSpPr>
          <p:spPr>
            <a:xfrm>
              <a:off x="5070" y="737"/>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44097" name="Text Box 107"/>
            <p:cNvSpPr txBox="1"/>
            <p:nvPr/>
          </p:nvSpPr>
          <p:spPr>
            <a:xfrm>
              <a:off x="5063" y="1214"/>
              <a:ext cx="267"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graphicFrame>
          <p:nvGraphicFramePr>
            <p:cNvPr id="44040" name="Object 108"/>
            <p:cNvGraphicFramePr/>
            <p:nvPr/>
          </p:nvGraphicFramePr>
          <p:xfrm>
            <a:off x="5013" y="936"/>
            <a:ext cx="304" cy="370"/>
          </p:xfrm>
          <a:graphic>
            <a:graphicData uri="http://schemas.openxmlformats.org/presentationml/2006/ole">
              <mc:AlternateContent xmlns:mc="http://schemas.openxmlformats.org/markup-compatibility/2006">
                <mc:Choice xmlns:v="urn:schemas-microsoft-com:vml" Requires="v">
                  <p:oleObj spid="_x0000_s3391" name="" r:id="rId8" imgW="241300" imgH="292100" progId="Equation.3">
                    <p:embed/>
                  </p:oleObj>
                </mc:Choice>
                <mc:Fallback>
                  <p:oleObj name="" r:id="rId8" imgW="241300" imgH="292100" progId="Equation.3">
                    <p:embed/>
                    <p:pic>
                      <p:nvPicPr>
                        <p:cNvPr id="0" name="图片 3390"/>
                        <p:cNvPicPr/>
                        <p:nvPr/>
                      </p:nvPicPr>
                      <p:blipFill>
                        <a:blip r:embed="rId9">
                          <a:clrChange>
                            <a:clrFrom>
                              <a:srgbClr val="000000"/>
                            </a:clrFrom>
                            <a:clrTo>
                              <a:srgbClr val="FFFFFF"/>
                            </a:clrTo>
                          </a:clrChange>
                        </a:blip>
                        <a:stretch>
                          <a:fillRect/>
                        </a:stretch>
                      </p:blipFill>
                      <p:spPr>
                        <a:xfrm>
                          <a:off x="5013" y="936"/>
                          <a:ext cx="304" cy="370"/>
                        </a:xfrm>
                        <a:prstGeom prst="rect">
                          <a:avLst/>
                        </a:prstGeom>
                        <a:noFill/>
                        <a:ln w="38100">
                          <a:noFill/>
                          <a:miter/>
                        </a:ln>
                      </p:spPr>
                    </p:pic>
                  </p:oleObj>
                </mc:Fallback>
              </mc:AlternateContent>
            </a:graphicData>
          </a:graphic>
        </p:graphicFrame>
        <p:sp>
          <p:nvSpPr>
            <p:cNvPr id="44098" name="Line 109"/>
            <p:cNvSpPr/>
            <p:nvPr/>
          </p:nvSpPr>
          <p:spPr>
            <a:xfrm>
              <a:off x="3970" y="709"/>
              <a:ext cx="0" cy="817"/>
            </a:xfrm>
            <a:prstGeom prst="line">
              <a:avLst/>
            </a:prstGeom>
            <a:ln w="28575" cap="flat" cmpd="sng">
              <a:solidFill>
                <a:srgbClr val="FFCC00"/>
              </a:solidFill>
              <a:prstDash val="solid"/>
              <a:headEnd type="oval" w="med" len="med"/>
              <a:tailEnd type="oval" w="med" len="med"/>
            </a:ln>
          </p:spPr>
        </p:sp>
        <p:sp>
          <p:nvSpPr>
            <p:cNvPr id="44099" name="Oval 110"/>
            <p:cNvSpPr/>
            <p:nvPr/>
          </p:nvSpPr>
          <p:spPr>
            <a:xfrm>
              <a:off x="2806" y="677"/>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100" name="Oval 111"/>
            <p:cNvSpPr/>
            <p:nvPr/>
          </p:nvSpPr>
          <p:spPr>
            <a:xfrm>
              <a:off x="2815" y="148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101" name="Oval 112"/>
            <p:cNvSpPr/>
            <p:nvPr/>
          </p:nvSpPr>
          <p:spPr>
            <a:xfrm>
              <a:off x="5143" y="67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102" name="Oval 113"/>
            <p:cNvSpPr/>
            <p:nvPr/>
          </p:nvSpPr>
          <p:spPr>
            <a:xfrm>
              <a:off x="5155" y="148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103" name="Rectangle 114"/>
            <p:cNvSpPr/>
            <p:nvPr/>
          </p:nvSpPr>
          <p:spPr>
            <a:xfrm>
              <a:off x="4241" y="64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4104" name="Rectangle 115"/>
            <p:cNvSpPr/>
            <p:nvPr/>
          </p:nvSpPr>
          <p:spPr>
            <a:xfrm>
              <a:off x="3915" y="89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44105" name="Rectangle 116"/>
            <p:cNvSpPr/>
            <p:nvPr/>
          </p:nvSpPr>
          <p:spPr>
            <a:xfrm>
              <a:off x="3334" y="64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
        <p:nvSpPr>
          <p:cNvPr id="47221" name="Text Box 117"/>
          <p:cNvSpPr txBox="1"/>
          <p:nvPr/>
        </p:nvSpPr>
        <p:spPr>
          <a:xfrm>
            <a:off x="684213" y="1341438"/>
            <a:ext cx="706437"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grpSp>
        <p:nvGrpSpPr>
          <p:cNvPr id="7" name="Group 118"/>
          <p:cNvGrpSpPr/>
          <p:nvPr/>
        </p:nvGrpSpPr>
        <p:grpSpPr>
          <a:xfrm>
            <a:off x="1258888" y="2708275"/>
            <a:ext cx="1728787" cy="1511300"/>
            <a:chOff x="2381" y="1979"/>
            <a:chExt cx="1089" cy="952"/>
          </a:xfrm>
        </p:grpSpPr>
        <p:sp>
          <p:nvSpPr>
            <p:cNvPr id="44079" name="Line 119"/>
            <p:cNvSpPr/>
            <p:nvPr/>
          </p:nvSpPr>
          <p:spPr>
            <a:xfrm flipH="1" flipV="1">
              <a:off x="2426" y="2296"/>
              <a:ext cx="998" cy="0"/>
            </a:xfrm>
            <a:prstGeom prst="line">
              <a:avLst/>
            </a:prstGeom>
            <a:ln w="28575" cap="flat" cmpd="sng">
              <a:solidFill>
                <a:srgbClr val="FFCC00"/>
              </a:solidFill>
              <a:prstDash val="solid"/>
              <a:headEnd type="none" w="med" len="med"/>
              <a:tailEnd type="none" w="med" len="med"/>
            </a:ln>
          </p:spPr>
        </p:sp>
        <p:sp>
          <p:nvSpPr>
            <p:cNvPr id="44080" name="Rectangle 120"/>
            <p:cNvSpPr/>
            <p:nvPr/>
          </p:nvSpPr>
          <p:spPr>
            <a:xfrm>
              <a:off x="2744" y="225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4081" name="Rectangle 121"/>
            <p:cNvSpPr/>
            <p:nvPr/>
          </p:nvSpPr>
          <p:spPr>
            <a:xfrm>
              <a:off x="2744" y="1979"/>
              <a:ext cx="34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4</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4082" name="Oval 122"/>
            <p:cNvSpPr/>
            <p:nvPr/>
          </p:nvSpPr>
          <p:spPr>
            <a:xfrm>
              <a:off x="2381" y="2263"/>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83" name="Oval 123"/>
            <p:cNvSpPr/>
            <p:nvPr/>
          </p:nvSpPr>
          <p:spPr>
            <a:xfrm>
              <a:off x="2381"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84" name="Oval 124"/>
            <p:cNvSpPr/>
            <p:nvPr/>
          </p:nvSpPr>
          <p:spPr>
            <a:xfrm>
              <a:off x="3407" y="2269"/>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85" name="Oval 125"/>
            <p:cNvSpPr/>
            <p:nvPr/>
          </p:nvSpPr>
          <p:spPr>
            <a:xfrm>
              <a:off x="3416"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86" name="Line 126"/>
            <p:cNvSpPr/>
            <p:nvPr/>
          </p:nvSpPr>
          <p:spPr>
            <a:xfrm flipV="1">
              <a:off x="2426" y="2886"/>
              <a:ext cx="998" cy="0"/>
            </a:xfrm>
            <a:prstGeom prst="line">
              <a:avLst/>
            </a:prstGeom>
            <a:ln w="28575" cap="flat" cmpd="sng">
              <a:solidFill>
                <a:srgbClr val="FFCC00"/>
              </a:solidFill>
              <a:prstDash val="solid"/>
              <a:headEnd type="none" w="med" len="med"/>
              <a:tailEnd type="none" w="med" len="med"/>
            </a:ln>
          </p:spPr>
        </p:sp>
      </p:grpSp>
      <p:grpSp>
        <p:nvGrpSpPr>
          <p:cNvPr id="8" name="Group 127"/>
          <p:cNvGrpSpPr/>
          <p:nvPr/>
        </p:nvGrpSpPr>
        <p:grpSpPr>
          <a:xfrm>
            <a:off x="3419475" y="3141663"/>
            <a:ext cx="1728788" cy="1060450"/>
            <a:chOff x="2562" y="720"/>
            <a:chExt cx="1089" cy="668"/>
          </a:xfrm>
        </p:grpSpPr>
        <p:sp>
          <p:nvSpPr>
            <p:cNvPr id="44070" name="Line 128"/>
            <p:cNvSpPr/>
            <p:nvPr/>
          </p:nvSpPr>
          <p:spPr>
            <a:xfrm>
              <a:off x="3107" y="754"/>
              <a:ext cx="0" cy="590"/>
            </a:xfrm>
            <a:prstGeom prst="line">
              <a:avLst/>
            </a:prstGeom>
            <a:ln w="28575" cap="flat" cmpd="sng">
              <a:solidFill>
                <a:srgbClr val="FFCC00"/>
              </a:solidFill>
              <a:prstDash val="solid"/>
              <a:headEnd type="oval" w="med" len="med"/>
              <a:tailEnd type="oval" w="med" len="med"/>
            </a:ln>
          </p:spPr>
        </p:sp>
        <p:sp>
          <p:nvSpPr>
            <p:cNvPr id="44071" name="Line 129"/>
            <p:cNvSpPr/>
            <p:nvPr/>
          </p:nvSpPr>
          <p:spPr>
            <a:xfrm flipH="1" flipV="1">
              <a:off x="2607" y="753"/>
              <a:ext cx="998" cy="0"/>
            </a:xfrm>
            <a:prstGeom prst="line">
              <a:avLst/>
            </a:prstGeom>
            <a:ln w="28575" cap="flat" cmpd="sng">
              <a:solidFill>
                <a:srgbClr val="FFCC00"/>
              </a:solidFill>
              <a:prstDash val="solid"/>
              <a:headEnd type="none" w="med" len="med"/>
              <a:tailEnd type="none" w="med" len="med"/>
            </a:ln>
          </p:spPr>
        </p:sp>
        <p:sp>
          <p:nvSpPr>
            <p:cNvPr id="44072" name="Rectangle 130"/>
            <p:cNvSpPr/>
            <p:nvPr/>
          </p:nvSpPr>
          <p:spPr>
            <a:xfrm>
              <a:off x="3152" y="890"/>
              <a:ext cx="34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4</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4073" name="Oval 131"/>
            <p:cNvSpPr/>
            <p:nvPr/>
          </p:nvSpPr>
          <p:spPr>
            <a:xfrm>
              <a:off x="2562" y="720"/>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74" name="Oval 132"/>
            <p:cNvSpPr/>
            <p:nvPr/>
          </p:nvSpPr>
          <p:spPr>
            <a:xfrm>
              <a:off x="2562" y="1333"/>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75" name="Oval 133"/>
            <p:cNvSpPr/>
            <p:nvPr/>
          </p:nvSpPr>
          <p:spPr>
            <a:xfrm>
              <a:off x="3588" y="726"/>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76" name="Oval 134"/>
            <p:cNvSpPr/>
            <p:nvPr/>
          </p:nvSpPr>
          <p:spPr>
            <a:xfrm>
              <a:off x="3597" y="1333"/>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77" name="Line 135"/>
            <p:cNvSpPr/>
            <p:nvPr/>
          </p:nvSpPr>
          <p:spPr>
            <a:xfrm flipV="1">
              <a:off x="2607" y="1343"/>
              <a:ext cx="998" cy="0"/>
            </a:xfrm>
            <a:prstGeom prst="line">
              <a:avLst/>
            </a:prstGeom>
            <a:ln w="28575" cap="flat" cmpd="sng">
              <a:solidFill>
                <a:srgbClr val="FFCC00"/>
              </a:solidFill>
              <a:prstDash val="solid"/>
              <a:headEnd type="none" w="med" len="med"/>
              <a:tailEnd type="none" w="med" len="med"/>
            </a:ln>
          </p:spPr>
        </p:sp>
        <p:sp>
          <p:nvSpPr>
            <p:cNvPr id="44078" name="Rectangle 136"/>
            <p:cNvSpPr/>
            <p:nvPr/>
          </p:nvSpPr>
          <p:spPr>
            <a:xfrm>
              <a:off x="3025" y="8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9" name="Group 137"/>
          <p:cNvGrpSpPr/>
          <p:nvPr/>
        </p:nvGrpSpPr>
        <p:grpSpPr>
          <a:xfrm>
            <a:off x="5580063" y="2708275"/>
            <a:ext cx="1728787" cy="1511300"/>
            <a:chOff x="2381" y="1979"/>
            <a:chExt cx="1089" cy="952"/>
          </a:xfrm>
        </p:grpSpPr>
        <p:sp>
          <p:nvSpPr>
            <p:cNvPr id="44062" name="Line 138"/>
            <p:cNvSpPr/>
            <p:nvPr/>
          </p:nvSpPr>
          <p:spPr>
            <a:xfrm flipH="1" flipV="1">
              <a:off x="2426" y="2296"/>
              <a:ext cx="998" cy="0"/>
            </a:xfrm>
            <a:prstGeom prst="line">
              <a:avLst/>
            </a:prstGeom>
            <a:ln w="28575" cap="flat" cmpd="sng">
              <a:solidFill>
                <a:srgbClr val="FFCC00"/>
              </a:solidFill>
              <a:prstDash val="solid"/>
              <a:headEnd type="none" w="med" len="med"/>
              <a:tailEnd type="none" w="med" len="med"/>
            </a:ln>
          </p:spPr>
        </p:sp>
        <p:sp>
          <p:nvSpPr>
            <p:cNvPr id="44063" name="Rectangle 139"/>
            <p:cNvSpPr/>
            <p:nvPr/>
          </p:nvSpPr>
          <p:spPr>
            <a:xfrm>
              <a:off x="2744" y="225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4064" name="Rectangle 140"/>
            <p:cNvSpPr/>
            <p:nvPr/>
          </p:nvSpPr>
          <p:spPr>
            <a:xfrm>
              <a:off x="2744" y="1979"/>
              <a:ext cx="34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6</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4065" name="Oval 141"/>
            <p:cNvSpPr/>
            <p:nvPr/>
          </p:nvSpPr>
          <p:spPr>
            <a:xfrm>
              <a:off x="2381" y="2263"/>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66" name="Oval 142"/>
            <p:cNvSpPr/>
            <p:nvPr/>
          </p:nvSpPr>
          <p:spPr>
            <a:xfrm>
              <a:off x="2381"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67" name="Oval 143"/>
            <p:cNvSpPr/>
            <p:nvPr/>
          </p:nvSpPr>
          <p:spPr>
            <a:xfrm>
              <a:off x="3407" y="2269"/>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68" name="Oval 144"/>
            <p:cNvSpPr/>
            <p:nvPr/>
          </p:nvSpPr>
          <p:spPr>
            <a:xfrm>
              <a:off x="3416"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69" name="Line 145"/>
            <p:cNvSpPr/>
            <p:nvPr/>
          </p:nvSpPr>
          <p:spPr>
            <a:xfrm flipV="1">
              <a:off x="2426" y="2886"/>
              <a:ext cx="998" cy="0"/>
            </a:xfrm>
            <a:prstGeom prst="line">
              <a:avLst/>
            </a:prstGeom>
            <a:ln w="28575" cap="flat" cmpd="sng">
              <a:solidFill>
                <a:srgbClr val="FFCC00"/>
              </a:solidFill>
              <a:prstDash val="solid"/>
              <a:headEnd type="none" w="med" len="med"/>
              <a:tailEnd type="none" w="med" len="med"/>
            </a:ln>
          </p:spPr>
        </p:sp>
      </p:grpSp>
      <p:sp>
        <p:nvSpPr>
          <p:cNvPr id="47250" name="Text Box 146"/>
          <p:cNvSpPr txBox="1"/>
          <p:nvPr/>
        </p:nvSpPr>
        <p:spPr>
          <a:xfrm>
            <a:off x="1547813" y="1412875"/>
            <a:ext cx="1584325"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易求出</a:t>
            </a:r>
            <a:endParaRPr lang="zh-CN" altLang="en-US" dirty="0">
              <a:solidFill>
                <a:srgbClr val="FFFF00"/>
              </a:solidFill>
              <a:latin typeface="Times New Roman" panose="02020603050405020304" pitchFamily="18" charset="0"/>
            </a:endParaRPr>
          </a:p>
        </p:txBody>
      </p:sp>
      <p:graphicFrame>
        <p:nvGraphicFramePr>
          <p:cNvPr id="47251" name="Object 147"/>
          <p:cNvGraphicFramePr/>
          <p:nvPr/>
        </p:nvGraphicFramePr>
        <p:xfrm>
          <a:off x="971550" y="5084763"/>
          <a:ext cx="2143125" cy="1069975"/>
        </p:xfrm>
        <a:graphic>
          <a:graphicData uri="http://schemas.openxmlformats.org/presentationml/2006/ole">
            <mc:AlternateContent xmlns:mc="http://schemas.openxmlformats.org/markup-compatibility/2006">
              <mc:Choice xmlns:v="urn:schemas-microsoft-com:vml" Requires="v">
                <p:oleObj spid="_x0000_s3392" name="" r:id="rId10" imgW="914400" imgH="457200" progId="Equation.DSMT4">
                  <p:embed/>
                </p:oleObj>
              </mc:Choice>
              <mc:Fallback>
                <p:oleObj name="" r:id="rId10" imgW="914400" imgH="457200" progId="Equation.DSMT4">
                  <p:embed/>
                  <p:pic>
                    <p:nvPicPr>
                      <p:cNvPr id="0" name="图片 3391"/>
                      <p:cNvPicPr/>
                      <p:nvPr/>
                    </p:nvPicPr>
                    <p:blipFill>
                      <a:blip r:embed="rId11">
                        <a:clrChange>
                          <a:clrFrom>
                            <a:srgbClr val="000000"/>
                          </a:clrFrom>
                          <a:clrTo>
                            <a:srgbClr val="FFFFFF"/>
                          </a:clrTo>
                        </a:clrChange>
                      </a:blip>
                      <a:stretch>
                        <a:fillRect/>
                      </a:stretch>
                    </p:blipFill>
                    <p:spPr>
                      <a:xfrm>
                        <a:off x="971550" y="5084763"/>
                        <a:ext cx="2143125" cy="1069975"/>
                      </a:xfrm>
                      <a:prstGeom prst="rect">
                        <a:avLst/>
                      </a:prstGeom>
                      <a:noFill/>
                      <a:ln w="38100">
                        <a:noFill/>
                        <a:miter/>
                      </a:ln>
                    </p:spPr>
                  </p:pic>
                </p:oleObj>
              </mc:Fallback>
            </mc:AlternateContent>
          </a:graphicData>
        </a:graphic>
      </p:graphicFrame>
      <p:graphicFrame>
        <p:nvGraphicFramePr>
          <p:cNvPr id="47252" name="Object 148"/>
          <p:cNvGraphicFramePr/>
          <p:nvPr/>
        </p:nvGraphicFramePr>
        <p:xfrm>
          <a:off x="3492500" y="5084763"/>
          <a:ext cx="2541588" cy="996950"/>
        </p:xfrm>
        <a:graphic>
          <a:graphicData uri="http://schemas.openxmlformats.org/presentationml/2006/ole">
            <mc:AlternateContent xmlns:mc="http://schemas.openxmlformats.org/markup-compatibility/2006">
              <mc:Choice xmlns:v="urn:schemas-microsoft-com:vml" Requires="v">
                <p:oleObj spid="_x0000_s3396" name="" r:id="rId12" imgW="1079500" imgH="457200" progId="Equation.DSMT4">
                  <p:embed/>
                </p:oleObj>
              </mc:Choice>
              <mc:Fallback>
                <p:oleObj name="" r:id="rId12" imgW="1079500" imgH="457200" progId="Equation.DSMT4">
                  <p:embed/>
                  <p:pic>
                    <p:nvPicPr>
                      <p:cNvPr id="0" name="图片 3395"/>
                      <p:cNvPicPr/>
                      <p:nvPr/>
                    </p:nvPicPr>
                    <p:blipFill>
                      <a:blip r:embed="rId13">
                        <a:clrChange>
                          <a:clrFrom>
                            <a:srgbClr val="000000"/>
                          </a:clrFrom>
                          <a:clrTo>
                            <a:srgbClr val="FFFFFF"/>
                          </a:clrTo>
                        </a:clrChange>
                      </a:blip>
                      <a:stretch>
                        <a:fillRect/>
                      </a:stretch>
                    </p:blipFill>
                    <p:spPr>
                      <a:xfrm>
                        <a:off x="3492500" y="5084763"/>
                        <a:ext cx="2541588" cy="996950"/>
                      </a:xfrm>
                      <a:prstGeom prst="rect">
                        <a:avLst/>
                      </a:prstGeom>
                      <a:noFill/>
                      <a:ln w="38100">
                        <a:noFill/>
                        <a:miter/>
                      </a:ln>
                    </p:spPr>
                  </p:pic>
                </p:oleObj>
              </mc:Fallback>
            </mc:AlternateContent>
          </a:graphicData>
        </a:graphic>
      </p:graphicFrame>
      <p:graphicFrame>
        <p:nvGraphicFramePr>
          <p:cNvPr id="47253" name="Object 149"/>
          <p:cNvGraphicFramePr/>
          <p:nvPr/>
        </p:nvGraphicFramePr>
        <p:xfrm>
          <a:off x="6372225" y="5013325"/>
          <a:ext cx="2058988" cy="1030288"/>
        </p:xfrm>
        <a:graphic>
          <a:graphicData uri="http://schemas.openxmlformats.org/presentationml/2006/ole">
            <mc:AlternateContent xmlns:mc="http://schemas.openxmlformats.org/markup-compatibility/2006">
              <mc:Choice xmlns:v="urn:schemas-microsoft-com:vml" Requires="v">
                <p:oleObj spid="_x0000_s3393" name="" r:id="rId14" imgW="914400" imgH="457200" progId="Equation.DSMT4">
                  <p:embed/>
                </p:oleObj>
              </mc:Choice>
              <mc:Fallback>
                <p:oleObj name="" r:id="rId14" imgW="914400" imgH="457200" progId="Equation.DSMT4">
                  <p:embed/>
                  <p:pic>
                    <p:nvPicPr>
                      <p:cNvPr id="0" name="图片 3392"/>
                      <p:cNvPicPr/>
                      <p:nvPr/>
                    </p:nvPicPr>
                    <p:blipFill>
                      <a:blip r:embed="rId15">
                        <a:clrChange>
                          <a:clrFrom>
                            <a:srgbClr val="000000"/>
                          </a:clrFrom>
                          <a:clrTo>
                            <a:srgbClr val="FFFFFF"/>
                          </a:clrTo>
                        </a:clrChange>
                      </a:blip>
                      <a:stretch>
                        <a:fillRect/>
                      </a:stretch>
                    </p:blipFill>
                    <p:spPr>
                      <a:xfrm>
                        <a:off x="6372225" y="5013325"/>
                        <a:ext cx="2058988" cy="1030288"/>
                      </a:xfrm>
                      <a:prstGeom prst="rect">
                        <a:avLst/>
                      </a:prstGeom>
                      <a:noFill/>
                      <a:ln w="38100">
                        <a:noFill/>
                        <a:miter/>
                      </a:ln>
                    </p:spPr>
                  </p:pic>
                </p:oleObj>
              </mc:Fallback>
            </mc:AlternateContent>
          </a:graphicData>
        </a:graphic>
      </p:graphicFrame>
      <p:grpSp>
        <p:nvGrpSpPr>
          <p:cNvPr id="44059" name="Group 153"/>
          <p:cNvGrpSpPr/>
          <p:nvPr/>
        </p:nvGrpSpPr>
        <p:grpSpPr>
          <a:xfrm>
            <a:off x="6588125" y="6446838"/>
            <a:ext cx="792163" cy="366712"/>
            <a:chOff x="4649" y="4020"/>
            <a:chExt cx="499" cy="231"/>
          </a:xfrm>
        </p:grpSpPr>
        <p:pic>
          <p:nvPicPr>
            <p:cNvPr id="44060" name="Picture 15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44061" name="Text Box 15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7106"/>
                                        </p:tgtEl>
                                        <p:attrNameLst>
                                          <p:attrName>style.visibility</p:attrName>
                                        </p:attrNameLst>
                                      </p:cBhvr>
                                      <p:to>
                                        <p:strVal val="visible"/>
                                      </p:to>
                                    </p:set>
                                    <p:anim calcmode="lin" valueType="num">
                                      <p:cBhvr>
                                        <p:cTn id="7" dur="1000" fill="hold"/>
                                        <p:tgtEl>
                                          <p:spTgt spid="47106"/>
                                        </p:tgtEl>
                                        <p:attrNameLst>
                                          <p:attrName>ppt_w</p:attrName>
                                        </p:attrNameLst>
                                      </p:cBhvr>
                                      <p:tavLst>
                                        <p:tav tm="0">
                                          <p:val>
                                            <p:fltVal val="0.000000"/>
                                          </p:val>
                                        </p:tav>
                                        <p:tav tm="100000">
                                          <p:val>
                                            <p:strVal val="#ppt_w"/>
                                          </p:val>
                                        </p:tav>
                                      </p:tavLst>
                                    </p:anim>
                                    <p:anim calcmode="lin" valueType="num">
                                      <p:cBhvr>
                                        <p:cTn id="8" dur="1000" fill="hold"/>
                                        <p:tgtEl>
                                          <p:spTgt spid="47106"/>
                                        </p:tgtEl>
                                        <p:attrNameLst>
                                          <p:attrName>ppt_h</p:attrName>
                                        </p:attrNameLst>
                                      </p:cBhvr>
                                      <p:tavLst>
                                        <p:tav tm="0">
                                          <p:val>
                                            <p:fltVal val="0.000000"/>
                                          </p:val>
                                        </p:tav>
                                        <p:tav tm="100000">
                                          <p:val>
                                            <p:strVal val="#ppt_h"/>
                                          </p:val>
                                        </p:tav>
                                      </p:tavLst>
                                    </p:anim>
                                    <p:anim calcmode="lin" valueType="num">
                                      <p:cBhvr>
                                        <p:cTn id="9" dur="1000" fill="hold"/>
                                        <p:tgtEl>
                                          <p:spTgt spid="4710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4710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47196">
                                            <p:txEl>
                                              <p:charRg st="0" end="11"/>
                                            </p:txEl>
                                          </p:spTgt>
                                        </p:tgtEl>
                                        <p:attrNameLst>
                                          <p:attrName>style.visibility</p:attrName>
                                        </p:attrNameLst>
                                      </p:cBhvr>
                                      <p:to>
                                        <p:strVal val="visible"/>
                                      </p:to>
                                    </p:set>
                                    <p:animEffect transition="in" filter="wipe(left)">
                                      <p:cBhvr>
                                        <p:cTn id="18" dur="2000"/>
                                        <p:tgtEl>
                                          <p:spTgt spid="47196">
                                            <p:txEl>
                                              <p:charRg st="0" end="1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7221"/>
                                        </p:tgtEl>
                                        <p:attrNameLst>
                                          <p:attrName>style.visibility</p:attrName>
                                        </p:attrNameLst>
                                      </p:cBhvr>
                                      <p:to>
                                        <p:strVal val="visible"/>
                                      </p:to>
                                    </p:set>
                                    <p:anim calcmode="lin" valueType="num">
                                      <p:cBhvr>
                                        <p:cTn id="23" dur="1000" fill="hold"/>
                                        <p:tgtEl>
                                          <p:spTgt spid="47221"/>
                                        </p:tgtEl>
                                        <p:attrNameLst>
                                          <p:attrName>ppt_w</p:attrName>
                                        </p:attrNameLst>
                                      </p:cBhvr>
                                      <p:tavLst>
                                        <p:tav tm="0">
                                          <p:val>
                                            <p:fltVal val="0.000000"/>
                                          </p:val>
                                        </p:tav>
                                        <p:tav tm="100000">
                                          <p:val>
                                            <p:strVal val="#ppt_w"/>
                                          </p:val>
                                        </p:tav>
                                      </p:tavLst>
                                    </p:anim>
                                    <p:anim calcmode="lin" valueType="num">
                                      <p:cBhvr>
                                        <p:cTn id="24" dur="1000" fill="hold"/>
                                        <p:tgtEl>
                                          <p:spTgt spid="47221"/>
                                        </p:tgtEl>
                                        <p:attrNameLst>
                                          <p:attrName>ppt_h</p:attrName>
                                        </p:attrNameLst>
                                      </p:cBhvr>
                                      <p:tavLst>
                                        <p:tav tm="0">
                                          <p:val>
                                            <p:fltVal val="0.000000"/>
                                          </p:val>
                                        </p:tav>
                                        <p:tav tm="100000">
                                          <p:val>
                                            <p:strVal val="#ppt_h"/>
                                          </p:val>
                                        </p:tav>
                                      </p:tavLst>
                                    </p:anim>
                                    <p:anim calcmode="lin" valueType="num">
                                      <p:cBhvr>
                                        <p:cTn id="25" dur="1000" fill="hold"/>
                                        <p:tgtEl>
                                          <p:spTgt spid="47221"/>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4722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childTnLst>
                          </p:cTn>
                        </p:par>
                        <p:par>
                          <p:cTn id="32" fill="hold">
                            <p:stCondLst>
                              <p:cond delay="500"/>
                            </p:stCondLst>
                            <p:childTnLst>
                              <p:par>
                                <p:cTn id="33" presetID="3" presetClass="entr" presetSubtype="1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childTnLst>
                          </p:cTn>
                        </p:par>
                        <p:par>
                          <p:cTn id="36" fill="hold">
                            <p:stCondLst>
                              <p:cond delay="1000"/>
                            </p:stCondLst>
                            <p:childTnLst>
                              <p:par>
                                <p:cTn id="37" presetID="3" presetClass="entr" presetSubtype="10"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blinds(horizontal)">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left)">
                                      <p:cBhvr>
                                        <p:cTn id="44" dur="500"/>
                                        <p:tgtEl>
                                          <p:spTgt spid="2"/>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3" presetClass="entr" presetSubtype="32" fill="hold" grpId="0" nodeType="clickEffect">
                                  <p:stCondLst>
                                    <p:cond delay="0"/>
                                  </p:stCondLst>
                                  <p:childTnLst>
                                    <p:set>
                                      <p:cBhvr>
                                        <p:cTn id="52" dur="1" fill="hold">
                                          <p:stCondLst>
                                            <p:cond delay="0"/>
                                          </p:stCondLst>
                                        </p:cTn>
                                        <p:tgtEl>
                                          <p:spTgt spid="47175"/>
                                        </p:tgtEl>
                                        <p:attrNameLst>
                                          <p:attrName>style.visibility</p:attrName>
                                        </p:attrNameLst>
                                      </p:cBhvr>
                                      <p:to>
                                        <p:strVal val="visible"/>
                                      </p:to>
                                    </p:set>
                                    <p:anim calcmode="lin" valueType="num">
                                      <p:cBhvr>
                                        <p:cTn id="53" dur="500" fill="hold"/>
                                        <p:tgtEl>
                                          <p:spTgt spid="47175"/>
                                        </p:tgtEl>
                                        <p:attrNameLst>
                                          <p:attrName>ppt_w</p:attrName>
                                        </p:attrNameLst>
                                      </p:cBhvr>
                                      <p:tavLst>
                                        <p:tav tm="0">
                                          <p:val>
                                            <p:strVal val="4*#ppt_w"/>
                                          </p:val>
                                        </p:tav>
                                        <p:tav tm="100000">
                                          <p:val>
                                            <p:strVal val="#ppt_w"/>
                                          </p:val>
                                        </p:tav>
                                      </p:tavLst>
                                    </p:anim>
                                    <p:anim calcmode="lin" valueType="num">
                                      <p:cBhvr>
                                        <p:cTn id="54" dur="500" fill="hold"/>
                                        <p:tgtEl>
                                          <p:spTgt spid="47175"/>
                                        </p:tgtEl>
                                        <p:attrNameLst>
                                          <p:attrName>ppt_h</p:attrName>
                                        </p:attrNameLst>
                                      </p:cBhvr>
                                      <p:tavLst>
                                        <p:tav tm="0">
                                          <p:val>
                                            <p:strVal val="4*#ppt_h"/>
                                          </p:val>
                                        </p:tav>
                                        <p:tav tm="100000">
                                          <p:val>
                                            <p:strVal val="#ppt_h"/>
                                          </p:val>
                                        </p:tav>
                                      </p:tavLst>
                                    </p:anim>
                                  </p:childTnLst>
                                </p:cTn>
                              </p:par>
                            </p:childTnLst>
                          </p:cTn>
                        </p:par>
                        <p:par>
                          <p:cTn id="55" fill="hold">
                            <p:stCondLst>
                              <p:cond delay="500"/>
                            </p:stCondLst>
                            <p:childTnLst>
                              <p:par>
                                <p:cTn id="56" presetID="2" presetClass="entr" presetSubtype="8" fill="hold" grpId="0" nodeType="afterEffect">
                                  <p:stCondLst>
                                    <p:cond delay="0"/>
                                  </p:stCondLst>
                                  <p:childTnLst>
                                    <p:set>
                                      <p:cBhvr>
                                        <p:cTn id="57" dur="1" fill="hold">
                                          <p:stCondLst>
                                            <p:cond delay="0"/>
                                          </p:stCondLst>
                                        </p:cTn>
                                        <p:tgtEl>
                                          <p:spTgt spid="47176"/>
                                        </p:tgtEl>
                                        <p:attrNameLst>
                                          <p:attrName>style.visibility</p:attrName>
                                        </p:attrNameLst>
                                      </p:cBhvr>
                                      <p:to>
                                        <p:strVal val="visible"/>
                                      </p:to>
                                    </p:set>
                                    <p:anim calcmode="lin" valueType="num">
                                      <p:cBhvr additive="base">
                                        <p:cTn id="58" dur="500" fill="hold"/>
                                        <p:tgtEl>
                                          <p:spTgt spid="47176"/>
                                        </p:tgtEl>
                                        <p:attrNameLst>
                                          <p:attrName>ppt_x</p:attrName>
                                        </p:attrNameLst>
                                      </p:cBhvr>
                                      <p:tavLst>
                                        <p:tav tm="0">
                                          <p:val>
                                            <p:strVal val="0-#ppt_w/2"/>
                                          </p:val>
                                        </p:tav>
                                        <p:tav tm="100000">
                                          <p:val>
                                            <p:strVal val="#ppt_x"/>
                                          </p:val>
                                        </p:tav>
                                      </p:tavLst>
                                    </p:anim>
                                    <p:anim calcmode="lin" valueType="num">
                                      <p:cBhvr additive="base">
                                        <p:cTn id="59" dur="500" fill="hold"/>
                                        <p:tgtEl>
                                          <p:spTgt spid="47176"/>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3" presetClass="entr" presetSubtype="32" fill="hold" grpId="0" nodeType="clickEffect">
                                  <p:stCondLst>
                                    <p:cond delay="0"/>
                                  </p:stCondLst>
                                  <p:childTnLst>
                                    <p:set>
                                      <p:cBhvr>
                                        <p:cTn id="63" dur="1" fill="hold">
                                          <p:stCondLst>
                                            <p:cond delay="0"/>
                                          </p:stCondLst>
                                        </p:cTn>
                                        <p:tgtEl>
                                          <p:spTgt spid="47177"/>
                                        </p:tgtEl>
                                        <p:attrNameLst>
                                          <p:attrName>style.visibility</p:attrName>
                                        </p:attrNameLst>
                                      </p:cBhvr>
                                      <p:to>
                                        <p:strVal val="visible"/>
                                      </p:to>
                                    </p:set>
                                    <p:anim calcmode="lin" valueType="num">
                                      <p:cBhvr>
                                        <p:cTn id="64" dur="500" fill="hold"/>
                                        <p:tgtEl>
                                          <p:spTgt spid="47177"/>
                                        </p:tgtEl>
                                        <p:attrNameLst>
                                          <p:attrName>ppt_w</p:attrName>
                                        </p:attrNameLst>
                                      </p:cBhvr>
                                      <p:tavLst>
                                        <p:tav tm="0">
                                          <p:val>
                                            <p:strVal val="4*#ppt_w"/>
                                          </p:val>
                                        </p:tav>
                                        <p:tav tm="100000">
                                          <p:val>
                                            <p:strVal val="#ppt_w"/>
                                          </p:val>
                                        </p:tav>
                                      </p:tavLst>
                                    </p:anim>
                                    <p:anim calcmode="lin" valueType="num">
                                      <p:cBhvr>
                                        <p:cTn id="65" dur="500" fill="hold"/>
                                        <p:tgtEl>
                                          <p:spTgt spid="47177"/>
                                        </p:tgtEl>
                                        <p:attrNameLst>
                                          <p:attrName>ppt_h</p:attrName>
                                        </p:attrNameLst>
                                      </p:cBhvr>
                                      <p:tavLst>
                                        <p:tav tm="0">
                                          <p:val>
                                            <p:strVal val="4*#ppt_h"/>
                                          </p:val>
                                        </p:tav>
                                        <p:tav tm="100000">
                                          <p:val>
                                            <p:strVal val="#ppt_h"/>
                                          </p:val>
                                        </p:tav>
                                      </p:tavLst>
                                    </p:anim>
                                  </p:childTnLst>
                                </p:cTn>
                              </p:par>
                            </p:childTnLst>
                          </p:cTn>
                        </p:par>
                        <p:par>
                          <p:cTn id="66" fill="hold">
                            <p:stCondLst>
                              <p:cond delay="500"/>
                            </p:stCondLst>
                            <p:childTnLst>
                              <p:par>
                                <p:cTn id="67" presetID="23" presetClass="entr" presetSubtype="32" fill="hold" grpId="0" nodeType="afterEffect">
                                  <p:stCondLst>
                                    <p:cond delay="0"/>
                                  </p:stCondLst>
                                  <p:childTnLst>
                                    <p:set>
                                      <p:cBhvr>
                                        <p:cTn id="68" dur="1" fill="hold">
                                          <p:stCondLst>
                                            <p:cond delay="0"/>
                                          </p:stCondLst>
                                        </p:cTn>
                                        <p:tgtEl>
                                          <p:spTgt spid="47178"/>
                                        </p:tgtEl>
                                        <p:attrNameLst>
                                          <p:attrName>style.visibility</p:attrName>
                                        </p:attrNameLst>
                                      </p:cBhvr>
                                      <p:to>
                                        <p:strVal val="visible"/>
                                      </p:to>
                                    </p:set>
                                    <p:anim calcmode="lin" valueType="num">
                                      <p:cBhvr>
                                        <p:cTn id="69" dur="500" fill="hold"/>
                                        <p:tgtEl>
                                          <p:spTgt spid="47178"/>
                                        </p:tgtEl>
                                        <p:attrNameLst>
                                          <p:attrName>ppt_w</p:attrName>
                                        </p:attrNameLst>
                                      </p:cBhvr>
                                      <p:tavLst>
                                        <p:tav tm="0">
                                          <p:val>
                                            <p:strVal val="4*#ppt_w"/>
                                          </p:val>
                                        </p:tav>
                                        <p:tav tm="100000">
                                          <p:val>
                                            <p:strVal val="#ppt_w"/>
                                          </p:val>
                                        </p:tav>
                                      </p:tavLst>
                                    </p:anim>
                                    <p:anim calcmode="lin" valueType="num">
                                      <p:cBhvr>
                                        <p:cTn id="70" dur="500" fill="hold"/>
                                        <p:tgtEl>
                                          <p:spTgt spid="47178"/>
                                        </p:tgtEl>
                                        <p:attrNameLst>
                                          <p:attrName>ppt_h</p:attrName>
                                        </p:attrNameLst>
                                      </p:cBhvr>
                                      <p:tavLst>
                                        <p:tav tm="0">
                                          <p:val>
                                            <p:strVal val="4*#ppt_h"/>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3" presetClass="entr" presetSubtype="32" fill="hold" grpId="0" nodeType="clickEffect">
                                  <p:stCondLst>
                                    <p:cond delay="0"/>
                                  </p:stCondLst>
                                  <p:childTnLst>
                                    <p:set>
                                      <p:cBhvr>
                                        <p:cTn id="74" dur="1" fill="hold">
                                          <p:stCondLst>
                                            <p:cond delay="0"/>
                                          </p:stCondLst>
                                        </p:cTn>
                                        <p:tgtEl>
                                          <p:spTgt spid="47179"/>
                                        </p:tgtEl>
                                        <p:attrNameLst>
                                          <p:attrName>style.visibility</p:attrName>
                                        </p:attrNameLst>
                                      </p:cBhvr>
                                      <p:to>
                                        <p:strVal val="visible"/>
                                      </p:to>
                                    </p:set>
                                    <p:anim calcmode="lin" valueType="num">
                                      <p:cBhvr>
                                        <p:cTn id="75" dur="500" fill="hold"/>
                                        <p:tgtEl>
                                          <p:spTgt spid="47179"/>
                                        </p:tgtEl>
                                        <p:attrNameLst>
                                          <p:attrName>ppt_w</p:attrName>
                                        </p:attrNameLst>
                                      </p:cBhvr>
                                      <p:tavLst>
                                        <p:tav tm="0">
                                          <p:val>
                                            <p:strVal val="4*#ppt_w"/>
                                          </p:val>
                                        </p:tav>
                                        <p:tav tm="100000">
                                          <p:val>
                                            <p:strVal val="#ppt_w"/>
                                          </p:val>
                                        </p:tav>
                                      </p:tavLst>
                                    </p:anim>
                                    <p:anim calcmode="lin" valueType="num">
                                      <p:cBhvr>
                                        <p:cTn id="76" dur="500" fill="hold"/>
                                        <p:tgtEl>
                                          <p:spTgt spid="47179"/>
                                        </p:tgtEl>
                                        <p:attrNameLst>
                                          <p:attrName>ppt_h</p:attrName>
                                        </p:attrNameLst>
                                      </p:cBhvr>
                                      <p:tavLst>
                                        <p:tav tm="0">
                                          <p:val>
                                            <p:strVal val="4*#ppt_h"/>
                                          </p:val>
                                        </p:tav>
                                        <p:tav tm="100000">
                                          <p:val>
                                            <p:strVal val="#ppt_h"/>
                                          </p:val>
                                        </p:tav>
                                      </p:tavLst>
                                    </p:anim>
                                  </p:childTnLst>
                                </p:cTn>
                              </p:par>
                            </p:childTnLst>
                          </p:cTn>
                        </p:par>
                        <p:par>
                          <p:cTn id="77" fill="hold">
                            <p:stCondLst>
                              <p:cond delay="500"/>
                            </p:stCondLst>
                            <p:childTnLst>
                              <p:par>
                                <p:cTn id="78" presetID="23" presetClass="entr" presetSubtype="32" fill="hold" grpId="0" nodeType="afterEffect">
                                  <p:stCondLst>
                                    <p:cond delay="0"/>
                                  </p:stCondLst>
                                  <p:childTnLst>
                                    <p:set>
                                      <p:cBhvr>
                                        <p:cTn id="79" dur="1" fill="hold">
                                          <p:stCondLst>
                                            <p:cond delay="0"/>
                                          </p:stCondLst>
                                        </p:cTn>
                                        <p:tgtEl>
                                          <p:spTgt spid="47180"/>
                                        </p:tgtEl>
                                        <p:attrNameLst>
                                          <p:attrName>style.visibility</p:attrName>
                                        </p:attrNameLst>
                                      </p:cBhvr>
                                      <p:to>
                                        <p:strVal val="visible"/>
                                      </p:to>
                                    </p:set>
                                    <p:anim calcmode="lin" valueType="num">
                                      <p:cBhvr>
                                        <p:cTn id="80" dur="500" fill="hold"/>
                                        <p:tgtEl>
                                          <p:spTgt spid="47180"/>
                                        </p:tgtEl>
                                        <p:attrNameLst>
                                          <p:attrName>ppt_w</p:attrName>
                                        </p:attrNameLst>
                                      </p:cBhvr>
                                      <p:tavLst>
                                        <p:tav tm="0">
                                          <p:val>
                                            <p:strVal val="4*#ppt_w"/>
                                          </p:val>
                                        </p:tav>
                                        <p:tav tm="100000">
                                          <p:val>
                                            <p:strVal val="#ppt_w"/>
                                          </p:val>
                                        </p:tav>
                                      </p:tavLst>
                                    </p:anim>
                                    <p:anim calcmode="lin" valueType="num">
                                      <p:cBhvr>
                                        <p:cTn id="81" dur="500" fill="hold"/>
                                        <p:tgtEl>
                                          <p:spTgt spid="47180"/>
                                        </p:tgtEl>
                                        <p:attrNameLst>
                                          <p:attrName>ppt_h</p:attrName>
                                        </p:attrNameLst>
                                      </p:cBhvr>
                                      <p:tavLst>
                                        <p:tav tm="0">
                                          <p:val>
                                            <p:strVal val="4*#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8" fill="hold" grpId="0" nodeType="clickEffect">
                                  <p:stCondLst>
                                    <p:cond delay="0"/>
                                  </p:stCondLst>
                                  <p:childTnLst>
                                    <p:set>
                                      <p:cBhvr>
                                        <p:cTn id="85" dur="1" fill="hold">
                                          <p:stCondLst>
                                            <p:cond delay="0"/>
                                          </p:stCondLst>
                                        </p:cTn>
                                        <p:tgtEl>
                                          <p:spTgt spid="47250">
                                            <p:txEl>
                                              <p:charRg st="0" end="4"/>
                                            </p:txEl>
                                          </p:spTgt>
                                        </p:tgtEl>
                                        <p:attrNameLst>
                                          <p:attrName>style.visibility</p:attrName>
                                        </p:attrNameLst>
                                      </p:cBhvr>
                                      <p:to>
                                        <p:strVal val="visible"/>
                                      </p:to>
                                    </p:set>
                                    <p:anim calcmode="lin" valueType="num">
                                      <p:cBhvr additive="base">
                                        <p:cTn id="86" dur="500" fill="hold"/>
                                        <p:tgtEl>
                                          <p:spTgt spid="47250">
                                            <p:txEl>
                                              <p:charRg st="0" end="4"/>
                                            </p:txEl>
                                          </p:spTgt>
                                        </p:tgtEl>
                                        <p:attrNameLst>
                                          <p:attrName>ppt_x</p:attrName>
                                        </p:attrNameLst>
                                      </p:cBhvr>
                                      <p:tavLst>
                                        <p:tav tm="0">
                                          <p:val>
                                            <p:strVal val="0-#ppt_w/2"/>
                                          </p:val>
                                        </p:tav>
                                        <p:tav tm="100000">
                                          <p:val>
                                            <p:strVal val="#ppt_x"/>
                                          </p:val>
                                        </p:tav>
                                      </p:tavLst>
                                    </p:anim>
                                    <p:anim calcmode="lin" valueType="num">
                                      <p:cBhvr additive="base">
                                        <p:cTn id="87" dur="500" fill="hold"/>
                                        <p:tgtEl>
                                          <p:spTgt spid="47250">
                                            <p:txEl>
                                              <p:charRg st="0" end="4"/>
                                            </p:txEl>
                                          </p:spTgt>
                                        </p:tgtEl>
                                        <p:attrNameLst>
                                          <p:attrName>ppt_y</p:attrName>
                                        </p:attrNameLst>
                                      </p:cBhvr>
                                      <p:tavLst>
                                        <p:tav tm="0">
                                          <p:val>
                                            <p:strVal val="#ppt_y"/>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2" presetClass="entr" presetSubtype="2" fill="hold" nodeType="clickEffect">
                                  <p:stCondLst>
                                    <p:cond delay="0"/>
                                  </p:stCondLst>
                                  <p:childTnLst>
                                    <p:set>
                                      <p:cBhvr>
                                        <p:cTn id="91" dur="1" fill="hold">
                                          <p:stCondLst>
                                            <p:cond delay="0"/>
                                          </p:stCondLst>
                                        </p:cTn>
                                        <p:tgtEl>
                                          <p:spTgt spid="47251"/>
                                        </p:tgtEl>
                                        <p:attrNameLst>
                                          <p:attrName>style.visibility</p:attrName>
                                        </p:attrNameLst>
                                      </p:cBhvr>
                                      <p:to>
                                        <p:strVal val="visible"/>
                                      </p:to>
                                    </p:set>
                                    <p:animEffect transition="in" filter="slide(fromRight)">
                                      <p:cBhvr>
                                        <p:cTn id="92" dur="500"/>
                                        <p:tgtEl>
                                          <p:spTgt spid="47251"/>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2" fill="hold" nodeType="clickEffect">
                                  <p:stCondLst>
                                    <p:cond delay="0"/>
                                  </p:stCondLst>
                                  <p:childTnLst>
                                    <p:set>
                                      <p:cBhvr>
                                        <p:cTn id="96" dur="1" fill="hold">
                                          <p:stCondLst>
                                            <p:cond delay="0"/>
                                          </p:stCondLst>
                                        </p:cTn>
                                        <p:tgtEl>
                                          <p:spTgt spid="47252"/>
                                        </p:tgtEl>
                                        <p:attrNameLst>
                                          <p:attrName>style.visibility</p:attrName>
                                        </p:attrNameLst>
                                      </p:cBhvr>
                                      <p:to>
                                        <p:strVal val="visible"/>
                                      </p:to>
                                    </p:set>
                                    <p:animEffect transition="in" filter="slide(fromRight)">
                                      <p:cBhvr>
                                        <p:cTn id="97" dur="500"/>
                                        <p:tgtEl>
                                          <p:spTgt spid="47252"/>
                                        </p:tgtEl>
                                      </p:cBhvr>
                                    </p:animEffect>
                                  </p:childTnLst>
                                </p:cTn>
                              </p:par>
                            </p:childTnLst>
                          </p:cTn>
                        </p:par>
                      </p:childTnLst>
                    </p:cTn>
                  </p:par>
                  <p:par>
                    <p:cTn id="98" fill="hold">
                      <p:stCondLst>
                        <p:cond delay="indefinite"/>
                      </p:stCondLst>
                      <p:childTnLst>
                        <p:par>
                          <p:cTn id="99" fill="hold">
                            <p:stCondLst>
                              <p:cond delay="0"/>
                            </p:stCondLst>
                            <p:childTnLst>
                              <p:par>
                                <p:cTn id="100" presetID="12" presetClass="entr" presetSubtype="2" fill="hold" nodeType="clickEffect">
                                  <p:stCondLst>
                                    <p:cond delay="0"/>
                                  </p:stCondLst>
                                  <p:childTnLst>
                                    <p:set>
                                      <p:cBhvr>
                                        <p:cTn id="101" dur="1" fill="hold">
                                          <p:stCondLst>
                                            <p:cond delay="0"/>
                                          </p:stCondLst>
                                        </p:cTn>
                                        <p:tgtEl>
                                          <p:spTgt spid="47253"/>
                                        </p:tgtEl>
                                        <p:attrNameLst>
                                          <p:attrName>style.visibility</p:attrName>
                                        </p:attrNameLst>
                                      </p:cBhvr>
                                      <p:to>
                                        <p:strVal val="visible"/>
                                      </p:to>
                                    </p:set>
                                    <p:animEffect transition="in" filter="slide(fromRight)">
                                      <p:cBhvr>
                                        <p:cTn id="102" dur="500"/>
                                        <p:tgtEl>
                                          <p:spTgt spid="47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p:bldP spid="47175" grpId="0" animBg="1"/>
      <p:bldP spid="47176" grpId="0"/>
      <p:bldP spid="47177" grpId="0" animBg="1"/>
      <p:bldP spid="47178" grpId="0"/>
      <p:bldP spid="47179" grpId="0" animBg="1"/>
      <p:bldP spid="47180" grpId="0"/>
      <p:bldP spid="47196" grpId="0" build="p"/>
      <p:bldP spid="47221" grpId="0" animBg="1"/>
      <p:bldP spid="47250"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4829" name="Object 77"/>
          <p:cNvGraphicFramePr/>
          <p:nvPr/>
        </p:nvGraphicFramePr>
        <p:xfrm>
          <a:off x="1331913" y="3284538"/>
          <a:ext cx="6461125" cy="1060450"/>
        </p:xfrm>
        <a:graphic>
          <a:graphicData uri="http://schemas.openxmlformats.org/presentationml/2006/ole">
            <mc:AlternateContent xmlns:mc="http://schemas.openxmlformats.org/markup-compatibility/2006">
              <mc:Choice xmlns:v="urn:schemas-microsoft-com:vml" Requires="v">
                <p:oleObj spid="_x0000_s3394" name="" r:id="rId1" imgW="2781300" imgH="457200" progId="Equation.DSMT4">
                  <p:embed/>
                </p:oleObj>
              </mc:Choice>
              <mc:Fallback>
                <p:oleObj name="" r:id="rId1" imgW="2781300" imgH="457200" progId="Equation.DSMT4">
                  <p:embed/>
                  <p:pic>
                    <p:nvPicPr>
                      <p:cNvPr id="0" name="图片 3393"/>
                      <p:cNvPicPr/>
                      <p:nvPr/>
                    </p:nvPicPr>
                    <p:blipFill>
                      <a:blip r:embed="rId2">
                        <a:clrChange>
                          <a:clrFrom>
                            <a:srgbClr val="000000"/>
                          </a:clrFrom>
                          <a:clrTo>
                            <a:srgbClr val="FFFFFF"/>
                          </a:clrTo>
                        </a:clrChange>
                      </a:blip>
                      <a:stretch>
                        <a:fillRect/>
                      </a:stretch>
                    </p:blipFill>
                    <p:spPr>
                      <a:xfrm>
                        <a:off x="1331913" y="3284538"/>
                        <a:ext cx="6461125" cy="1060450"/>
                      </a:xfrm>
                      <a:prstGeom prst="rect">
                        <a:avLst/>
                      </a:prstGeom>
                      <a:noFill/>
                      <a:ln w="38100">
                        <a:noFill/>
                        <a:miter/>
                      </a:ln>
                    </p:spPr>
                  </p:pic>
                </p:oleObj>
              </mc:Fallback>
            </mc:AlternateContent>
          </a:graphicData>
        </a:graphic>
      </p:graphicFrame>
      <p:sp>
        <p:nvSpPr>
          <p:cNvPr id="74830" name="Text Box 78"/>
          <p:cNvSpPr txBox="1"/>
          <p:nvPr/>
        </p:nvSpPr>
        <p:spPr>
          <a:xfrm>
            <a:off x="539750" y="3573463"/>
            <a:ext cx="933450"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则</a:t>
            </a:r>
            <a:endParaRPr lang="zh-CN" altLang="en-US" dirty="0">
              <a:solidFill>
                <a:srgbClr val="FFFF00"/>
              </a:solidFill>
              <a:latin typeface="Times New Roman" panose="02020603050405020304" pitchFamily="18" charset="0"/>
            </a:endParaRPr>
          </a:p>
        </p:txBody>
      </p:sp>
      <p:grpSp>
        <p:nvGrpSpPr>
          <p:cNvPr id="45061" name="Group 79"/>
          <p:cNvGrpSpPr/>
          <p:nvPr/>
        </p:nvGrpSpPr>
        <p:grpSpPr>
          <a:xfrm>
            <a:off x="8316913" y="6446838"/>
            <a:ext cx="792162" cy="366712"/>
            <a:chOff x="5193" y="4020"/>
            <a:chExt cx="499" cy="231"/>
          </a:xfrm>
        </p:grpSpPr>
        <p:pic>
          <p:nvPicPr>
            <p:cNvPr id="45109" name="Picture 80"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45110" name="Text Box 8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5062" name="Group 82"/>
          <p:cNvGrpSpPr/>
          <p:nvPr/>
        </p:nvGrpSpPr>
        <p:grpSpPr>
          <a:xfrm>
            <a:off x="7453313" y="6446838"/>
            <a:ext cx="792162" cy="366712"/>
            <a:chOff x="4649" y="4020"/>
            <a:chExt cx="499" cy="231"/>
          </a:xfrm>
        </p:grpSpPr>
        <p:pic>
          <p:nvPicPr>
            <p:cNvPr id="45107" name="Picture 83"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45108" name="Text Box 8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74837" name="Object 85"/>
          <p:cNvGraphicFramePr/>
          <p:nvPr/>
        </p:nvGraphicFramePr>
        <p:xfrm>
          <a:off x="2987675" y="4724400"/>
          <a:ext cx="2517775" cy="1041400"/>
        </p:xfrm>
        <a:graphic>
          <a:graphicData uri="http://schemas.openxmlformats.org/presentationml/2006/ole">
            <mc:AlternateContent xmlns:mc="http://schemas.openxmlformats.org/markup-compatibility/2006">
              <mc:Choice xmlns:v="urn:schemas-microsoft-com:vml" Requires="v">
                <p:oleObj spid="_x0000_s3395" name="" r:id="rId4" imgW="1256665" imgH="520700" progId="Equation.3">
                  <p:embed/>
                </p:oleObj>
              </mc:Choice>
              <mc:Fallback>
                <p:oleObj name="" r:id="rId4" imgW="1256665" imgH="520700" progId="Equation.3">
                  <p:embed/>
                  <p:pic>
                    <p:nvPicPr>
                      <p:cNvPr id="0" name="图片 3394"/>
                      <p:cNvPicPr/>
                      <p:nvPr/>
                    </p:nvPicPr>
                    <p:blipFill>
                      <a:blip r:embed="rId5">
                        <a:clrChange>
                          <a:clrFrom>
                            <a:srgbClr val="000000"/>
                          </a:clrFrom>
                          <a:clrTo>
                            <a:srgbClr val="FFFFFF"/>
                          </a:clrTo>
                        </a:clrChange>
                      </a:blip>
                      <a:stretch>
                        <a:fillRect/>
                      </a:stretch>
                    </p:blipFill>
                    <p:spPr>
                      <a:xfrm>
                        <a:off x="2987675" y="4724400"/>
                        <a:ext cx="2517775" cy="1041400"/>
                      </a:xfrm>
                      <a:prstGeom prst="rect">
                        <a:avLst/>
                      </a:prstGeom>
                      <a:noFill/>
                      <a:ln w="38100">
                        <a:noFill/>
                        <a:miter/>
                      </a:ln>
                    </p:spPr>
                  </p:pic>
                </p:oleObj>
              </mc:Fallback>
            </mc:AlternateContent>
          </a:graphicData>
        </a:graphic>
      </p:graphicFrame>
      <p:grpSp>
        <p:nvGrpSpPr>
          <p:cNvPr id="4" name="Group 126"/>
          <p:cNvGrpSpPr/>
          <p:nvPr/>
        </p:nvGrpSpPr>
        <p:grpSpPr>
          <a:xfrm>
            <a:off x="1331913" y="803275"/>
            <a:ext cx="6049962" cy="2289175"/>
            <a:chOff x="839" y="345"/>
            <a:chExt cx="3811" cy="1442"/>
          </a:xfrm>
        </p:grpSpPr>
        <p:grpSp>
          <p:nvGrpSpPr>
            <p:cNvPr id="45067" name="Group 86"/>
            <p:cNvGrpSpPr/>
            <p:nvPr/>
          </p:nvGrpSpPr>
          <p:grpSpPr>
            <a:xfrm>
              <a:off x="1928" y="708"/>
              <a:ext cx="300" cy="590"/>
              <a:chOff x="1530" y="1806"/>
              <a:chExt cx="300" cy="756"/>
            </a:xfrm>
          </p:grpSpPr>
          <p:sp>
            <p:nvSpPr>
              <p:cNvPr id="45105" name="Line 87"/>
              <p:cNvSpPr/>
              <p:nvPr/>
            </p:nvSpPr>
            <p:spPr>
              <a:xfrm>
                <a:off x="1530" y="1806"/>
                <a:ext cx="282" cy="0"/>
              </a:xfrm>
              <a:prstGeom prst="line">
                <a:avLst/>
              </a:prstGeom>
              <a:ln w="38100" cap="flat" cmpd="sng">
                <a:solidFill>
                  <a:srgbClr val="FF3300"/>
                </a:solidFill>
                <a:prstDash val="solid"/>
                <a:headEnd type="none" w="med" len="med"/>
                <a:tailEnd type="none" w="med" len="med"/>
              </a:ln>
            </p:spPr>
          </p:sp>
          <p:sp>
            <p:nvSpPr>
              <p:cNvPr id="45106" name="Line 88"/>
              <p:cNvSpPr/>
              <p:nvPr/>
            </p:nvSpPr>
            <p:spPr>
              <a:xfrm>
                <a:off x="1530" y="2562"/>
                <a:ext cx="300" cy="0"/>
              </a:xfrm>
              <a:prstGeom prst="line">
                <a:avLst/>
              </a:prstGeom>
              <a:ln w="38100" cap="flat" cmpd="sng">
                <a:solidFill>
                  <a:srgbClr val="FF3300"/>
                </a:solidFill>
                <a:prstDash val="solid"/>
                <a:headEnd type="none" w="med" len="med"/>
                <a:tailEnd type="none" w="med" len="med"/>
              </a:ln>
            </p:spPr>
          </p:sp>
        </p:grpSp>
        <p:grpSp>
          <p:nvGrpSpPr>
            <p:cNvPr id="45068" name="Group 89"/>
            <p:cNvGrpSpPr/>
            <p:nvPr/>
          </p:nvGrpSpPr>
          <p:grpSpPr>
            <a:xfrm>
              <a:off x="3289" y="708"/>
              <a:ext cx="300" cy="590"/>
              <a:chOff x="1530" y="1806"/>
              <a:chExt cx="300" cy="756"/>
            </a:xfrm>
          </p:grpSpPr>
          <p:sp>
            <p:nvSpPr>
              <p:cNvPr id="45103" name="Line 90"/>
              <p:cNvSpPr/>
              <p:nvPr/>
            </p:nvSpPr>
            <p:spPr>
              <a:xfrm>
                <a:off x="1530" y="1806"/>
                <a:ext cx="282" cy="0"/>
              </a:xfrm>
              <a:prstGeom prst="line">
                <a:avLst/>
              </a:prstGeom>
              <a:ln w="38100" cap="flat" cmpd="sng">
                <a:solidFill>
                  <a:srgbClr val="FF3300"/>
                </a:solidFill>
                <a:prstDash val="solid"/>
                <a:headEnd type="none" w="med" len="med"/>
                <a:tailEnd type="none" w="med" len="med"/>
              </a:ln>
            </p:spPr>
          </p:sp>
          <p:sp>
            <p:nvSpPr>
              <p:cNvPr id="45104" name="Line 91"/>
              <p:cNvSpPr/>
              <p:nvPr/>
            </p:nvSpPr>
            <p:spPr>
              <a:xfrm>
                <a:off x="1530" y="2562"/>
                <a:ext cx="300" cy="0"/>
              </a:xfrm>
              <a:prstGeom prst="line">
                <a:avLst/>
              </a:prstGeom>
              <a:ln w="38100" cap="flat" cmpd="sng">
                <a:solidFill>
                  <a:srgbClr val="FF3300"/>
                </a:solidFill>
                <a:prstDash val="solid"/>
                <a:headEnd type="none" w="med" len="med"/>
                <a:tailEnd type="none" w="med" len="med"/>
              </a:ln>
            </p:spPr>
          </p:sp>
        </p:grpSp>
        <p:sp>
          <p:nvSpPr>
            <p:cNvPr id="45069" name="Rectangle 92"/>
            <p:cNvSpPr/>
            <p:nvPr/>
          </p:nvSpPr>
          <p:spPr>
            <a:xfrm>
              <a:off x="1066" y="345"/>
              <a:ext cx="648" cy="1088"/>
            </a:xfrm>
            <a:prstGeom prst="rect">
              <a:avLst/>
            </a:prstGeom>
            <a:noFill/>
            <a:ln w="28575" cap="flat" cmpd="sng">
              <a:solidFill>
                <a:srgbClr val="00FFFF"/>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5070" name="Text Box 93"/>
            <p:cNvSpPr txBox="1"/>
            <p:nvPr/>
          </p:nvSpPr>
          <p:spPr>
            <a:xfrm>
              <a:off x="1232" y="1460"/>
              <a:ext cx="329" cy="327"/>
            </a:xfrm>
            <a:prstGeom prst="rect">
              <a:avLst/>
            </a:prstGeom>
            <a:noFill/>
            <a:ln w="9525">
              <a:noFill/>
            </a:ln>
          </p:spPr>
          <p:txBody>
            <a:bodyPr wrap="none" anchor="ctr" anchorCtr="0">
              <a:spAutoFit/>
            </a:bodyPr>
            <a:p>
              <a:pPr algn="ctr">
                <a:spcBef>
                  <a:spcPct val="50000"/>
                </a:spcBef>
              </a:pPr>
              <a:r>
                <a:rPr lang="en-US" altLang="zh-CN" i="1" dirty="0">
                  <a:solidFill>
                    <a:srgbClr val="00FFFF"/>
                  </a:solidFill>
                  <a:latin typeface="Times New Roman" panose="02020603050405020304" pitchFamily="18" charset="0"/>
                  <a:ea typeface="宋体" panose="02010600030101010101" pitchFamily="2" charset="-122"/>
                </a:rPr>
                <a:t>T</a:t>
              </a:r>
              <a:r>
                <a:rPr lang="en-US" altLang="zh-CN" b="0" baseline="-25000" dirty="0">
                  <a:solidFill>
                    <a:srgbClr val="00FFFF"/>
                  </a:solidFill>
                  <a:latin typeface="Times New Roman" panose="02020603050405020304" pitchFamily="18" charset="0"/>
                  <a:ea typeface="宋体" panose="02010600030101010101" pitchFamily="2" charset="-122"/>
                </a:rPr>
                <a:t>1</a:t>
              </a:r>
              <a:endParaRPr lang="en-US" altLang="zh-CN" b="0" dirty="0">
                <a:solidFill>
                  <a:srgbClr val="00FFFF"/>
                </a:solidFill>
                <a:latin typeface="Times New Roman" panose="02020603050405020304" pitchFamily="18" charset="0"/>
                <a:ea typeface="宋体" panose="02010600030101010101" pitchFamily="2" charset="-122"/>
              </a:endParaRPr>
            </a:p>
          </p:txBody>
        </p:sp>
        <p:sp>
          <p:nvSpPr>
            <p:cNvPr id="45071" name="Rectangle 94"/>
            <p:cNvSpPr/>
            <p:nvPr/>
          </p:nvSpPr>
          <p:spPr>
            <a:xfrm>
              <a:off x="2472" y="345"/>
              <a:ext cx="648" cy="1076"/>
            </a:xfrm>
            <a:prstGeom prst="rect">
              <a:avLst/>
            </a:prstGeom>
            <a:noFill/>
            <a:ln w="28575" cap="flat" cmpd="sng">
              <a:solidFill>
                <a:srgbClr val="00FFFF"/>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5072" name="Text Box 95"/>
            <p:cNvSpPr txBox="1"/>
            <p:nvPr/>
          </p:nvSpPr>
          <p:spPr>
            <a:xfrm>
              <a:off x="2602" y="1434"/>
              <a:ext cx="329" cy="327"/>
            </a:xfrm>
            <a:prstGeom prst="rect">
              <a:avLst/>
            </a:prstGeom>
            <a:noFill/>
            <a:ln w="9525">
              <a:noFill/>
            </a:ln>
          </p:spPr>
          <p:txBody>
            <a:bodyPr wrap="none" anchor="ctr" anchorCtr="0">
              <a:spAutoFit/>
            </a:bodyPr>
            <a:p>
              <a:pPr algn="ctr">
                <a:spcBef>
                  <a:spcPct val="50000"/>
                </a:spcBef>
              </a:pPr>
              <a:r>
                <a:rPr lang="en-US" altLang="zh-CN" i="1" dirty="0">
                  <a:solidFill>
                    <a:srgbClr val="00FFFF"/>
                  </a:solidFill>
                  <a:latin typeface="Times New Roman" panose="02020603050405020304" pitchFamily="18" charset="0"/>
                  <a:ea typeface="宋体" panose="02010600030101010101" pitchFamily="2" charset="-122"/>
                </a:rPr>
                <a:t>T</a:t>
              </a:r>
              <a:r>
                <a:rPr lang="en-US" altLang="zh-CN" b="0" baseline="-25000" dirty="0">
                  <a:solidFill>
                    <a:srgbClr val="00FFFF"/>
                  </a:solidFill>
                  <a:latin typeface="Times New Roman" panose="02020603050405020304" pitchFamily="18" charset="0"/>
                  <a:ea typeface="宋体" panose="02010600030101010101" pitchFamily="2" charset="-122"/>
                </a:rPr>
                <a:t>2</a:t>
              </a:r>
              <a:endParaRPr lang="en-US" altLang="zh-CN" b="0" dirty="0">
                <a:solidFill>
                  <a:srgbClr val="00FFFF"/>
                </a:solidFill>
                <a:latin typeface="Times New Roman" panose="02020603050405020304" pitchFamily="18" charset="0"/>
                <a:ea typeface="宋体" panose="02010600030101010101" pitchFamily="2" charset="-122"/>
              </a:endParaRPr>
            </a:p>
          </p:txBody>
        </p:sp>
        <p:sp>
          <p:nvSpPr>
            <p:cNvPr id="45073" name="Rectangle 96"/>
            <p:cNvSpPr/>
            <p:nvPr/>
          </p:nvSpPr>
          <p:spPr>
            <a:xfrm>
              <a:off x="3788" y="345"/>
              <a:ext cx="648" cy="1089"/>
            </a:xfrm>
            <a:prstGeom prst="rect">
              <a:avLst/>
            </a:prstGeom>
            <a:noFill/>
            <a:ln w="28575" cap="flat" cmpd="sng">
              <a:solidFill>
                <a:srgbClr val="00FFFF"/>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5074" name="Text Box 97"/>
            <p:cNvSpPr txBox="1"/>
            <p:nvPr/>
          </p:nvSpPr>
          <p:spPr>
            <a:xfrm>
              <a:off x="3963" y="1434"/>
              <a:ext cx="329" cy="327"/>
            </a:xfrm>
            <a:prstGeom prst="rect">
              <a:avLst/>
            </a:prstGeom>
            <a:noFill/>
            <a:ln w="9525">
              <a:noFill/>
            </a:ln>
          </p:spPr>
          <p:txBody>
            <a:bodyPr wrap="none" anchor="ctr" anchorCtr="0">
              <a:spAutoFit/>
            </a:bodyPr>
            <a:p>
              <a:pPr algn="ctr">
                <a:spcBef>
                  <a:spcPct val="50000"/>
                </a:spcBef>
              </a:pPr>
              <a:r>
                <a:rPr lang="en-US" altLang="zh-CN" i="1" dirty="0">
                  <a:solidFill>
                    <a:srgbClr val="00FFFF"/>
                  </a:solidFill>
                  <a:latin typeface="Times New Roman" panose="02020603050405020304" pitchFamily="18" charset="0"/>
                  <a:ea typeface="宋体" panose="02010600030101010101" pitchFamily="2" charset="-122"/>
                </a:rPr>
                <a:t>T</a:t>
              </a:r>
              <a:r>
                <a:rPr lang="en-US" altLang="zh-CN" b="0" baseline="-25000" dirty="0">
                  <a:solidFill>
                    <a:srgbClr val="00FFFF"/>
                  </a:solidFill>
                  <a:latin typeface="Times New Roman" panose="02020603050405020304" pitchFamily="18" charset="0"/>
                  <a:ea typeface="宋体" panose="02010600030101010101" pitchFamily="2" charset="-122"/>
                </a:rPr>
                <a:t>3</a:t>
              </a:r>
              <a:endParaRPr lang="en-US" altLang="zh-CN" b="0" dirty="0">
                <a:solidFill>
                  <a:srgbClr val="00FFFF"/>
                </a:solidFill>
                <a:latin typeface="Times New Roman" panose="02020603050405020304" pitchFamily="18" charset="0"/>
                <a:ea typeface="宋体" panose="02010600030101010101" pitchFamily="2" charset="-122"/>
              </a:endParaRPr>
            </a:p>
          </p:txBody>
        </p:sp>
        <p:grpSp>
          <p:nvGrpSpPr>
            <p:cNvPr id="45075" name="Group 98"/>
            <p:cNvGrpSpPr/>
            <p:nvPr/>
          </p:nvGrpSpPr>
          <p:grpSpPr>
            <a:xfrm>
              <a:off x="839" y="390"/>
              <a:ext cx="1089" cy="952"/>
              <a:chOff x="2381" y="1979"/>
              <a:chExt cx="1089" cy="952"/>
            </a:xfrm>
          </p:grpSpPr>
          <p:sp>
            <p:nvSpPr>
              <p:cNvPr id="45095" name="Line 99"/>
              <p:cNvSpPr/>
              <p:nvPr/>
            </p:nvSpPr>
            <p:spPr>
              <a:xfrm flipH="1" flipV="1">
                <a:off x="2426" y="2296"/>
                <a:ext cx="998" cy="0"/>
              </a:xfrm>
              <a:prstGeom prst="line">
                <a:avLst/>
              </a:prstGeom>
              <a:ln w="28575" cap="flat" cmpd="sng">
                <a:solidFill>
                  <a:srgbClr val="FFCC00"/>
                </a:solidFill>
                <a:prstDash val="solid"/>
                <a:headEnd type="none" w="med" len="med"/>
                <a:tailEnd type="none" w="med" len="med"/>
              </a:ln>
            </p:spPr>
          </p:sp>
          <p:sp>
            <p:nvSpPr>
              <p:cNvPr id="45096" name="Rectangle 100"/>
              <p:cNvSpPr/>
              <p:nvPr/>
            </p:nvSpPr>
            <p:spPr>
              <a:xfrm>
                <a:off x="2744" y="225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5097" name="Rectangle 101"/>
              <p:cNvSpPr/>
              <p:nvPr/>
            </p:nvSpPr>
            <p:spPr>
              <a:xfrm>
                <a:off x="2744" y="1979"/>
                <a:ext cx="34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4</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5098" name="Oval 102"/>
              <p:cNvSpPr/>
              <p:nvPr/>
            </p:nvSpPr>
            <p:spPr>
              <a:xfrm>
                <a:off x="2381" y="2263"/>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99" name="Oval 103"/>
              <p:cNvSpPr/>
              <p:nvPr/>
            </p:nvSpPr>
            <p:spPr>
              <a:xfrm>
                <a:off x="2381"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00" name="Oval 104"/>
              <p:cNvSpPr/>
              <p:nvPr/>
            </p:nvSpPr>
            <p:spPr>
              <a:xfrm>
                <a:off x="3407" y="2269"/>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01" name="Oval 105"/>
              <p:cNvSpPr/>
              <p:nvPr/>
            </p:nvSpPr>
            <p:spPr>
              <a:xfrm>
                <a:off x="3416"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02" name="Line 106"/>
              <p:cNvSpPr/>
              <p:nvPr/>
            </p:nvSpPr>
            <p:spPr>
              <a:xfrm flipV="1">
                <a:off x="2426" y="2886"/>
                <a:ext cx="998" cy="0"/>
              </a:xfrm>
              <a:prstGeom prst="line">
                <a:avLst/>
              </a:prstGeom>
              <a:ln w="28575" cap="flat" cmpd="sng">
                <a:solidFill>
                  <a:srgbClr val="FFCC00"/>
                </a:solidFill>
                <a:prstDash val="solid"/>
                <a:headEnd type="none" w="med" len="med"/>
                <a:tailEnd type="none" w="med" len="med"/>
              </a:ln>
            </p:spPr>
          </p:sp>
        </p:grpSp>
        <p:grpSp>
          <p:nvGrpSpPr>
            <p:cNvPr id="45076" name="Group 107"/>
            <p:cNvGrpSpPr/>
            <p:nvPr/>
          </p:nvGrpSpPr>
          <p:grpSpPr>
            <a:xfrm>
              <a:off x="2200" y="663"/>
              <a:ext cx="1089" cy="668"/>
              <a:chOff x="2562" y="720"/>
              <a:chExt cx="1089" cy="668"/>
            </a:xfrm>
          </p:grpSpPr>
          <p:sp>
            <p:nvSpPr>
              <p:cNvPr id="45086" name="Line 108"/>
              <p:cNvSpPr/>
              <p:nvPr/>
            </p:nvSpPr>
            <p:spPr>
              <a:xfrm>
                <a:off x="3107" y="754"/>
                <a:ext cx="0" cy="590"/>
              </a:xfrm>
              <a:prstGeom prst="line">
                <a:avLst/>
              </a:prstGeom>
              <a:ln w="28575" cap="flat" cmpd="sng">
                <a:solidFill>
                  <a:srgbClr val="FFCC00"/>
                </a:solidFill>
                <a:prstDash val="solid"/>
                <a:headEnd type="oval" w="med" len="med"/>
                <a:tailEnd type="oval" w="med" len="med"/>
              </a:ln>
            </p:spPr>
          </p:sp>
          <p:sp>
            <p:nvSpPr>
              <p:cNvPr id="45087" name="Line 109"/>
              <p:cNvSpPr/>
              <p:nvPr/>
            </p:nvSpPr>
            <p:spPr>
              <a:xfrm flipH="1" flipV="1">
                <a:off x="2607" y="753"/>
                <a:ext cx="998" cy="0"/>
              </a:xfrm>
              <a:prstGeom prst="line">
                <a:avLst/>
              </a:prstGeom>
              <a:ln w="28575" cap="flat" cmpd="sng">
                <a:solidFill>
                  <a:srgbClr val="FFCC00"/>
                </a:solidFill>
                <a:prstDash val="solid"/>
                <a:headEnd type="none" w="med" len="med"/>
                <a:tailEnd type="none" w="med" len="med"/>
              </a:ln>
            </p:spPr>
          </p:sp>
          <p:sp>
            <p:nvSpPr>
              <p:cNvPr id="45088" name="Rectangle 110"/>
              <p:cNvSpPr/>
              <p:nvPr/>
            </p:nvSpPr>
            <p:spPr>
              <a:xfrm>
                <a:off x="3152" y="890"/>
                <a:ext cx="34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4</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5089" name="Oval 111"/>
              <p:cNvSpPr/>
              <p:nvPr/>
            </p:nvSpPr>
            <p:spPr>
              <a:xfrm>
                <a:off x="2562" y="720"/>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90" name="Oval 112"/>
              <p:cNvSpPr/>
              <p:nvPr/>
            </p:nvSpPr>
            <p:spPr>
              <a:xfrm>
                <a:off x="2562" y="1333"/>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91" name="Oval 113"/>
              <p:cNvSpPr/>
              <p:nvPr/>
            </p:nvSpPr>
            <p:spPr>
              <a:xfrm>
                <a:off x="3588" y="726"/>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92" name="Oval 114"/>
              <p:cNvSpPr/>
              <p:nvPr/>
            </p:nvSpPr>
            <p:spPr>
              <a:xfrm>
                <a:off x="3597" y="1333"/>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93" name="Line 115"/>
              <p:cNvSpPr/>
              <p:nvPr/>
            </p:nvSpPr>
            <p:spPr>
              <a:xfrm flipV="1">
                <a:off x="2607" y="1343"/>
                <a:ext cx="998" cy="0"/>
              </a:xfrm>
              <a:prstGeom prst="line">
                <a:avLst/>
              </a:prstGeom>
              <a:ln w="28575" cap="flat" cmpd="sng">
                <a:solidFill>
                  <a:srgbClr val="FFCC00"/>
                </a:solidFill>
                <a:prstDash val="solid"/>
                <a:headEnd type="none" w="med" len="med"/>
                <a:tailEnd type="none" w="med" len="med"/>
              </a:ln>
            </p:spPr>
          </p:sp>
          <p:sp>
            <p:nvSpPr>
              <p:cNvPr id="45094" name="Rectangle 116"/>
              <p:cNvSpPr/>
              <p:nvPr/>
            </p:nvSpPr>
            <p:spPr>
              <a:xfrm>
                <a:off x="3025" y="8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45077" name="Group 117"/>
            <p:cNvGrpSpPr/>
            <p:nvPr/>
          </p:nvGrpSpPr>
          <p:grpSpPr>
            <a:xfrm>
              <a:off x="3561" y="390"/>
              <a:ext cx="1089" cy="952"/>
              <a:chOff x="2381" y="1979"/>
              <a:chExt cx="1089" cy="952"/>
            </a:xfrm>
          </p:grpSpPr>
          <p:sp>
            <p:nvSpPr>
              <p:cNvPr id="45078" name="Line 118"/>
              <p:cNvSpPr/>
              <p:nvPr/>
            </p:nvSpPr>
            <p:spPr>
              <a:xfrm flipH="1" flipV="1">
                <a:off x="2426" y="2296"/>
                <a:ext cx="998" cy="0"/>
              </a:xfrm>
              <a:prstGeom prst="line">
                <a:avLst/>
              </a:prstGeom>
              <a:ln w="28575" cap="flat" cmpd="sng">
                <a:solidFill>
                  <a:srgbClr val="FFCC00"/>
                </a:solidFill>
                <a:prstDash val="solid"/>
                <a:headEnd type="none" w="med" len="med"/>
                <a:tailEnd type="none" w="med" len="med"/>
              </a:ln>
            </p:spPr>
          </p:sp>
          <p:sp>
            <p:nvSpPr>
              <p:cNvPr id="45079" name="Rectangle 119"/>
              <p:cNvSpPr/>
              <p:nvPr/>
            </p:nvSpPr>
            <p:spPr>
              <a:xfrm>
                <a:off x="2744" y="225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5080" name="Rectangle 120"/>
              <p:cNvSpPr/>
              <p:nvPr/>
            </p:nvSpPr>
            <p:spPr>
              <a:xfrm>
                <a:off x="2744" y="1979"/>
                <a:ext cx="34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6</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45081" name="Oval 121"/>
              <p:cNvSpPr/>
              <p:nvPr/>
            </p:nvSpPr>
            <p:spPr>
              <a:xfrm>
                <a:off x="2381" y="2263"/>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82" name="Oval 122"/>
              <p:cNvSpPr/>
              <p:nvPr/>
            </p:nvSpPr>
            <p:spPr>
              <a:xfrm>
                <a:off x="2381"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83" name="Oval 123"/>
              <p:cNvSpPr/>
              <p:nvPr/>
            </p:nvSpPr>
            <p:spPr>
              <a:xfrm>
                <a:off x="3407" y="2269"/>
                <a:ext cx="54" cy="5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84" name="Oval 124"/>
              <p:cNvSpPr/>
              <p:nvPr/>
            </p:nvSpPr>
            <p:spPr>
              <a:xfrm>
                <a:off x="3416" y="2876"/>
                <a:ext cx="54" cy="5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85" name="Line 125"/>
              <p:cNvSpPr/>
              <p:nvPr/>
            </p:nvSpPr>
            <p:spPr>
              <a:xfrm flipV="1">
                <a:off x="2426" y="2886"/>
                <a:ext cx="998" cy="0"/>
              </a:xfrm>
              <a:prstGeom prst="line">
                <a:avLst/>
              </a:prstGeom>
              <a:ln w="28575" cap="flat" cmpd="sng">
                <a:solidFill>
                  <a:srgbClr val="FFCC00"/>
                </a:solidFill>
                <a:prstDash val="solid"/>
                <a:headEnd type="none" w="med" len="med"/>
                <a:tailEnd type="none" w="med" len="med"/>
              </a:ln>
            </p:spPr>
          </p:sp>
        </p:grpSp>
      </p:grpSp>
      <p:grpSp>
        <p:nvGrpSpPr>
          <p:cNvPr id="45064" name="Group 130"/>
          <p:cNvGrpSpPr/>
          <p:nvPr/>
        </p:nvGrpSpPr>
        <p:grpSpPr>
          <a:xfrm>
            <a:off x="6588125" y="6446838"/>
            <a:ext cx="792163" cy="366712"/>
            <a:chOff x="4649" y="4020"/>
            <a:chExt cx="499" cy="231"/>
          </a:xfrm>
        </p:grpSpPr>
        <p:pic>
          <p:nvPicPr>
            <p:cNvPr id="45065" name="Picture 131" descr="78900"/>
            <p:cNvPicPr>
              <a:picLocks noChangeAspect="1"/>
            </p:cNvPicPr>
            <p:nvPr/>
          </p:nvPicPr>
          <p:blipFill>
            <a:blip r:embed="rId3"/>
            <a:stretch>
              <a:fillRect/>
            </a:stretch>
          </p:blipFill>
          <p:spPr>
            <a:xfrm>
              <a:off x="4649" y="4066"/>
              <a:ext cx="499" cy="181"/>
            </a:xfrm>
            <a:prstGeom prst="rect">
              <a:avLst/>
            </a:prstGeom>
            <a:noFill/>
            <a:ln w="9525">
              <a:noFill/>
            </a:ln>
          </p:spPr>
        </p:pic>
        <p:sp>
          <p:nvSpPr>
            <p:cNvPr id="45066" name="Text Box 132">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74830"/>
                                        </p:tgtEl>
                                        <p:attrNameLst>
                                          <p:attrName>style.visibility</p:attrName>
                                        </p:attrNameLst>
                                      </p:cBhvr>
                                      <p:to>
                                        <p:strVal val="visible"/>
                                      </p:to>
                                    </p:set>
                                    <p:anim calcmode="lin" valueType="num">
                                      <p:cBhvr>
                                        <p:cTn id="12" dur="1000" fill="hold"/>
                                        <p:tgtEl>
                                          <p:spTgt spid="74830"/>
                                        </p:tgtEl>
                                        <p:attrNameLst>
                                          <p:attrName>ppt_w</p:attrName>
                                        </p:attrNameLst>
                                      </p:cBhvr>
                                      <p:tavLst>
                                        <p:tav tm="0">
                                          <p:val>
                                            <p:fltVal val="0.000000"/>
                                          </p:val>
                                        </p:tav>
                                        <p:tav tm="100000">
                                          <p:val>
                                            <p:strVal val="#ppt_w"/>
                                          </p:val>
                                        </p:tav>
                                      </p:tavLst>
                                    </p:anim>
                                    <p:anim calcmode="lin" valueType="num">
                                      <p:cBhvr>
                                        <p:cTn id="13" dur="1000" fill="hold"/>
                                        <p:tgtEl>
                                          <p:spTgt spid="74830"/>
                                        </p:tgtEl>
                                        <p:attrNameLst>
                                          <p:attrName>ppt_h</p:attrName>
                                        </p:attrNameLst>
                                      </p:cBhvr>
                                      <p:tavLst>
                                        <p:tav tm="0">
                                          <p:val>
                                            <p:fltVal val="0.000000"/>
                                          </p:val>
                                        </p:tav>
                                        <p:tav tm="100000">
                                          <p:val>
                                            <p:strVal val="#ppt_h"/>
                                          </p:val>
                                        </p:tav>
                                      </p:tavLst>
                                    </p:anim>
                                    <p:anim calcmode="lin" valueType="num">
                                      <p:cBhvr>
                                        <p:cTn id="14" dur="1000" fill="hold"/>
                                        <p:tgtEl>
                                          <p:spTgt spid="74830"/>
                                        </p:tgtEl>
                                        <p:attrNameLst>
                                          <p:attrName>ppt_x</p:attrName>
                                        </p:attrNameLst>
                                      </p:cBhvr>
                                      <p:tavLst>
                                        <p:tav tm="0" fmla="#ppt_x+(cos(-2*pi*(1-$))*-#ppt_x-sin(-2*pi*(1-$))*(1-#ppt_y))*(1-$)">
                                          <p:val>
                                            <p:fltVal val="0.000000"/>
                                          </p:val>
                                        </p:tav>
                                        <p:tav tm="100000">
                                          <p:val>
                                            <p:fltVal val="1.000000"/>
                                          </p:val>
                                        </p:tav>
                                      </p:tavLst>
                                    </p:anim>
                                    <p:anim calcmode="lin" valueType="num">
                                      <p:cBhvr>
                                        <p:cTn id="15" dur="1000" fill="hold"/>
                                        <p:tgtEl>
                                          <p:spTgt spid="74830"/>
                                        </p:tgtEl>
                                        <p:attrNameLst>
                                          <p:attrName>ppt_y</p:attrName>
                                        </p:attrNameLst>
                                      </p:cBhvr>
                                      <p:tavLst>
                                        <p:tav tm="0" fmla="#ppt_y+(sin(-2*pi*(1-$))*-#ppt_x+cos(-2*pi*(1-$))*(1-#ppt_y))*(1-$)">
                                          <p:val>
                                            <p:fltVal val="0.000000"/>
                                          </p:val>
                                        </p:tav>
                                        <p:tav tm="100000">
                                          <p:val>
                                            <p:fltVal val="1.000000"/>
                                          </p:val>
                                        </p:tav>
                                      </p:tavLst>
                                    </p:anim>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74829"/>
                                        </p:tgtEl>
                                        <p:attrNameLst>
                                          <p:attrName>style.visibility</p:attrName>
                                        </p:attrNameLst>
                                      </p:cBhvr>
                                      <p:to>
                                        <p:strVal val="visible"/>
                                      </p:to>
                                    </p:set>
                                    <p:animEffect transition="in" filter="wipe(left)">
                                      <p:cBhvr>
                                        <p:cTn id="19" dur="500"/>
                                        <p:tgtEl>
                                          <p:spTgt spid="7482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4837"/>
                                        </p:tgtEl>
                                        <p:attrNameLst>
                                          <p:attrName>style.visibility</p:attrName>
                                        </p:attrNameLst>
                                      </p:cBhvr>
                                      <p:to>
                                        <p:strVal val="visible"/>
                                      </p:to>
                                    </p:set>
                                    <p:animEffect transition="in" filter="wipe(left)">
                                      <p:cBhvr>
                                        <p:cTn id="24" dur="500"/>
                                        <p:tgtEl>
                                          <p:spTgt spid="74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3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p:nvPr/>
        </p:nvSpPr>
        <p:spPr>
          <a:xfrm>
            <a:off x="395288" y="549275"/>
            <a:ext cx="1944687"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2.</a:t>
            </a:r>
            <a:r>
              <a:rPr lang="en-US" altLang="zh-CN" sz="3200" dirty="0">
                <a:latin typeface="楷体_GB2312" pitchFamily="49" charset="-122"/>
              </a:rPr>
              <a:t> </a:t>
            </a:r>
            <a:r>
              <a:rPr lang="zh-CN" altLang="en-US" sz="3200" dirty="0">
                <a:latin typeface="楷体_GB2312" pitchFamily="49" charset="-122"/>
              </a:rPr>
              <a:t>并联</a:t>
            </a:r>
            <a:endParaRPr lang="zh-CN" altLang="en-US" sz="3200" dirty="0">
              <a:latin typeface="楷体_GB2312" pitchFamily="49" charset="-122"/>
            </a:endParaRPr>
          </a:p>
        </p:txBody>
      </p:sp>
      <p:grpSp>
        <p:nvGrpSpPr>
          <p:cNvPr id="2" name="Group 92"/>
          <p:cNvGrpSpPr/>
          <p:nvPr/>
        </p:nvGrpSpPr>
        <p:grpSpPr>
          <a:xfrm>
            <a:off x="3309938" y="620713"/>
            <a:ext cx="3038475" cy="1830387"/>
            <a:chOff x="2085" y="391"/>
            <a:chExt cx="1914" cy="1153"/>
          </a:xfrm>
        </p:grpSpPr>
        <p:sp>
          <p:nvSpPr>
            <p:cNvPr id="46147" name="Rectangle 4"/>
            <p:cNvSpPr/>
            <p:nvPr/>
          </p:nvSpPr>
          <p:spPr>
            <a:xfrm>
              <a:off x="2651" y="712"/>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zh-CN" sz="2400" b="0" dirty="0">
                <a:solidFill>
                  <a:srgbClr val="FFFF00"/>
                </a:solidFill>
                <a:latin typeface="Arial" panose="020B0604020202020204" pitchFamily="34" charset="0"/>
                <a:ea typeface="仿宋_GB2312" pitchFamily="49" charset="-122"/>
              </a:endParaRPr>
            </a:p>
          </p:txBody>
        </p:sp>
        <p:sp>
          <p:nvSpPr>
            <p:cNvPr id="46148" name="Rectangle 5"/>
            <p:cNvSpPr/>
            <p:nvPr/>
          </p:nvSpPr>
          <p:spPr>
            <a:xfrm>
              <a:off x="2884" y="909"/>
              <a:ext cx="256" cy="346"/>
            </a:xfrm>
            <a:prstGeom prst="rect">
              <a:avLst/>
            </a:prstGeom>
            <a:noFill/>
            <a:ln w="28575">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6149" name="Line 6"/>
            <p:cNvSpPr/>
            <p:nvPr/>
          </p:nvSpPr>
          <p:spPr>
            <a:xfrm>
              <a:off x="2245" y="830"/>
              <a:ext cx="418" cy="1"/>
            </a:xfrm>
            <a:prstGeom prst="line">
              <a:avLst/>
            </a:prstGeom>
            <a:ln w="28575" cap="flat" cmpd="sng">
              <a:solidFill>
                <a:srgbClr val="FFCC00"/>
              </a:solidFill>
              <a:prstDash val="solid"/>
              <a:headEnd type="none" w="med" len="med"/>
              <a:tailEnd type="none" w="med" len="med"/>
            </a:ln>
          </p:spPr>
        </p:sp>
        <p:sp>
          <p:nvSpPr>
            <p:cNvPr id="46150" name="Line 7"/>
            <p:cNvSpPr/>
            <p:nvPr/>
          </p:nvSpPr>
          <p:spPr>
            <a:xfrm flipV="1">
              <a:off x="2239" y="1420"/>
              <a:ext cx="418" cy="0"/>
            </a:xfrm>
            <a:prstGeom prst="line">
              <a:avLst/>
            </a:prstGeom>
            <a:ln w="28575" cap="flat" cmpd="sng">
              <a:solidFill>
                <a:srgbClr val="FFCC00"/>
              </a:solidFill>
              <a:prstDash val="solid"/>
              <a:headEnd type="none" w="med" len="med"/>
              <a:tailEnd type="none" w="med" len="med"/>
            </a:ln>
          </p:spPr>
        </p:sp>
        <p:sp>
          <p:nvSpPr>
            <p:cNvPr id="46151" name="Line 8"/>
            <p:cNvSpPr/>
            <p:nvPr/>
          </p:nvSpPr>
          <p:spPr>
            <a:xfrm>
              <a:off x="2293" y="826"/>
              <a:ext cx="294" cy="0"/>
            </a:xfrm>
            <a:prstGeom prst="line">
              <a:avLst/>
            </a:prstGeom>
            <a:ln w="28575" cap="flat" cmpd="sng">
              <a:solidFill>
                <a:srgbClr val="00FFFF"/>
              </a:solidFill>
              <a:prstDash val="solid"/>
              <a:headEnd type="none" w="med" len="med"/>
              <a:tailEnd type="triangle" w="med" len="med"/>
            </a:ln>
          </p:spPr>
        </p:sp>
        <p:sp>
          <p:nvSpPr>
            <p:cNvPr id="46152" name="Text Box 9"/>
            <p:cNvSpPr txBox="1"/>
            <p:nvPr/>
          </p:nvSpPr>
          <p:spPr>
            <a:xfrm>
              <a:off x="2086" y="808"/>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6153" name="Text Box 10"/>
            <p:cNvSpPr txBox="1"/>
            <p:nvPr/>
          </p:nvSpPr>
          <p:spPr>
            <a:xfrm>
              <a:off x="2091" y="1172"/>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6154" name="Line 11"/>
            <p:cNvSpPr/>
            <p:nvPr/>
          </p:nvSpPr>
          <p:spPr>
            <a:xfrm flipV="1">
              <a:off x="3366" y="839"/>
              <a:ext cx="418" cy="5"/>
            </a:xfrm>
            <a:prstGeom prst="line">
              <a:avLst/>
            </a:prstGeom>
            <a:ln w="28575" cap="flat" cmpd="sng">
              <a:solidFill>
                <a:srgbClr val="FFCC00"/>
              </a:solidFill>
              <a:prstDash val="solid"/>
              <a:headEnd type="none" w="med" len="med"/>
              <a:tailEnd type="none" w="med" len="med"/>
            </a:ln>
          </p:spPr>
        </p:sp>
        <p:sp>
          <p:nvSpPr>
            <p:cNvPr id="46155" name="Line 12"/>
            <p:cNvSpPr/>
            <p:nvPr/>
          </p:nvSpPr>
          <p:spPr>
            <a:xfrm>
              <a:off x="3370" y="1425"/>
              <a:ext cx="418" cy="1"/>
            </a:xfrm>
            <a:prstGeom prst="line">
              <a:avLst/>
            </a:prstGeom>
            <a:ln w="28575" cap="flat" cmpd="sng">
              <a:solidFill>
                <a:srgbClr val="FFCC00"/>
              </a:solidFill>
              <a:prstDash val="solid"/>
              <a:headEnd type="none" w="med" len="med"/>
              <a:tailEnd type="none" w="med" len="med"/>
            </a:ln>
          </p:spPr>
        </p:sp>
        <p:sp>
          <p:nvSpPr>
            <p:cNvPr id="46156" name="Line 13"/>
            <p:cNvSpPr/>
            <p:nvPr/>
          </p:nvSpPr>
          <p:spPr>
            <a:xfrm flipH="1">
              <a:off x="3424" y="845"/>
              <a:ext cx="294" cy="0"/>
            </a:xfrm>
            <a:prstGeom prst="line">
              <a:avLst/>
            </a:prstGeom>
            <a:ln w="28575" cap="flat" cmpd="sng">
              <a:solidFill>
                <a:srgbClr val="00FFFF"/>
              </a:solidFill>
              <a:prstDash val="solid"/>
              <a:headEnd type="none" w="med" len="med"/>
              <a:tailEnd type="triangle" w="med" len="med"/>
            </a:ln>
          </p:spPr>
        </p:sp>
        <p:sp>
          <p:nvSpPr>
            <p:cNvPr id="46157" name="Text Box 14"/>
            <p:cNvSpPr txBox="1"/>
            <p:nvPr/>
          </p:nvSpPr>
          <p:spPr>
            <a:xfrm>
              <a:off x="3706" y="814"/>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6158" name="Text Box 15"/>
            <p:cNvSpPr txBox="1"/>
            <p:nvPr/>
          </p:nvSpPr>
          <p:spPr>
            <a:xfrm>
              <a:off x="3717" y="1160"/>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6092" name="Object 16"/>
            <p:cNvGraphicFramePr/>
            <p:nvPr/>
          </p:nvGraphicFramePr>
          <p:xfrm>
            <a:off x="2336" y="391"/>
            <a:ext cx="208" cy="417"/>
          </p:xfrm>
          <a:graphic>
            <a:graphicData uri="http://schemas.openxmlformats.org/presentationml/2006/ole">
              <mc:AlternateContent xmlns:mc="http://schemas.openxmlformats.org/markup-compatibility/2006">
                <mc:Choice xmlns:v="urn:schemas-microsoft-com:vml" Requires="v">
                  <p:oleObj spid="_x0000_s3327" name="" r:id="rId1" imgW="165100" imgH="329565" progId="Equation.3">
                    <p:embed/>
                  </p:oleObj>
                </mc:Choice>
                <mc:Fallback>
                  <p:oleObj name="" r:id="rId1" imgW="165100" imgH="329565" progId="Equation.3">
                    <p:embed/>
                    <p:pic>
                      <p:nvPicPr>
                        <p:cNvPr id="0" name="图片 3326"/>
                        <p:cNvPicPr/>
                        <p:nvPr/>
                      </p:nvPicPr>
                      <p:blipFill>
                        <a:blip r:embed="rId2">
                          <a:clrChange>
                            <a:clrFrom>
                              <a:srgbClr val="000000"/>
                            </a:clrFrom>
                            <a:clrTo>
                              <a:srgbClr val="FFFFFF"/>
                            </a:clrTo>
                          </a:clrChange>
                        </a:blip>
                        <a:stretch>
                          <a:fillRect/>
                        </a:stretch>
                      </p:blipFill>
                      <p:spPr>
                        <a:xfrm>
                          <a:off x="2336" y="391"/>
                          <a:ext cx="208" cy="417"/>
                        </a:xfrm>
                        <a:prstGeom prst="rect">
                          <a:avLst/>
                        </a:prstGeom>
                        <a:noFill/>
                        <a:ln w="38100">
                          <a:noFill/>
                          <a:miter/>
                        </a:ln>
                      </p:spPr>
                    </p:pic>
                  </p:oleObj>
                </mc:Fallback>
              </mc:AlternateContent>
            </a:graphicData>
          </a:graphic>
        </p:graphicFrame>
        <p:sp>
          <p:nvSpPr>
            <p:cNvPr id="46159" name="Oval 17"/>
            <p:cNvSpPr/>
            <p:nvPr/>
          </p:nvSpPr>
          <p:spPr>
            <a:xfrm>
              <a:off x="2171" y="79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60" name="Oval 18"/>
            <p:cNvSpPr/>
            <p:nvPr/>
          </p:nvSpPr>
          <p:spPr>
            <a:xfrm>
              <a:off x="2171" y="138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61" name="Oval 19"/>
            <p:cNvSpPr/>
            <p:nvPr/>
          </p:nvSpPr>
          <p:spPr>
            <a:xfrm>
              <a:off x="3785" y="80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62" name="Oval 20"/>
            <p:cNvSpPr/>
            <p:nvPr/>
          </p:nvSpPr>
          <p:spPr>
            <a:xfrm>
              <a:off x="3791" y="138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6093" name="Object 21"/>
            <p:cNvGraphicFramePr/>
            <p:nvPr/>
          </p:nvGraphicFramePr>
          <p:xfrm>
            <a:off x="3470" y="436"/>
            <a:ext cx="240" cy="417"/>
          </p:xfrm>
          <a:graphic>
            <a:graphicData uri="http://schemas.openxmlformats.org/presentationml/2006/ole">
              <mc:AlternateContent xmlns:mc="http://schemas.openxmlformats.org/markup-compatibility/2006">
                <mc:Choice xmlns:v="urn:schemas-microsoft-com:vml" Requires="v">
                  <p:oleObj spid="_x0000_s3330" name="" r:id="rId3" imgW="190500" imgH="330200" progId="Equation.3">
                    <p:embed/>
                  </p:oleObj>
                </mc:Choice>
                <mc:Fallback>
                  <p:oleObj name="" r:id="rId3" imgW="190500" imgH="330200" progId="Equation.3">
                    <p:embed/>
                    <p:pic>
                      <p:nvPicPr>
                        <p:cNvPr id="0" name="图片 3329"/>
                        <p:cNvPicPr/>
                        <p:nvPr/>
                      </p:nvPicPr>
                      <p:blipFill>
                        <a:blip r:embed="rId4">
                          <a:clrChange>
                            <a:clrFrom>
                              <a:srgbClr val="000000"/>
                            </a:clrFrom>
                            <a:clrTo>
                              <a:srgbClr val="FFFFFF"/>
                            </a:clrTo>
                          </a:clrChange>
                        </a:blip>
                        <a:stretch>
                          <a:fillRect/>
                        </a:stretch>
                      </p:blipFill>
                      <p:spPr>
                        <a:xfrm>
                          <a:off x="3470" y="436"/>
                          <a:ext cx="240" cy="417"/>
                        </a:xfrm>
                        <a:prstGeom prst="rect">
                          <a:avLst/>
                        </a:prstGeom>
                        <a:noFill/>
                        <a:ln w="38100">
                          <a:noFill/>
                          <a:miter/>
                        </a:ln>
                      </p:spPr>
                    </p:pic>
                  </p:oleObj>
                </mc:Fallback>
              </mc:AlternateContent>
            </a:graphicData>
          </a:graphic>
        </p:graphicFrame>
        <p:graphicFrame>
          <p:nvGraphicFramePr>
            <p:cNvPr id="46094" name="Object 22"/>
            <p:cNvGraphicFramePr/>
            <p:nvPr/>
          </p:nvGraphicFramePr>
          <p:xfrm>
            <a:off x="3695" y="884"/>
            <a:ext cx="304" cy="417"/>
          </p:xfrm>
          <a:graphic>
            <a:graphicData uri="http://schemas.openxmlformats.org/presentationml/2006/ole">
              <mc:AlternateContent xmlns:mc="http://schemas.openxmlformats.org/markup-compatibility/2006">
                <mc:Choice xmlns:v="urn:schemas-microsoft-com:vml" Requires="v">
                  <p:oleObj spid="_x0000_s3331" name="" r:id="rId5" imgW="241300" imgH="330200" progId="Equation.3">
                    <p:embed/>
                  </p:oleObj>
                </mc:Choice>
                <mc:Fallback>
                  <p:oleObj name="" r:id="rId5" imgW="241300" imgH="330200" progId="Equation.3">
                    <p:embed/>
                    <p:pic>
                      <p:nvPicPr>
                        <p:cNvPr id="0" name="图片 3330"/>
                        <p:cNvPicPr/>
                        <p:nvPr/>
                      </p:nvPicPr>
                      <p:blipFill>
                        <a:blip r:embed="rId6">
                          <a:clrChange>
                            <a:clrFrom>
                              <a:srgbClr val="000000"/>
                            </a:clrFrom>
                            <a:clrTo>
                              <a:srgbClr val="FFFFFF"/>
                            </a:clrTo>
                          </a:clrChange>
                        </a:blip>
                        <a:stretch>
                          <a:fillRect/>
                        </a:stretch>
                      </p:blipFill>
                      <p:spPr>
                        <a:xfrm>
                          <a:off x="3695" y="884"/>
                          <a:ext cx="304" cy="417"/>
                        </a:xfrm>
                        <a:prstGeom prst="rect">
                          <a:avLst/>
                        </a:prstGeom>
                        <a:noFill/>
                        <a:ln w="38100">
                          <a:noFill/>
                          <a:miter/>
                        </a:ln>
                      </p:spPr>
                    </p:pic>
                  </p:oleObj>
                </mc:Fallback>
              </mc:AlternateContent>
            </a:graphicData>
          </a:graphic>
        </p:graphicFrame>
        <p:graphicFrame>
          <p:nvGraphicFramePr>
            <p:cNvPr id="46095" name="Object 23"/>
            <p:cNvGraphicFramePr/>
            <p:nvPr/>
          </p:nvGraphicFramePr>
          <p:xfrm>
            <a:off x="2085" y="878"/>
            <a:ext cx="272" cy="417"/>
          </p:xfrm>
          <a:graphic>
            <a:graphicData uri="http://schemas.openxmlformats.org/presentationml/2006/ole">
              <mc:AlternateContent xmlns:mc="http://schemas.openxmlformats.org/markup-compatibility/2006">
                <mc:Choice xmlns:v="urn:schemas-microsoft-com:vml" Requires="v">
                  <p:oleObj spid="_x0000_s3329" name="" r:id="rId7" imgW="215900" imgH="329565" progId="Equation.3">
                    <p:embed/>
                  </p:oleObj>
                </mc:Choice>
                <mc:Fallback>
                  <p:oleObj name="" r:id="rId7" imgW="215900" imgH="329565" progId="Equation.3">
                    <p:embed/>
                    <p:pic>
                      <p:nvPicPr>
                        <p:cNvPr id="0" name="图片 3328"/>
                        <p:cNvPicPr/>
                        <p:nvPr/>
                      </p:nvPicPr>
                      <p:blipFill>
                        <a:blip r:embed="rId8">
                          <a:clrChange>
                            <a:clrFrom>
                              <a:srgbClr val="000000"/>
                            </a:clrFrom>
                            <a:clrTo>
                              <a:srgbClr val="FFFFFF"/>
                            </a:clrTo>
                          </a:clrChange>
                        </a:blip>
                        <a:stretch>
                          <a:fillRect/>
                        </a:stretch>
                      </p:blipFill>
                      <p:spPr>
                        <a:xfrm>
                          <a:off x="2085" y="878"/>
                          <a:ext cx="272" cy="417"/>
                        </a:xfrm>
                        <a:prstGeom prst="rect">
                          <a:avLst/>
                        </a:prstGeom>
                        <a:noFill/>
                        <a:ln w="38100">
                          <a:noFill/>
                          <a:miter/>
                        </a:ln>
                      </p:spPr>
                    </p:pic>
                  </p:oleObj>
                </mc:Fallback>
              </mc:AlternateContent>
            </a:graphicData>
          </a:graphic>
        </p:graphicFrame>
      </p:grpSp>
      <p:grpSp>
        <p:nvGrpSpPr>
          <p:cNvPr id="3" name="Group 94"/>
          <p:cNvGrpSpPr/>
          <p:nvPr/>
        </p:nvGrpSpPr>
        <p:grpSpPr>
          <a:xfrm>
            <a:off x="1581150" y="1557338"/>
            <a:ext cx="1165225" cy="1603375"/>
            <a:chOff x="996" y="981"/>
            <a:chExt cx="734" cy="1010"/>
          </a:xfrm>
        </p:grpSpPr>
        <p:sp>
          <p:nvSpPr>
            <p:cNvPr id="46140" name="Line 25"/>
            <p:cNvSpPr/>
            <p:nvPr/>
          </p:nvSpPr>
          <p:spPr>
            <a:xfrm>
              <a:off x="1156" y="1361"/>
              <a:ext cx="574" cy="1"/>
            </a:xfrm>
            <a:prstGeom prst="line">
              <a:avLst/>
            </a:prstGeom>
            <a:ln w="28575" cap="flat" cmpd="sng">
              <a:solidFill>
                <a:srgbClr val="FF3300"/>
              </a:solidFill>
              <a:prstDash val="solid"/>
              <a:headEnd type="none" w="med" len="med"/>
              <a:tailEnd type="none" w="med" len="med"/>
            </a:ln>
          </p:spPr>
        </p:sp>
        <p:sp>
          <p:nvSpPr>
            <p:cNvPr id="46141" name="Line 26"/>
            <p:cNvSpPr/>
            <p:nvPr/>
          </p:nvSpPr>
          <p:spPr>
            <a:xfrm flipV="1">
              <a:off x="1156" y="1957"/>
              <a:ext cx="562" cy="0"/>
            </a:xfrm>
            <a:prstGeom prst="line">
              <a:avLst/>
            </a:prstGeom>
            <a:ln w="28575" cap="flat" cmpd="sng">
              <a:solidFill>
                <a:srgbClr val="FF3300"/>
              </a:solidFill>
              <a:prstDash val="solid"/>
              <a:headEnd type="none" w="med" len="med"/>
              <a:tailEnd type="none" w="med" len="med"/>
            </a:ln>
          </p:spPr>
        </p:sp>
        <p:sp>
          <p:nvSpPr>
            <p:cNvPr id="46142" name="Line 27"/>
            <p:cNvSpPr/>
            <p:nvPr/>
          </p:nvSpPr>
          <p:spPr>
            <a:xfrm>
              <a:off x="1202" y="1362"/>
              <a:ext cx="294" cy="0"/>
            </a:xfrm>
            <a:prstGeom prst="line">
              <a:avLst/>
            </a:prstGeom>
            <a:ln w="28575" cap="flat" cmpd="sng">
              <a:solidFill>
                <a:srgbClr val="00FFFF"/>
              </a:solidFill>
              <a:prstDash val="solid"/>
              <a:headEnd type="none" w="med" len="med"/>
              <a:tailEnd type="triangle" w="med" len="med"/>
            </a:ln>
          </p:spPr>
        </p:sp>
        <p:sp>
          <p:nvSpPr>
            <p:cNvPr id="46143" name="Text Box 28"/>
            <p:cNvSpPr txBox="1"/>
            <p:nvPr/>
          </p:nvSpPr>
          <p:spPr>
            <a:xfrm>
              <a:off x="997" y="1339"/>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6144" name="Text Box 29"/>
            <p:cNvSpPr txBox="1"/>
            <p:nvPr/>
          </p:nvSpPr>
          <p:spPr>
            <a:xfrm>
              <a:off x="1002" y="1703"/>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graphicFrame>
          <p:nvGraphicFramePr>
            <p:cNvPr id="46090" name="Object 30"/>
            <p:cNvGraphicFramePr/>
            <p:nvPr/>
          </p:nvGraphicFramePr>
          <p:xfrm>
            <a:off x="1247" y="981"/>
            <a:ext cx="208" cy="371"/>
          </p:xfrm>
          <a:graphic>
            <a:graphicData uri="http://schemas.openxmlformats.org/presentationml/2006/ole">
              <mc:AlternateContent xmlns:mc="http://schemas.openxmlformats.org/markup-compatibility/2006">
                <mc:Choice xmlns:v="urn:schemas-microsoft-com:vml" Requires="v">
                  <p:oleObj spid="_x0000_s3326" name="" r:id="rId9" imgW="165100" imgH="291465" progId="Equation.3">
                    <p:embed/>
                  </p:oleObj>
                </mc:Choice>
                <mc:Fallback>
                  <p:oleObj name="" r:id="rId9" imgW="165100" imgH="291465" progId="Equation.3">
                    <p:embed/>
                    <p:pic>
                      <p:nvPicPr>
                        <p:cNvPr id="0" name="图片 3325"/>
                        <p:cNvPicPr/>
                        <p:nvPr/>
                      </p:nvPicPr>
                      <p:blipFill>
                        <a:blip r:embed="rId10">
                          <a:clrChange>
                            <a:clrFrom>
                              <a:srgbClr val="000000"/>
                            </a:clrFrom>
                            <a:clrTo>
                              <a:srgbClr val="FFFF00"/>
                            </a:clrTo>
                          </a:clrChange>
                        </a:blip>
                        <a:stretch>
                          <a:fillRect/>
                        </a:stretch>
                      </p:blipFill>
                      <p:spPr>
                        <a:xfrm>
                          <a:off x="1247" y="981"/>
                          <a:ext cx="208" cy="371"/>
                        </a:xfrm>
                        <a:prstGeom prst="rect">
                          <a:avLst/>
                        </a:prstGeom>
                        <a:noFill/>
                        <a:ln w="38100">
                          <a:noFill/>
                          <a:miter/>
                        </a:ln>
                      </p:spPr>
                    </p:pic>
                  </p:oleObj>
                </mc:Fallback>
              </mc:AlternateContent>
            </a:graphicData>
          </a:graphic>
        </p:graphicFrame>
        <p:sp>
          <p:nvSpPr>
            <p:cNvPr id="46145" name="Oval 31"/>
            <p:cNvSpPr/>
            <p:nvPr/>
          </p:nvSpPr>
          <p:spPr>
            <a:xfrm>
              <a:off x="1082" y="1324"/>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46" name="Oval 32"/>
            <p:cNvSpPr/>
            <p:nvPr/>
          </p:nvSpPr>
          <p:spPr>
            <a:xfrm>
              <a:off x="1082" y="1918"/>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6091" name="Object 33"/>
            <p:cNvGraphicFramePr/>
            <p:nvPr/>
          </p:nvGraphicFramePr>
          <p:xfrm>
            <a:off x="996" y="1432"/>
            <a:ext cx="272" cy="371"/>
          </p:xfrm>
          <a:graphic>
            <a:graphicData uri="http://schemas.openxmlformats.org/presentationml/2006/ole">
              <mc:AlternateContent xmlns:mc="http://schemas.openxmlformats.org/markup-compatibility/2006">
                <mc:Choice xmlns:v="urn:schemas-microsoft-com:vml" Requires="v">
                  <p:oleObj spid="_x0000_s3328" name="" r:id="rId11" imgW="215900" imgH="291465" progId="Equation.3">
                    <p:embed/>
                  </p:oleObj>
                </mc:Choice>
                <mc:Fallback>
                  <p:oleObj name="" r:id="rId11" imgW="215900" imgH="291465" progId="Equation.3">
                    <p:embed/>
                    <p:pic>
                      <p:nvPicPr>
                        <p:cNvPr id="0" name="图片 3327"/>
                        <p:cNvPicPr/>
                        <p:nvPr/>
                      </p:nvPicPr>
                      <p:blipFill>
                        <a:blip r:embed="rId12">
                          <a:clrChange>
                            <a:clrFrom>
                              <a:srgbClr val="000000"/>
                            </a:clrFrom>
                            <a:clrTo>
                              <a:srgbClr val="FFFF00"/>
                            </a:clrTo>
                          </a:clrChange>
                        </a:blip>
                        <a:stretch>
                          <a:fillRect/>
                        </a:stretch>
                      </p:blipFill>
                      <p:spPr>
                        <a:xfrm>
                          <a:off x="996" y="1432"/>
                          <a:ext cx="272" cy="371"/>
                        </a:xfrm>
                        <a:prstGeom prst="rect">
                          <a:avLst/>
                        </a:prstGeom>
                        <a:noFill/>
                        <a:ln w="38100">
                          <a:noFill/>
                          <a:miter/>
                        </a:ln>
                      </p:spPr>
                    </p:pic>
                  </p:oleObj>
                </mc:Fallback>
              </mc:AlternateContent>
            </a:graphicData>
          </a:graphic>
        </p:graphicFrame>
      </p:grpSp>
      <p:grpSp>
        <p:nvGrpSpPr>
          <p:cNvPr id="4" name="Group 95"/>
          <p:cNvGrpSpPr/>
          <p:nvPr/>
        </p:nvGrpSpPr>
        <p:grpSpPr>
          <a:xfrm>
            <a:off x="6813550" y="1557338"/>
            <a:ext cx="1214438" cy="1604962"/>
            <a:chOff x="4292" y="981"/>
            <a:chExt cx="765" cy="1011"/>
          </a:xfrm>
        </p:grpSpPr>
        <p:sp>
          <p:nvSpPr>
            <p:cNvPr id="46133" name="Line 35"/>
            <p:cNvSpPr/>
            <p:nvPr/>
          </p:nvSpPr>
          <p:spPr>
            <a:xfrm>
              <a:off x="4292" y="1381"/>
              <a:ext cx="556" cy="1"/>
            </a:xfrm>
            <a:prstGeom prst="line">
              <a:avLst/>
            </a:prstGeom>
            <a:ln w="28575" cap="flat" cmpd="sng">
              <a:solidFill>
                <a:srgbClr val="FF3300"/>
              </a:solidFill>
              <a:prstDash val="solid"/>
              <a:headEnd type="none" w="med" len="med"/>
              <a:tailEnd type="none" w="med" len="med"/>
            </a:ln>
          </p:spPr>
        </p:sp>
        <p:sp>
          <p:nvSpPr>
            <p:cNvPr id="46134" name="Line 36"/>
            <p:cNvSpPr/>
            <p:nvPr/>
          </p:nvSpPr>
          <p:spPr>
            <a:xfrm>
              <a:off x="4296" y="1962"/>
              <a:ext cx="550" cy="1"/>
            </a:xfrm>
            <a:prstGeom prst="line">
              <a:avLst/>
            </a:prstGeom>
            <a:ln w="28575" cap="flat" cmpd="sng">
              <a:solidFill>
                <a:srgbClr val="FF3300"/>
              </a:solidFill>
              <a:prstDash val="solid"/>
              <a:headEnd type="none" w="med" len="med"/>
              <a:tailEnd type="none" w="med" len="med"/>
            </a:ln>
          </p:spPr>
        </p:sp>
        <p:sp>
          <p:nvSpPr>
            <p:cNvPr id="46135" name="Line 37"/>
            <p:cNvSpPr/>
            <p:nvPr/>
          </p:nvSpPr>
          <p:spPr>
            <a:xfrm flipH="1">
              <a:off x="4468" y="1389"/>
              <a:ext cx="294" cy="0"/>
            </a:xfrm>
            <a:prstGeom prst="line">
              <a:avLst/>
            </a:prstGeom>
            <a:ln w="28575" cap="flat" cmpd="sng">
              <a:solidFill>
                <a:srgbClr val="00FFFF"/>
              </a:solidFill>
              <a:prstDash val="solid"/>
              <a:headEnd type="none" w="med" len="med"/>
              <a:tailEnd type="triangle" w="med" len="med"/>
            </a:ln>
          </p:spPr>
        </p:sp>
        <p:sp>
          <p:nvSpPr>
            <p:cNvPr id="46136" name="Text Box 38"/>
            <p:cNvSpPr txBox="1"/>
            <p:nvPr/>
          </p:nvSpPr>
          <p:spPr>
            <a:xfrm>
              <a:off x="4764" y="1351"/>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6137" name="Text Box 39"/>
            <p:cNvSpPr txBox="1"/>
            <p:nvPr/>
          </p:nvSpPr>
          <p:spPr>
            <a:xfrm>
              <a:off x="4775" y="1697"/>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6138" name="Oval 40"/>
            <p:cNvSpPr/>
            <p:nvPr/>
          </p:nvSpPr>
          <p:spPr>
            <a:xfrm>
              <a:off x="4843" y="1342"/>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39" name="Oval 41"/>
            <p:cNvSpPr/>
            <p:nvPr/>
          </p:nvSpPr>
          <p:spPr>
            <a:xfrm>
              <a:off x="4849" y="1924"/>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6088" name="Object 42"/>
            <p:cNvGraphicFramePr/>
            <p:nvPr/>
          </p:nvGraphicFramePr>
          <p:xfrm>
            <a:off x="4513" y="981"/>
            <a:ext cx="240" cy="370"/>
          </p:xfrm>
          <a:graphic>
            <a:graphicData uri="http://schemas.openxmlformats.org/presentationml/2006/ole">
              <mc:AlternateContent xmlns:mc="http://schemas.openxmlformats.org/markup-compatibility/2006">
                <mc:Choice xmlns:v="urn:schemas-microsoft-com:vml" Requires="v">
                  <p:oleObj spid="_x0000_s3332" name="" r:id="rId13" imgW="190500" imgH="292100" progId="Equation.3">
                    <p:embed/>
                  </p:oleObj>
                </mc:Choice>
                <mc:Fallback>
                  <p:oleObj name="" r:id="rId13" imgW="190500" imgH="292100" progId="Equation.3">
                    <p:embed/>
                    <p:pic>
                      <p:nvPicPr>
                        <p:cNvPr id="0" name="图片 3331"/>
                        <p:cNvPicPr/>
                        <p:nvPr/>
                      </p:nvPicPr>
                      <p:blipFill>
                        <a:blip r:embed="rId14">
                          <a:clrChange>
                            <a:clrFrom>
                              <a:srgbClr val="000000"/>
                            </a:clrFrom>
                            <a:clrTo>
                              <a:srgbClr val="FFFF00"/>
                            </a:clrTo>
                          </a:clrChange>
                        </a:blip>
                        <a:stretch>
                          <a:fillRect/>
                        </a:stretch>
                      </p:blipFill>
                      <p:spPr>
                        <a:xfrm>
                          <a:off x="4513" y="981"/>
                          <a:ext cx="240" cy="370"/>
                        </a:xfrm>
                        <a:prstGeom prst="rect">
                          <a:avLst/>
                        </a:prstGeom>
                        <a:noFill/>
                        <a:ln w="38100">
                          <a:noFill/>
                          <a:miter/>
                        </a:ln>
                      </p:spPr>
                    </p:pic>
                  </p:oleObj>
                </mc:Fallback>
              </mc:AlternateContent>
            </a:graphicData>
          </a:graphic>
        </p:graphicFrame>
        <p:graphicFrame>
          <p:nvGraphicFramePr>
            <p:cNvPr id="46089" name="Object 43"/>
            <p:cNvGraphicFramePr/>
            <p:nvPr/>
          </p:nvGraphicFramePr>
          <p:xfrm>
            <a:off x="4753" y="1444"/>
            <a:ext cx="304" cy="372"/>
          </p:xfrm>
          <a:graphic>
            <a:graphicData uri="http://schemas.openxmlformats.org/presentationml/2006/ole">
              <mc:AlternateContent xmlns:mc="http://schemas.openxmlformats.org/markup-compatibility/2006">
                <mc:Choice xmlns:v="urn:schemas-microsoft-com:vml" Requires="v">
                  <p:oleObj spid="_x0000_s3339" name="" r:id="rId15" imgW="241300" imgH="292100" progId="Equation.3">
                    <p:embed/>
                  </p:oleObj>
                </mc:Choice>
                <mc:Fallback>
                  <p:oleObj name="" r:id="rId15" imgW="241300" imgH="292100" progId="Equation.3">
                    <p:embed/>
                    <p:pic>
                      <p:nvPicPr>
                        <p:cNvPr id="0" name="图片 3338"/>
                        <p:cNvPicPr/>
                        <p:nvPr/>
                      </p:nvPicPr>
                      <p:blipFill>
                        <a:blip r:embed="rId16">
                          <a:clrChange>
                            <a:clrFrom>
                              <a:srgbClr val="000000"/>
                            </a:clrFrom>
                            <a:clrTo>
                              <a:srgbClr val="FFFF00"/>
                            </a:clrTo>
                          </a:clrChange>
                        </a:blip>
                        <a:stretch>
                          <a:fillRect/>
                        </a:stretch>
                      </p:blipFill>
                      <p:spPr>
                        <a:xfrm>
                          <a:off x="4753" y="1444"/>
                          <a:ext cx="304" cy="372"/>
                        </a:xfrm>
                        <a:prstGeom prst="rect">
                          <a:avLst/>
                        </a:prstGeom>
                        <a:noFill/>
                        <a:ln w="38100">
                          <a:noFill/>
                          <a:miter/>
                        </a:ln>
                      </p:spPr>
                    </p:pic>
                  </p:oleObj>
                </mc:Fallback>
              </mc:AlternateContent>
            </a:graphicData>
          </a:graphic>
        </p:graphicFrame>
      </p:grpSp>
      <p:grpSp>
        <p:nvGrpSpPr>
          <p:cNvPr id="5" name="Group 93"/>
          <p:cNvGrpSpPr/>
          <p:nvPr/>
        </p:nvGrpSpPr>
        <p:grpSpPr>
          <a:xfrm>
            <a:off x="3300413" y="2276475"/>
            <a:ext cx="3054350" cy="1827213"/>
            <a:chOff x="2079" y="1434"/>
            <a:chExt cx="1924" cy="1151"/>
          </a:xfrm>
        </p:grpSpPr>
        <p:sp>
          <p:nvSpPr>
            <p:cNvPr id="46117" name="Rectangle 45"/>
            <p:cNvSpPr/>
            <p:nvPr/>
          </p:nvSpPr>
          <p:spPr>
            <a:xfrm>
              <a:off x="2654" y="1753"/>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46118" name="Rectangle 46"/>
            <p:cNvSpPr/>
            <p:nvPr/>
          </p:nvSpPr>
          <p:spPr>
            <a:xfrm>
              <a:off x="2802" y="1950"/>
              <a:ext cx="445" cy="346"/>
            </a:xfrm>
            <a:prstGeom prst="rect">
              <a:avLst/>
            </a:prstGeom>
            <a:noFill/>
            <a:ln w="28575">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6119" name="Line 47"/>
            <p:cNvSpPr/>
            <p:nvPr/>
          </p:nvSpPr>
          <p:spPr>
            <a:xfrm>
              <a:off x="2248" y="1871"/>
              <a:ext cx="418" cy="1"/>
            </a:xfrm>
            <a:prstGeom prst="line">
              <a:avLst/>
            </a:prstGeom>
            <a:ln w="28575" cap="flat" cmpd="sng">
              <a:solidFill>
                <a:srgbClr val="FFCC00"/>
              </a:solidFill>
              <a:prstDash val="solid"/>
              <a:headEnd type="none" w="med" len="med"/>
              <a:tailEnd type="none" w="med" len="med"/>
            </a:ln>
          </p:spPr>
        </p:sp>
        <p:sp>
          <p:nvSpPr>
            <p:cNvPr id="46120" name="Line 48"/>
            <p:cNvSpPr/>
            <p:nvPr/>
          </p:nvSpPr>
          <p:spPr>
            <a:xfrm flipV="1">
              <a:off x="2242" y="2461"/>
              <a:ext cx="418" cy="0"/>
            </a:xfrm>
            <a:prstGeom prst="line">
              <a:avLst/>
            </a:prstGeom>
            <a:ln w="28575" cap="flat" cmpd="sng">
              <a:solidFill>
                <a:srgbClr val="FFCC00"/>
              </a:solidFill>
              <a:prstDash val="solid"/>
              <a:headEnd type="none" w="med" len="med"/>
              <a:tailEnd type="none" w="med" len="med"/>
            </a:ln>
          </p:spPr>
        </p:sp>
        <p:sp>
          <p:nvSpPr>
            <p:cNvPr id="46121" name="Line 49"/>
            <p:cNvSpPr/>
            <p:nvPr/>
          </p:nvSpPr>
          <p:spPr>
            <a:xfrm>
              <a:off x="2290" y="1870"/>
              <a:ext cx="294" cy="0"/>
            </a:xfrm>
            <a:prstGeom prst="line">
              <a:avLst/>
            </a:prstGeom>
            <a:ln w="28575" cap="flat" cmpd="sng">
              <a:solidFill>
                <a:srgbClr val="00FFFF"/>
              </a:solidFill>
              <a:prstDash val="solid"/>
              <a:headEnd type="none" w="med" len="med"/>
              <a:tailEnd type="triangle" w="med" len="med"/>
            </a:ln>
          </p:spPr>
        </p:sp>
        <p:sp>
          <p:nvSpPr>
            <p:cNvPr id="46122" name="Text Box 50"/>
            <p:cNvSpPr txBox="1"/>
            <p:nvPr/>
          </p:nvSpPr>
          <p:spPr>
            <a:xfrm>
              <a:off x="2089" y="1849"/>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6123" name="Text Box 51"/>
            <p:cNvSpPr txBox="1"/>
            <p:nvPr/>
          </p:nvSpPr>
          <p:spPr>
            <a:xfrm>
              <a:off x="2094" y="2213"/>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6124" name="Line 52"/>
            <p:cNvSpPr/>
            <p:nvPr/>
          </p:nvSpPr>
          <p:spPr>
            <a:xfrm flipV="1">
              <a:off x="3369" y="1880"/>
              <a:ext cx="418" cy="5"/>
            </a:xfrm>
            <a:prstGeom prst="line">
              <a:avLst/>
            </a:prstGeom>
            <a:ln w="28575" cap="flat" cmpd="sng">
              <a:solidFill>
                <a:srgbClr val="FFCC00"/>
              </a:solidFill>
              <a:prstDash val="solid"/>
              <a:headEnd type="none" w="med" len="med"/>
              <a:tailEnd type="none" w="med" len="med"/>
            </a:ln>
          </p:spPr>
        </p:sp>
        <p:sp>
          <p:nvSpPr>
            <p:cNvPr id="46125" name="Line 53"/>
            <p:cNvSpPr/>
            <p:nvPr/>
          </p:nvSpPr>
          <p:spPr>
            <a:xfrm>
              <a:off x="3373" y="2466"/>
              <a:ext cx="418" cy="1"/>
            </a:xfrm>
            <a:prstGeom prst="line">
              <a:avLst/>
            </a:prstGeom>
            <a:ln w="28575" cap="flat" cmpd="sng">
              <a:solidFill>
                <a:srgbClr val="FFCC00"/>
              </a:solidFill>
              <a:prstDash val="solid"/>
              <a:headEnd type="none" w="med" len="med"/>
              <a:tailEnd type="none" w="med" len="med"/>
            </a:ln>
          </p:spPr>
        </p:sp>
        <p:sp>
          <p:nvSpPr>
            <p:cNvPr id="46126" name="Line 54"/>
            <p:cNvSpPr/>
            <p:nvPr/>
          </p:nvSpPr>
          <p:spPr>
            <a:xfrm flipH="1">
              <a:off x="3424" y="1888"/>
              <a:ext cx="294" cy="0"/>
            </a:xfrm>
            <a:prstGeom prst="line">
              <a:avLst/>
            </a:prstGeom>
            <a:ln w="28575" cap="flat" cmpd="sng">
              <a:solidFill>
                <a:srgbClr val="00FFFF"/>
              </a:solidFill>
              <a:prstDash val="solid"/>
              <a:headEnd type="none" w="med" len="med"/>
              <a:tailEnd type="triangle" w="med" len="med"/>
            </a:ln>
          </p:spPr>
        </p:sp>
        <p:sp>
          <p:nvSpPr>
            <p:cNvPr id="46127" name="Text Box 55"/>
            <p:cNvSpPr txBox="1"/>
            <p:nvPr/>
          </p:nvSpPr>
          <p:spPr>
            <a:xfrm>
              <a:off x="3709" y="1855"/>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6128" name="Text Box 56"/>
            <p:cNvSpPr txBox="1"/>
            <p:nvPr/>
          </p:nvSpPr>
          <p:spPr>
            <a:xfrm>
              <a:off x="3720" y="2201"/>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6084" name="Object 57"/>
            <p:cNvGraphicFramePr/>
            <p:nvPr/>
          </p:nvGraphicFramePr>
          <p:xfrm>
            <a:off x="2336" y="1434"/>
            <a:ext cx="226" cy="417"/>
          </p:xfrm>
          <a:graphic>
            <a:graphicData uri="http://schemas.openxmlformats.org/presentationml/2006/ole">
              <mc:AlternateContent xmlns:mc="http://schemas.openxmlformats.org/markup-compatibility/2006">
                <mc:Choice xmlns:v="urn:schemas-microsoft-com:vml" Requires="v">
                  <p:oleObj spid="_x0000_s3333" name="" r:id="rId17" imgW="177800" imgH="329565" progId="Equation.3">
                    <p:embed/>
                  </p:oleObj>
                </mc:Choice>
                <mc:Fallback>
                  <p:oleObj name="" r:id="rId17" imgW="177800" imgH="329565" progId="Equation.3">
                    <p:embed/>
                    <p:pic>
                      <p:nvPicPr>
                        <p:cNvPr id="0" name="图片 3332"/>
                        <p:cNvPicPr/>
                        <p:nvPr/>
                      </p:nvPicPr>
                      <p:blipFill>
                        <a:blip r:embed="rId18">
                          <a:clrChange>
                            <a:clrFrom>
                              <a:srgbClr val="000000"/>
                            </a:clrFrom>
                            <a:clrTo>
                              <a:srgbClr val="FFFFFF"/>
                            </a:clrTo>
                          </a:clrChange>
                        </a:blip>
                        <a:stretch>
                          <a:fillRect/>
                        </a:stretch>
                      </p:blipFill>
                      <p:spPr>
                        <a:xfrm>
                          <a:off x="2336" y="1434"/>
                          <a:ext cx="226" cy="417"/>
                        </a:xfrm>
                        <a:prstGeom prst="rect">
                          <a:avLst/>
                        </a:prstGeom>
                        <a:noFill/>
                        <a:ln w="38100">
                          <a:noFill/>
                          <a:miter/>
                        </a:ln>
                      </p:spPr>
                    </p:pic>
                  </p:oleObj>
                </mc:Fallback>
              </mc:AlternateContent>
            </a:graphicData>
          </a:graphic>
        </p:graphicFrame>
        <p:sp>
          <p:nvSpPr>
            <p:cNvPr id="46129" name="Oval 58"/>
            <p:cNvSpPr/>
            <p:nvPr/>
          </p:nvSpPr>
          <p:spPr>
            <a:xfrm>
              <a:off x="2174" y="1834"/>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30" name="Oval 59"/>
            <p:cNvSpPr/>
            <p:nvPr/>
          </p:nvSpPr>
          <p:spPr>
            <a:xfrm>
              <a:off x="2174" y="242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31" name="Oval 60"/>
            <p:cNvSpPr/>
            <p:nvPr/>
          </p:nvSpPr>
          <p:spPr>
            <a:xfrm>
              <a:off x="3788" y="1846"/>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6132" name="Oval 61"/>
            <p:cNvSpPr/>
            <p:nvPr/>
          </p:nvSpPr>
          <p:spPr>
            <a:xfrm>
              <a:off x="3794" y="242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6085" name="Object 62"/>
            <p:cNvGraphicFramePr/>
            <p:nvPr/>
          </p:nvGraphicFramePr>
          <p:xfrm>
            <a:off x="3470" y="1480"/>
            <a:ext cx="242" cy="417"/>
          </p:xfrm>
          <a:graphic>
            <a:graphicData uri="http://schemas.openxmlformats.org/presentationml/2006/ole">
              <mc:AlternateContent xmlns:mc="http://schemas.openxmlformats.org/markup-compatibility/2006">
                <mc:Choice xmlns:v="urn:schemas-microsoft-com:vml" Requires="v">
                  <p:oleObj spid="_x0000_s3336" name="" r:id="rId19" imgW="190500" imgH="330200" progId="Equation.3">
                    <p:embed/>
                  </p:oleObj>
                </mc:Choice>
                <mc:Fallback>
                  <p:oleObj name="" r:id="rId19" imgW="190500" imgH="330200" progId="Equation.3">
                    <p:embed/>
                    <p:pic>
                      <p:nvPicPr>
                        <p:cNvPr id="0" name="图片 3335"/>
                        <p:cNvPicPr/>
                        <p:nvPr/>
                      </p:nvPicPr>
                      <p:blipFill>
                        <a:blip r:embed="rId20">
                          <a:clrChange>
                            <a:clrFrom>
                              <a:srgbClr val="000000"/>
                            </a:clrFrom>
                            <a:clrTo>
                              <a:srgbClr val="FFFFFF"/>
                            </a:clrTo>
                          </a:clrChange>
                        </a:blip>
                        <a:stretch>
                          <a:fillRect/>
                        </a:stretch>
                      </p:blipFill>
                      <p:spPr>
                        <a:xfrm>
                          <a:off x="3470" y="1480"/>
                          <a:ext cx="242" cy="417"/>
                        </a:xfrm>
                        <a:prstGeom prst="rect">
                          <a:avLst/>
                        </a:prstGeom>
                        <a:noFill/>
                        <a:ln w="38100">
                          <a:noFill/>
                          <a:miter/>
                        </a:ln>
                      </p:spPr>
                    </p:pic>
                  </p:oleObj>
                </mc:Fallback>
              </mc:AlternateContent>
            </a:graphicData>
          </a:graphic>
        </p:graphicFrame>
        <p:graphicFrame>
          <p:nvGraphicFramePr>
            <p:cNvPr id="46086" name="Object 63"/>
            <p:cNvGraphicFramePr/>
            <p:nvPr/>
          </p:nvGraphicFramePr>
          <p:xfrm>
            <a:off x="3697" y="1925"/>
            <a:ext cx="306" cy="417"/>
          </p:xfrm>
          <a:graphic>
            <a:graphicData uri="http://schemas.openxmlformats.org/presentationml/2006/ole">
              <mc:AlternateContent xmlns:mc="http://schemas.openxmlformats.org/markup-compatibility/2006">
                <mc:Choice xmlns:v="urn:schemas-microsoft-com:vml" Requires="v">
                  <p:oleObj spid="_x0000_s3334" name="" r:id="rId21" imgW="241300" imgH="330200" progId="Equation.3">
                    <p:embed/>
                  </p:oleObj>
                </mc:Choice>
                <mc:Fallback>
                  <p:oleObj name="" r:id="rId21" imgW="241300" imgH="330200" progId="Equation.3">
                    <p:embed/>
                    <p:pic>
                      <p:nvPicPr>
                        <p:cNvPr id="0" name="图片 3333"/>
                        <p:cNvPicPr/>
                        <p:nvPr/>
                      </p:nvPicPr>
                      <p:blipFill>
                        <a:blip r:embed="rId22">
                          <a:clrChange>
                            <a:clrFrom>
                              <a:srgbClr val="000000"/>
                            </a:clrFrom>
                            <a:clrTo>
                              <a:srgbClr val="FFFFFF"/>
                            </a:clrTo>
                          </a:clrChange>
                        </a:blip>
                        <a:stretch>
                          <a:fillRect/>
                        </a:stretch>
                      </p:blipFill>
                      <p:spPr>
                        <a:xfrm>
                          <a:off x="3697" y="1925"/>
                          <a:ext cx="306" cy="417"/>
                        </a:xfrm>
                        <a:prstGeom prst="rect">
                          <a:avLst/>
                        </a:prstGeom>
                        <a:noFill/>
                        <a:ln w="38100">
                          <a:noFill/>
                          <a:miter/>
                        </a:ln>
                      </p:spPr>
                    </p:pic>
                  </p:oleObj>
                </mc:Fallback>
              </mc:AlternateContent>
            </a:graphicData>
          </a:graphic>
        </p:graphicFrame>
        <p:graphicFrame>
          <p:nvGraphicFramePr>
            <p:cNvPr id="46087" name="Object 64"/>
            <p:cNvGraphicFramePr/>
            <p:nvPr/>
          </p:nvGraphicFramePr>
          <p:xfrm>
            <a:off x="2079" y="1919"/>
            <a:ext cx="290" cy="417"/>
          </p:xfrm>
          <a:graphic>
            <a:graphicData uri="http://schemas.openxmlformats.org/presentationml/2006/ole">
              <mc:AlternateContent xmlns:mc="http://schemas.openxmlformats.org/markup-compatibility/2006">
                <mc:Choice xmlns:v="urn:schemas-microsoft-com:vml" Requires="v">
                  <p:oleObj spid="_x0000_s3335" name="" r:id="rId23" imgW="228600" imgH="330200" progId="Equation.3">
                    <p:embed/>
                  </p:oleObj>
                </mc:Choice>
                <mc:Fallback>
                  <p:oleObj name="" r:id="rId23" imgW="228600" imgH="330200" progId="Equation.3">
                    <p:embed/>
                    <p:pic>
                      <p:nvPicPr>
                        <p:cNvPr id="0" name="图片 3334"/>
                        <p:cNvPicPr/>
                        <p:nvPr/>
                      </p:nvPicPr>
                      <p:blipFill>
                        <a:blip r:embed="rId24">
                          <a:clrChange>
                            <a:clrFrom>
                              <a:srgbClr val="000000"/>
                            </a:clrFrom>
                            <a:clrTo>
                              <a:srgbClr val="FFFFFF"/>
                            </a:clrTo>
                          </a:clrChange>
                        </a:blip>
                        <a:stretch>
                          <a:fillRect/>
                        </a:stretch>
                      </p:blipFill>
                      <p:spPr>
                        <a:xfrm>
                          <a:off x="2079" y="1919"/>
                          <a:ext cx="290" cy="417"/>
                        </a:xfrm>
                        <a:prstGeom prst="rect">
                          <a:avLst/>
                        </a:prstGeom>
                        <a:noFill/>
                        <a:ln w="38100">
                          <a:noFill/>
                          <a:miter/>
                        </a:ln>
                      </p:spPr>
                    </p:pic>
                  </p:oleObj>
                </mc:Fallback>
              </mc:AlternateContent>
            </a:graphicData>
          </a:graphic>
        </p:graphicFrame>
      </p:grpSp>
      <p:sp>
        <p:nvSpPr>
          <p:cNvPr id="48193" name="Rectangle 65"/>
          <p:cNvSpPr/>
          <p:nvPr/>
        </p:nvSpPr>
        <p:spPr>
          <a:xfrm>
            <a:off x="2479675" y="730250"/>
            <a:ext cx="4476750" cy="3562350"/>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8194" name="Freeform 66"/>
          <p:cNvSpPr/>
          <p:nvPr/>
        </p:nvSpPr>
        <p:spPr>
          <a:xfrm>
            <a:off x="6089650" y="1352550"/>
            <a:ext cx="742950" cy="1638300"/>
          </a:xfrm>
          <a:custGeom>
            <a:avLst/>
            <a:gdLst>
              <a:gd name="txL" fmla="*/ 0 w 468"/>
              <a:gd name="txT" fmla="*/ 0 h 1032"/>
              <a:gd name="txR" fmla="*/ 468 w 468"/>
              <a:gd name="txB" fmla="*/ 1032 h 1032"/>
            </a:gdLst>
            <a:ahLst/>
            <a:cxnLst>
              <a:cxn ang="0">
                <a:pos x="0" y="0"/>
              </a:cxn>
              <a:cxn ang="0">
                <a:pos x="742950" y="828675"/>
              </a:cxn>
              <a:cxn ang="0">
                <a:pos x="38100" y="1638300"/>
              </a:cxn>
            </a:cxnLst>
            <a:rect l="txL" t="txT" r="txR" b="txB"/>
            <a:pathLst>
              <a:path w="468" h="1032">
                <a:moveTo>
                  <a:pt x="0" y="0"/>
                </a:moveTo>
                <a:lnTo>
                  <a:pt x="468" y="522"/>
                </a:lnTo>
                <a:lnTo>
                  <a:pt x="24" y="103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8195" name="Freeform 67"/>
          <p:cNvSpPr/>
          <p:nvPr/>
        </p:nvSpPr>
        <p:spPr>
          <a:xfrm>
            <a:off x="6089650" y="2266950"/>
            <a:ext cx="742950" cy="1638300"/>
          </a:xfrm>
          <a:custGeom>
            <a:avLst/>
            <a:gdLst>
              <a:gd name="txL" fmla="*/ 0 w 468"/>
              <a:gd name="txT" fmla="*/ 0 h 1032"/>
              <a:gd name="txR" fmla="*/ 468 w 468"/>
              <a:gd name="txB" fmla="*/ 1032 h 1032"/>
            </a:gdLst>
            <a:ahLst/>
            <a:cxnLst>
              <a:cxn ang="0">
                <a:pos x="0" y="0"/>
              </a:cxn>
              <a:cxn ang="0">
                <a:pos x="742950" y="828675"/>
              </a:cxn>
              <a:cxn ang="0">
                <a:pos x="38100" y="1638300"/>
              </a:cxn>
            </a:cxnLst>
            <a:rect l="txL" t="txT" r="txR" b="txB"/>
            <a:pathLst>
              <a:path w="468" h="1032">
                <a:moveTo>
                  <a:pt x="0" y="0"/>
                </a:moveTo>
                <a:lnTo>
                  <a:pt x="468" y="522"/>
                </a:lnTo>
                <a:lnTo>
                  <a:pt x="24" y="103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8196" name="Freeform 68"/>
          <p:cNvSpPr/>
          <p:nvPr/>
        </p:nvSpPr>
        <p:spPr>
          <a:xfrm>
            <a:off x="2708275" y="1333500"/>
            <a:ext cx="742950" cy="1628775"/>
          </a:xfrm>
          <a:custGeom>
            <a:avLst/>
            <a:gdLst>
              <a:gd name="txL" fmla="*/ 0 w 468"/>
              <a:gd name="txT" fmla="*/ 0 h 1026"/>
              <a:gd name="txR" fmla="*/ 468 w 468"/>
              <a:gd name="txB" fmla="*/ 1026 h 1026"/>
            </a:gdLst>
            <a:ahLst/>
            <a:cxnLst>
              <a:cxn ang="0">
                <a:pos x="742950" y="0"/>
              </a:cxn>
              <a:cxn ang="0">
                <a:pos x="0" y="828675"/>
              </a:cxn>
              <a:cxn ang="0">
                <a:pos x="733425" y="1628775"/>
              </a:cxn>
            </a:cxnLst>
            <a:rect l="txL" t="txT" r="txR" b="txB"/>
            <a:pathLst>
              <a:path w="468" h="1026">
                <a:moveTo>
                  <a:pt x="468" y="0"/>
                </a:moveTo>
                <a:lnTo>
                  <a:pt x="0" y="522"/>
                </a:lnTo>
                <a:lnTo>
                  <a:pt x="462" y="1026"/>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8197" name="Freeform 69"/>
          <p:cNvSpPr/>
          <p:nvPr/>
        </p:nvSpPr>
        <p:spPr>
          <a:xfrm>
            <a:off x="2698750" y="2276475"/>
            <a:ext cx="742950" cy="1628775"/>
          </a:xfrm>
          <a:custGeom>
            <a:avLst/>
            <a:gdLst>
              <a:gd name="txL" fmla="*/ 0 w 468"/>
              <a:gd name="txT" fmla="*/ 0 h 1026"/>
              <a:gd name="txR" fmla="*/ 468 w 468"/>
              <a:gd name="txB" fmla="*/ 1026 h 1026"/>
            </a:gdLst>
            <a:ahLst/>
            <a:cxnLst>
              <a:cxn ang="0">
                <a:pos x="742950" y="0"/>
              </a:cxn>
              <a:cxn ang="0">
                <a:pos x="0" y="828675"/>
              </a:cxn>
              <a:cxn ang="0">
                <a:pos x="733425" y="1628775"/>
              </a:cxn>
            </a:cxnLst>
            <a:rect l="txL" t="txT" r="txR" b="txB"/>
            <a:pathLst>
              <a:path w="468" h="1026">
                <a:moveTo>
                  <a:pt x="468" y="0"/>
                </a:moveTo>
                <a:lnTo>
                  <a:pt x="0" y="522"/>
                </a:lnTo>
                <a:lnTo>
                  <a:pt x="462" y="1026"/>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8198" name="Object 70"/>
          <p:cNvGraphicFramePr/>
          <p:nvPr/>
        </p:nvGraphicFramePr>
        <p:xfrm>
          <a:off x="323850" y="5157788"/>
          <a:ext cx="3978275" cy="1323975"/>
        </p:xfrm>
        <a:graphic>
          <a:graphicData uri="http://schemas.openxmlformats.org/presentationml/2006/ole">
            <mc:AlternateContent xmlns:mc="http://schemas.openxmlformats.org/markup-compatibility/2006">
              <mc:Choice xmlns:v="urn:schemas-microsoft-com:vml" Requires="v">
                <p:oleObj spid="_x0000_s3337" name="" r:id="rId25" imgW="1561465" imgH="520700" progId="Equation.3">
                  <p:embed/>
                </p:oleObj>
              </mc:Choice>
              <mc:Fallback>
                <p:oleObj name="" r:id="rId25" imgW="1561465" imgH="520700" progId="Equation.3">
                  <p:embed/>
                  <p:pic>
                    <p:nvPicPr>
                      <p:cNvPr id="0" name="图片 3336"/>
                      <p:cNvPicPr/>
                      <p:nvPr/>
                    </p:nvPicPr>
                    <p:blipFill>
                      <a:blip r:embed="rId26">
                        <a:clrChange>
                          <a:clrFrom>
                            <a:srgbClr val="000000"/>
                          </a:clrFrom>
                          <a:clrTo>
                            <a:srgbClr val="FFFFFF"/>
                          </a:clrTo>
                        </a:clrChange>
                      </a:blip>
                      <a:stretch>
                        <a:fillRect/>
                      </a:stretch>
                    </p:blipFill>
                    <p:spPr>
                      <a:xfrm>
                        <a:off x="323850" y="5157788"/>
                        <a:ext cx="3978275" cy="1323975"/>
                      </a:xfrm>
                      <a:prstGeom prst="rect">
                        <a:avLst/>
                      </a:prstGeom>
                      <a:noFill/>
                      <a:ln w="38100">
                        <a:noFill/>
                        <a:miter/>
                      </a:ln>
                    </p:spPr>
                  </p:pic>
                </p:oleObj>
              </mc:Fallback>
            </mc:AlternateContent>
          </a:graphicData>
        </a:graphic>
      </p:graphicFrame>
      <p:graphicFrame>
        <p:nvGraphicFramePr>
          <p:cNvPr id="48199" name="Object 71"/>
          <p:cNvGraphicFramePr/>
          <p:nvPr/>
        </p:nvGraphicFramePr>
        <p:xfrm>
          <a:off x="4572000" y="5084763"/>
          <a:ext cx="4052888" cy="1350962"/>
        </p:xfrm>
        <a:graphic>
          <a:graphicData uri="http://schemas.openxmlformats.org/presentationml/2006/ole">
            <mc:AlternateContent xmlns:mc="http://schemas.openxmlformats.org/markup-compatibility/2006">
              <mc:Choice xmlns:v="urn:schemas-microsoft-com:vml" Requires="v">
                <p:oleObj spid="_x0000_s3338" name="" r:id="rId27" imgW="1561465" imgH="520700" progId="Equation.3">
                  <p:embed/>
                </p:oleObj>
              </mc:Choice>
              <mc:Fallback>
                <p:oleObj name="" r:id="rId27" imgW="1561465" imgH="520700" progId="Equation.3">
                  <p:embed/>
                  <p:pic>
                    <p:nvPicPr>
                      <p:cNvPr id="0" name="图片 3337"/>
                      <p:cNvPicPr/>
                      <p:nvPr/>
                    </p:nvPicPr>
                    <p:blipFill>
                      <a:blip r:embed="rId28">
                        <a:clrChange>
                          <a:clrFrom>
                            <a:srgbClr val="000000"/>
                          </a:clrFrom>
                          <a:clrTo>
                            <a:srgbClr val="FFFFFF"/>
                          </a:clrTo>
                        </a:clrChange>
                      </a:blip>
                      <a:stretch>
                        <a:fillRect/>
                      </a:stretch>
                    </p:blipFill>
                    <p:spPr>
                      <a:xfrm>
                        <a:off x="4572000" y="5084763"/>
                        <a:ext cx="4052888" cy="1350962"/>
                      </a:xfrm>
                      <a:prstGeom prst="rect">
                        <a:avLst/>
                      </a:prstGeom>
                      <a:noFill/>
                      <a:ln w="38100">
                        <a:noFill/>
                        <a:miter/>
                      </a:ln>
                    </p:spPr>
                  </p:pic>
                </p:oleObj>
              </mc:Fallback>
            </mc:AlternateContent>
          </a:graphicData>
        </a:graphic>
      </p:graphicFrame>
      <p:sp>
        <p:nvSpPr>
          <p:cNvPr id="48200" name="Text Box 72"/>
          <p:cNvSpPr txBox="1"/>
          <p:nvPr/>
        </p:nvSpPr>
        <p:spPr>
          <a:xfrm>
            <a:off x="684213" y="4437063"/>
            <a:ext cx="3816350"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并联采用</a:t>
            </a:r>
            <a:r>
              <a:rPr lang="en-US" altLang="zh-CN" b="0" i="1" dirty="0">
                <a:latin typeface="Times New Roman" panose="02020603050405020304" pitchFamily="18" charset="0"/>
              </a:rPr>
              <a:t>Y</a:t>
            </a:r>
            <a:r>
              <a:rPr lang="en-US" altLang="zh-CN" b="0"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参数方便。</a:t>
            </a:r>
            <a:endParaRPr lang="zh-CN" altLang="en-US" dirty="0">
              <a:solidFill>
                <a:srgbClr val="FFFF00"/>
              </a:solidFill>
              <a:latin typeface="楷体_GB2312" pitchFamily="49" charset="-122"/>
            </a:endParaRPr>
          </a:p>
        </p:txBody>
      </p:sp>
      <p:grpSp>
        <p:nvGrpSpPr>
          <p:cNvPr id="46107" name="Group 77"/>
          <p:cNvGrpSpPr/>
          <p:nvPr/>
        </p:nvGrpSpPr>
        <p:grpSpPr>
          <a:xfrm>
            <a:off x="8316913" y="6446838"/>
            <a:ext cx="792162" cy="366712"/>
            <a:chOff x="5193" y="4020"/>
            <a:chExt cx="499" cy="231"/>
          </a:xfrm>
        </p:grpSpPr>
        <p:pic>
          <p:nvPicPr>
            <p:cNvPr id="46115" name="Picture 78" descr="78900"/>
            <p:cNvPicPr>
              <a:picLocks noChangeAspect="1"/>
            </p:cNvPicPr>
            <p:nvPr/>
          </p:nvPicPr>
          <p:blipFill>
            <a:blip r:embed="rId29"/>
            <a:stretch>
              <a:fillRect/>
            </a:stretch>
          </p:blipFill>
          <p:spPr>
            <a:xfrm>
              <a:off x="5193" y="4066"/>
              <a:ext cx="499" cy="181"/>
            </a:xfrm>
            <a:prstGeom prst="rect">
              <a:avLst/>
            </a:prstGeom>
            <a:noFill/>
            <a:ln w="9525">
              <a:noFill/>
            </a:ln>
          </p:spPr>
        </p:pic>
        <p:sp>
          <p:nvSpPr>
            <p:cNvPr id="46116" name="Text Box 7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6108" name="Group 80"/>
          <p:cNvGrpSpPr/>
          <p:nvPr/>
        </p:nvGrpSpPr>
        <p:grpSpPr>
          <a:xfrm>
            <a:off x="7453313" y="6446838"/>
            <a:ext cx="792162" cy="366712"/>
            <a:chOff x="4649" y="4020"/>
            <a:chExt cx="499" cy="231"/>
          </a:xfrm>
        </p:grpSpPr>
        <p:pic>
          <p:nvPicPr>
            <p:cNvPr id="46113" name="Picture 81" descr="78900"/>
            <p:cNvPicPr>
              <a:picLocks noChangeAspect="1"/>
            </p:cNvPicPr>
            <p:nvPr/>
          </p:nvPicPr>
          <p:blipFill>
            <a:blip r:embed="rId29"/>
            <a:stretch>
              <a:fillRect/>
            </a:stretch>
          </p:blipFill>
          <p:spPr>
            <a:xfrm>
              <a:off x="4649" y="4066"/>
              <a:ext cx="499" cy="181"/>
            </a:xfrm>
            <a:prstGeom prst="rect">
              <a:avLst/>
            </a:prstGeom>
            <a:noFill/>
            <a:ln w="9525">
              <a:noFill/>
            </a:ln>
          </p:spPr>
        </p:pic>
        <p:sp>
          <p:nvSpPr>
            <p:cNvPr id="46114" name="Text Box 8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6109" name="Group 89"/>
          <p:cNvGrpSpPr/>
          <p:nvPr/>
        </p:nvGrpSpPr>
        <p:grpSpPr>
          <a:xfrm>
            <a:off x="6588125" y="6446838"/>
            <a:ext cx="792163" cy="366712"/>
            <a:chOff x="4649" y="4020"/>
            <a:chExt cx="499" cy="231"/>
          </a:xfrm>
        </p:grpSpPr>
        <p:pic>
          <p:nvPicPr>
            <p:cNvPr id="46111" name="Picture 90" descr="78900"/>
            <p:cNvPicPr>
              <a:picLocks noChangeAspect="1"/>
            </p:cNvPicPr>
            <p:nvPr/>
          </p:nvPicPr>
          <p:blipFill>
            <a:blip r:embed="rId29"/>
            <a:stretch>
              <a:fillRect/>
            </a:stretch>
          </p:blipFill>
          <p:spPr>
            <a:xfrm>
              <a:off x="4649" y="4066"/>
              <a:ext cx="499" cy="181"/>
            </a:xfrm>
            <a:prstGeom prst="rect">
              <a:avLst/>
            </a:prstGeom>
            <a:noFill/>
            <a:ln w="9525">
              <a:noFill/>
            </a:ln>
          </p:spPr>
        </p:pic>
        <p:sp>
          <p:nvSpPr>
            <p:cNvPr id="46112" name="Text Box 9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
        <p:nvSpPr>
          <p:cNvPr id="48224" name="Text Box 96"/>
          <p:cNvSpPr txBox="1"/>
          <p:nvPr/>
        </p:nvSpPr>
        <p:spPr>
          <a:xfrm>
            <a:off x="4284663" y="5589588"/>
            <a:ext cx="287337" cy="519112"/>
          </a:xfrm>
          <a:prstGeom prst="rect">
            <a:avLst/>
          </a:prstGeom>
          <a:noFill/>
          <a:ln w="9525">
            <a:noFill/>
          </a:ln>
        </p:spPr>
        <p:txBody>
          <a:bodyPr>
            <a:spAutoFit/>
          </a:bodyPr>
          <a:p>
            <a:pPr>
              <a:spcBef>
                <a:spcPct val="50000"/>
              </a:spcBef>
            </a:pPr>
            <a:r>
              <a:rPr lang="zh-CN" altLang="en-US" dirty="0">
                <a:latin typeface="Arial" panose="020B0604020202020204" pitchFamily="34" charset="0"/>
              </a:rPr>
              <a:t>，</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additive="base">
                                        <p:cTn id="7" dur="500" fill="hold"/>
                                        <p:tgtEl>
                                          <p:spTgt spid="48130"/>
                                        </p:tgtEl>
                                        <p:attrNameLst>
                                          <p:attrName>ppt_x</p:attrName>
                                        </p:attrNameLst>
                                      </p:cBhvr>
                                      <p:tavLst>
                                        <p:tav tm="0">
                                          <p:val>
                                            <p:strVal val="0-#ppt_w/2"/>
                                          </p:val>
                                        </p:tav>
                                        <p:tav tm="100000">
                                          <p:val>
                                            <p:strVal val="#ppt_x"/>
                                          </p:val>
                                        </p:tav>
                                      </p:tavLst>
                                    </p:anim>
                                    <p:anim calcmode="lin" valueType="num">
                                      <p:cBhvr additive="base">
                                        <p:cTn id="8" dur="500" fill="hold"/>
                                        <p:tgtEl>
                                          <p:spTgt spid="4813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8196"/>
                                        </p:tgtEl>
                                        <p:attrNameLst>
                                          <p:attrName>style.visibility</p:attrName>
                                        </p:attrNameLst>
                                      </p:cBhvr>
                                      <p:to>
                                        <p:strVal val="visible"/>
                                      </p:to>
                                    </p:set>
                                    <p:animEffect transition="in" filter="wipe(up)">
                                      <p:cBhvr>
                                        <p:cTn id="22" dur="500"/>
                                        <p:tgtEl>
                                          <p:spTgt spid="481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8197"/>
                                        </p:tgtEl>
                                        <p:attrNameLst>
                                          <p:attrName>style.visibility</p:attrName>
                                        </p:attrNameLst>
                                      </p:cBhvr>
                                      <p:to>
                                        <p:strVal val="visible"/>
                                      </p:to>
                                    </p:set>
                                    <p:animEffect transition="in" filter="wipe(up)">
                                      <p:cBhvr>
                                        <p:cTn id="27" dur="500"/>
                                        <p:tgtEl>
                                          <p:spTgt spid="4819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8194"/>
                                        </p:tgtEl>
                                        <p:attrNameLst>
                                          <p:attrName>style.visibility</p:attrName>
                                        </p:attrNameLst>
                                      </p:cBhvr>
                                      <p:to>
                                        <p:strVal val="visible"/>
                                      </p:to>
                                    </p:set>
                                    <p:animEffect transition="in" filter="wipe(up)">
                                      <p:cBhvr>
                                        <p:cTn id="32" dur="500"/>
                                        <p:tgtEl>
                                          <p:spTgt spid="4819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8195"/>
                                        </p:tgtEl>
                                        <p:attrNameLst>
                                          <p:attrName>style.visibility</p:attrName>
                                        </p:attrNameLst>
                                      </p:cBhvr>
                                      <p:to>
                                        <p:strVal val="visible"/>
                                      </p:to>
                                    </p:set>
                                    <p:animEffect transition="in" filter="wipe(up)">
                                      <p:cBhvr>
                                        <p:cTn id="37" dur="500"/>
                                        <p:tgtEl>
                                          <p:spTgt spid="4819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0-#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par>
                          <p:cTn id="44" fill="hold">
                            <p:stCondLst>
                              <p:cond delay="500"/>
                            </p:stCondLst>
                            <p:childTnLst>
                              <p:par>
                                <p:cTn id="45" presetID="2" presetClass="entr" presetSubtype="2" fill="hold" nodeType="after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1+#ppt_w/2"/>
                                          </p:val>
                                        </p:tav>
                                        <p:tav tm="100000">
                                          <p:val>
                                            <p:strVal val="#ppt_x"/>
                                          </p:val>
                                        </p:tav>
                                      </p:tavLst>
                                    </p:anim>
                                    <p:anim calcmode="lin" valueType="num">
                                      <p:cBhvr additive="base">
                                        <p:cTn id="4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288" fill="hold" grpId="0" nodeType="clickEffect">
                                  <p:stCondLst>
                                    <p:cond delay="0"/>
                                  </p:stCondLst>
                                  <p:childTnLst>
                                    <p:set>
                                      <p:cBhvr>
                                        <p:cTn id="52" dur="1" fill="hold">
                                          <p:stCondLst>
                                            <p:cond delay="0"/>
                                          </p:stCondLst>
                                        </p:cTn>
                                        <p:tgtEl>
                                          <p:spTgt spid="48193"/>
                                        </p:tgtEl>
                                        <p:attrNameLst>
                                          <p:attrName>style.visibility</p:attrName>
                                        </p:attrNameLst>
                                      </p:cBhvr>
                                      <p:to>
                                        <p:strVal val="visible"/>
                                      </p:to>
                                    </p:set>
                                    <p:anim calcmode="lin" valueType="num">
                                      <p:cBhvr>
                                        <p:cTn id="53" dur="500" fill="hold"/>
                                        <p:tgtEl>
                                          <p:spTgt spid="48193"/>
                                        </p:tgtEl>
                                        <p:attrNameLst>
                                          <p:attrName>ppt_w</p:attrName>
                                        </p:attrNameLst>
                                      </p:cBhvr>
                                      <p:tavLst>
                                        <p:tav tm="0">
                                          <p:val>
                                            <p:strVal val="4/3*#ppt_w"/>
                                          </p:val>
                                        </p:tav>
                                        <p:tav tm="100000">
                                          <p:val>
                                            <p:strVal val="#ppt_w"/>
                                          </p:val>
                                        </p:tav>
                                      </p:tavLst>
                                    </p:anim>
                                    <p:anim calcmode="lin" valueType="num">
                                      <p:cBhvr>
                                        <p:cTn id="54" dur="500" fill="hold"/>
                                        <p:tgtEl>
                                          <p:spTgt spid="48193"/>
                                        </p:tgtEl>
                                        <p:attrNameLst>
                                          <p:attrName>ppt_h</p:attrName>
                                        </p:attrNameLst>
                                      </p:cBhvr>
                                      <p:tavLst>
                                        <p:tav tm="0">
                                          <p:val>
                                            <p:strVal val="4/3*#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48200">
                                            <p:txEl>
                                              <p:charRg st="0" end="12"/>
                                            </p:txEl>
                                          </p:spTgt>
                                        </p:tgtEl>
                                        <p:attrNameLst>
                                          <p:attrName>style.visibility</p:attrName>
                                        </p:attrNameLst>
                                      </p:cBhvr>
                                      <p:to>
                                        <p:strVal val="visible"/>
                                      </p:to>
                                    </p:set>
                                    <p:anim calcmode="lin" valueType="num">
                                      <p:cBhvr additive="base">
                                        <p:cTn id="59" dur="500" fill="hold"/>
                                        <p:tgtEl>
                                          <p:spTgt spid="48200">
                                            <p:txEl>
                                              <p:charRg st="0" end="12"/>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48200">
                                            <p:txEl>
                                              <p:charRg st="0" end="12"/>
                                            </p:txEl>
                                          </p:spTgt>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8198"/>
                                        </p:tgtEl>
                                        <p:attrNameLst>
                                          <p:attrName>style.visibility</p:attrName>
                                        </p:attrNameLst>
                                      </p:cBhvr>
                                      <p:to>
                                        <p:strVal val="visible"/>
                                      </p:to>
                                    </p:set>
                                    <p:animEffect transition="in" filter="wipe(left)">
                                      <p:cBhvr>
                                        <p:cTn id="65" dur="500"/>
                                        <p:tgtEl>
                                          <p:spTgt spid="48198"/>
                                        </p:tgtEl>
                                      </p:cBhvr>
                                    </p:animEffect>
                                  </p:childTnLst>
                                </p:cTn>
                              </p:par>
                            </p:childTnLst>
                          </p:cTn>
                        </p:par>
                        <p:par>
                          <p:cTn id="66" fill="hold">
                            <p:stCondLst>
                              <p:cond delay="500"/>
                            </p:stCondLst>
                            <p:childTnLst>
                              <p:par>
                                <p:cTn id="67" presetID="3" presetClass="entr" presetSubtype="10" fill="hold" grpId="0" nodeType="afterEffect">
                                  <p:stCondLst>
                                    <p:cond delay="0"/>
                                  </p:stCondLst>
                                  <p:childTnLst>
                                    <p:set>
                                      <p:cBhvr>
                                        <p:cTn id="68" dur="1" fill="hold">
                                          <p:stCondLst>
                                            <p:cond delay="0"/>
                                          </p:stCondLst>
                                        </p:cTn>
                                        <p:tgtEl>
                                          <p:spTgt spid="48224"/>
                                        </p:tgtEl>
                                        <p:attrNameLst>
                                          <p:attrName>style.visibility</p:attrName>
                                        </p:attrNameLst>
                                      </p:cBhvr>
                                      <p:to>
                                        <p:strVal val="visible"/>
                                      </p:to>
                                    </p:set>
                                    <p:animEffect transition="in" filter="blinds(horizontal)">
                                      <p:cBhvr>
                                        <p:cTn id="69" dur="500"/>
                                        <p:tgtEl>
                                          <p:spTgt spid="4822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48199"/>
                                        </p:tgtEl>
                                        <p:attrNameLst>
                                          <p:attrName>style.visibility</p:attrName>
                                        </p:attrNameLst>
                                      </p:cBhvr>
                                      <p:to>
                                        <p:strVal val="visible"/>
                                      </p:to>
                                    </p:set>
                                    <p:animEffect transition="in" filter="wipe(left)">
                                      <p:cBhvr>
                                        <p:cTn id="74" dur="500"/>
                                        <p:tgtEl>
                                          <p:spTgt spid="4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P spid="48193" grpId="0" animBg="1"/>
      <p:bldP spid="48194" grpId="0" animBg="1"/>
      <p:bldP spid="48195" grpId="0" animBg="1"/>
      <p:bldP spid="48196" grpId="0" animBg="1"/>
      <p:bldP spid="48197" grpId="0" animBg="1"/>
      <p:bldP spid="48200" grpId="0" build="p"/>
      <p:bldP spid="4822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89"/>
          <p:cNvGrpSpPr/>
          <p:nvPr/>
        </p:nvGrpSpPr>
        <p:grpSpPr>
          <a:xfrm>
            <a:off x="1403350" y="620713"/>
            <a:ext cx="6470650" cy="3684587"/>
            <a:chOff x="884" y="391"/>
            <a:chExt cx="4076" cy="2321"/>
          </a:xfrm>
        </p:grpSpPr>
        <p:sp>
          <p:nvSpPr>
            <p:cNvPr id="47131" name="Rectangle 4"/>
            <p:cNvSpPr/>
            <p:nvPr/>
          </p:nvSpPr>
          <p:spPr>
            <a:xfrm>
              <a:off x="2539" y="720"/>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zh-CN" sz="2400" b="0" dirty="0">
                <a:solidFill>
                  <a:srgbClr val="FFFF00"/>
                </a:solidFill>
                <a:latin typeface="Arial" panose="020B0604020202020204" pitchFamily="34" charset="0"/>
                <a:ea typeface="仿宋_GB2312" pitchFamily="49" charset="-122"/>
              </a:endParaRPr>
            </a:p>
          </p:txBody>
        </p:sp>
        <p:sp>
          <p:nvSpPr>
            <p:cNvPr id="47132" name="Rectangle 5"/>
            <p:cNvSpPr/>
            <p:nvPr/>
          </p:nvSpPr>
          <p:spPr>
            <a:xfrm>
              <a:off x="2777" y="917"/>
              <a:ext cx="247" cy="346"/>
            </a:xfrm>
            <a:prstGeom prst="rect">
              <a:avLst/>
            </a:prstGeom>
            <a:noFill/>
            <a:ln w="28575">
              <a:noFill/>
            </a:ln>
          </p:spPr>
          <p:txBody>
            <a:bodyPr wrap="none" lIns="0" tIns="0" rIns="0" bIns="0">
              <a:spAutoFit/>
            </a:bodyPr>
            <a:p>
              <a:pPr algn="ctr"/>
              <a:r>
                <a:rPr lang="en-US" altLang="zh-CN" sz="3600" i="1" dirty="0">
                  <a:latin typeface="Times New Roman" panose="02020603050405020304" pitchFamily="18" charset="0"/>
                  <a:ea typeface="宋体" panose="02010600030101010101" pitchFamily="2" charset="-122"/>
                </a:rPr>
                <a:t>Y</a:t>
              </a:r>
              <a:r>
                <a:rPr lang="en-US" altLang="zh-CN" sz="36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3600"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47133" name="Line 6"/>
            <p:cNvSpPr/>
            <p:nvPr/>
          </p:nvSpPr>
          <p:spPr>
            <a:xfrm>
              <a:off x="2133" y="838"/>
              <a:ext cx="418" cy="1"/>
            </a:xfrm>
            <a:prstGeom prst="line">
              <a:avLst/>
            </a:prstGeom>
            <a:ln w="28575" cap="flat" cmpd="sng">
              <a:solidFill>
                <a:srgbClr val="FFCC00"/>
              </a:solidFill>
              <a:prstDash val="solid"/>
              <a:headEnd type="none" w="med" len="med"/>
              <a:tailEnd type="none" w="med" len="med"/>
            </a:ln>
          </p:spPr>
        </p:sp>
        <p:sp>
          <p:nvSpPr>
            <p:cNvPr id="47134" name="Line 7"/>
            <p:cNvSpPr/>
            <p:nvPr/>
          </p:nvSpPr>
          <p:spPr>
            <a:xfrm flipV="1">
              <a:off x="2127" y="1428"/>
              <a:ext cx="418" cy="0"/>
            </a:xfrm>
            <a:prstGeom prst="line">
              <a:avLst/>
            </a:prstGeom>
            <a:ln w="28575" cap="flat" cmpd="sng">
              <a:solidFill>
                <a:srgbClr val="FFCC00"/>
              </a:solidFill>
              <a:prstDash val="solid"/>
              <a:headEnd type="none" w="med" len="med"/>
              <a:tailEnd type="none" w="med" len="med"/>
            </a:ln>
          </p:spPr>
        </p:sp>
        <p:sp>
          <p:nvSpPr>
            <p:cNvPr id="47135" name="Line 8"/>
            <p:cNvSpPr/>
            <p:nvPr/>
          </p:nvSpPr>
          <p:spPr>
            <a:xfrm>
              <a:off x="2200" y="836"/>
              <a:ext cx="294" cy="0"/>
            </a:xfrm>
            <a:prstGeom prst="line">
              <a:avLst/>
            </a:prstGeom>
            <a:ln w="28575" cap="flat" cmpd="sng">
              <a:solidFill>
                <a:srgbClr val="00FFFF"/>
              </a:solidFill>
              <a:prstDash val="solid"/>
              <a:headEnd type="none" w="med" len="med"/>
              <a:tailEnd type="triangle" w="med" len="med"/>
            </a:ln>
          </p:spPr>
        </p:sp>
        <p:sp>
          <p:nvSpPr>
            <p:cNvPr id="47136" name="Text Box 9"/>
            <p:cNvSpPr txBox="1"/>
            <p:nvPr/>
          </p:nvSpPr>
          <p:spPr>
            <a:xfrm>
              <a:off x="1974" y="816"/>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7137" name="Text Box 10"/>
            <p:cNvSpPr txBox="1"/>
            <p:nvPr/>
          </p:nvSpPr>
          <p:spPr>
            <a:xfrm>
              <a:off x="1979" y="1180"/>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7138" name="Line 11"/>
            <p:cNvSpPr/>
            <p:nvPr/>
          </p:nvSpPr>
          <p:spPr>
            <a:xfrm flipV="1">
              <a:off x="3254" y="847"/>
              <a:ext cx="418" cy="5"/>
            </a:xfrm>
            <a:prstGeom prst="line">
              <a:avLst/>
            </a:prstGeom>
            <a:ln w="28575" cap="flat" cmpd="sng">
              <a:solidFill>
                <a:srgbClr val="FFCC00"/>
              </a:solidFill>
              <a:prstDash val="solid"/>
              <a:headEnd type="none" w="med" len="med"/>
              <a:tailEnd type="none" w="med" len="med"/>
            </a:ln>
          </p:spPr>
        </p:sp>
        <p:sp>
          <p:nvSpPr>
            <p:cNvPr id="47139" name="Line 12"/>
            <p:cNvSpPr/>
            <p:nvPr/>
          </p:nvSpPr>
          <p:spPr>
            <a:xfrm>
              <a:off x="3258" y="1433"/>
              <a:ext cx="418" cy="1"/>
            </a:xfrm>
            <a:prstGeom prst="line">
              <a:avLst/>
            </a:prstGeom>
            <a:ln w="28575" cap="flat" cmpd="sng">
              <a:solidFill>
                <a:srgbClr val="FFCC00"/>
              </a:solidFill>
              <a:prstDash val="solid"/>
              <a:headEnd type="none" w="med" len="med"/>
              <a:tailEnd type="none" w="med" len="med"/>
            </a:ln>
          </p:spPr>
        </p:sp>
        <p:sp>
          <p:nvSpPr>
            <p:cNvPr id="47140" name="Line 13"/>
            <p:cNvSpPr/>
            <p:nvPr/>
          </p:nvSpPr>
          <p:spPr>
            <a:xfrm flipH="1">
              <a:off x="3288" y="845"/>
              <a:ext cx="294" cy="0"/>
            </a:xfrm>
            <a:prstGeom prst="line">
              <a:avLst/>
            </a:prstGeom>
            <a:ln w="28575" cap="flat" cmpd="sng">
              <a:solidFill>
                <a:srgbClr val="00FFFF"/>
              </a:solidFill>
              <a:prstDash val="solid"/>
              <a:headEnd type="none" w="med" len="med"/>
              <a:tailEnd type="triangle" w="med" len="med"/>
            </a:ln>
          </p:spPr>
        </p:sp>
        <p:sp>
          <p:nvSpPr>
            <p:cNvPr id="47141" name="Text Box 14"/>
            <p:cNvSpPr txBox="1"/>
            <p:nvPr/>
          </p:nvSpPr>
          <p:spPr>
            <a:xfrm>
              <a:off x="3594" y="822"/>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7142" name="Text Box 15"/>
            <p:cNvSpPr txBox="1"/>
            <p:nvPr/>
          </p:nvSpPr>
          <p:spPr>
            <a:xfrm>
              <a:off x="3605" y="1168"/>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7108" name="Object 16"/>
            <p:cNvGraphicFramePr/>
            <p:nvPr/>
          </p:nvGraphicFramePr>
          <p:xfrm>
            <a:off x="2200" y="391"/>
            <a:ext cx="208" cy="417"/>
          </p:xfrm>
          <a:graphic>
            <a:graphicData uri="http://schemas.openxmlformats.org/presentationml/2006/ole">
              <mc:AlternateContent xmlns:mc="http://schemas.openxmlformats.org/markup-compatibility/2006">
                <mc:Choice xmlns:v="urn:schemas-microsoft-com:vml" Requires="v">
                  <p:oleObj spid="_x0000_s3405" name="" r:id="rId1" imgW="165100" imgH="329565" progId="Equation.3">
                    <p:embed/>
                  </p:oleObj>
                </mc:Choice>
                <mc:Fallback>
                  <p:oleObj name="" r:id="rId1" imgW="165100" imgH="329565" progId="Equation.3">
                    <p:embed/>
                    <p:pic>
                      <p:nvPicPr>
                        <p:cNvPr id="0" name="图片 3404"/>
                        <p:cNvPicPr/>
                        <p:nvPr/>
                      </p:nvPicPr>
                      <p:blipFill>
                        <a:blip r:embed="rId2">
                          <a:clrChange>
                            <a:clrFrom>
                              <a:srgbClr val="000000"/>
                            </a:clrFrom>
                            <a:clrTo>
                              <a:srgbClr val="FFFFFF"/>
                            </a:clrTo>
                          </a:clrChange>
                        </a:blip>
                        <a:stretch>
                          <a:fillRect/>
                        </a:stretch>
                      </p:blipFill>
                      <p:spPr>
                        <a:xfrm>
                          <a:off x="2200" y="391"/>
                          <a:ext cx="208" cy="417"/>
                        </a:xfrm>
                        <a:prstGeom prst="rect">
                          <a:avLst/>
                        </a:prstGeom>
                        <a:noFill/>
                        <a:ln w="38100">
                          <a:noFill/>
                          <a:miter/>
                        </a:ln>
                      </p:spPr>
                    </p:pic>
                  </p:oleObj>
                </mc:Fallback>
              </mc:AlternateContent>
            </a:graphicData>
          </a:graphic>
        </p:graphicFrame>
        <p:sp>
          <p:nvSpPr>
            <p:cNvPr id="47143" name="Oval 17"/>
            <p:cNvSpPr/>
            <p:nvPr/>
          </p:nvSpPr>
          <p:spPr>
            <a:xfrm>
              <a:off x="2059" y="801"/>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44" name="Oval 18"/>
            <p:cNvSpPr/>
            <p:nvPr/>
          </p:nvSpPr>
          <p:spPr>
            <a:xfrm>
              <a:off x="2059" y="139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45" name="Oval 19"/>
            <p:cNvSpPr/>
            <p:nvPr/>
          </p:nvSpPr>
          <p:spPr>
            <a:xfrm>
              <a:off x="3673" y="81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46" name="Oval 20"/>
            <p:cNvSpPr/>
            <p:nvPr/>
          </p:nvSpPr>
          <p:spPr>
            <a:xfrm>
              <a:off x="3679" y="139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7109" name="Object 21"/>
            <p:cNvGraphicFramePr/>
            <p:nvPr/>
          </p:nvGraphicFramePr>
          <p:xfrm>
            <a:off x="3334" y="436"/>
            <a:ext cx="240" cy="417"/>
          </p:xfrm>
          <a:graphic>
            <a:graphicData uri="http://schemas.openxmlformats.org/presentationml/2006/ole">
              <mc:AlternateContent xmlns:mc="http://schemas.openxmlformats.org/markup-compatibility/2006">
                <mc:Choice xmlns:v="urn:schemas-microsoft-com:vml" Requires="v">
                  <p:oleObj spid="_x0000_s3406" name="" r:id="rId3" imgW="190500" imgH="330200" progId="Equation.3">
                    <p:embed/>
                  </p:oleObj>
                </mc:Choice>
                <mc:Fallback>
                  <p:oleObj name="" r:id="rId3" imgW="190500" imgH="330200" progId="Equation.3">
                    <p:embed/>
                    <p:pic>
                      <p:nvPicPr>
                        <p:cNvPr id="0" name="图片 3405"/>
                        <p:cNvPicPr/>
                        <p:nvPr/>
                      </p:nvPicPr>
                      <p:blipFill>
                        <a:blip r:embed="rId4">
                          <a:clrChange>
                            <a:clrFrom>
                              <a:srgbClr val="000000"/>
                            </a:clrFrom>
                            <a:clrTo>
                              <a:srgbClr val="FFFFFF"/>
                            </a:clrTo>
                          </a:clrChange>
                        </a:blip>
                        <a:stretch>
                          <a:fillRect/>
                        </a:stretch>
                      </p:blipFill>
                      <p:spPr>
                        <a:xfrm>
                          <a:off x="3334" y="436"/>
                          <a:ext cx="240" cy="417"/>
                        </a:xfrm>
                        <a:prstGeom prst="rect">
                          <a:avLst/>
                        </a:prstGeom>
                        <a:noFill/>
                        <a:ln w="38100">
                          <a:noFill/>
                          <a:miter/>
                        </a:ln>
                      </p:spPr>
                    </p:pic>
                  </p:oleObj>
                </mc:Fallback>
              </mc:AlternateContent>
            </a:graphicData>
          </a:graphic>
        </p:graphicFrame>
        <p:graphicFrame>
          <p:nvGraphicFramePr>
            <p:cNvPr id="47110" name="Object 22"/>
            <p:cNvGraphicFramePr/>
            <p:nvPr/>
          </p:nvGraphicFramePr>
          <p:xfrm>
            <a:off x="3583" y="892"/>
            <a:ext cx="304" cy="417"/>
          </p:xfrm>
          <a:graphic>
            <a:graphicData uri="http://schemas.openxmlformats.org/presentationml/2006/ole">
              <mc:AlternateContent xmlns:mc="http://schemas.openxmlformats.org/markup-compatibility/2006">
                <mc:Choice xmlns:v="urn:schemas-microsoft-com:vml" Requires="v">
                  <p:oleObj spid="_x0000_s3404" name="" r:id="rId5" imgW="241300" imgH="330200" progId="Equation.3">
                    <p:embed/>
                  </p:oleObj>
                </mc:Choice>
                <mc:Fallback>
                  <p:oleObj name="" r:id="rId5" imgW="241300" imgH="330200" progId="Equation.3">
                    <p:embed/>
                    <p:pic>
                      <p:nvPicPr>
                        <p:cNvPr id="0" name="图片 3403"/>
                        <p:cNvPicPr/>
                        <p:nvPr/>
                      </p:nvPicPr>
                      <p:blipFill>
                        <a:blip r:embed="rId6">
                          <a:clrChange>
                            <a:clrFrom>
                              <a:srgbClr val="000000"/>
                            </a:clrFrom>
                            <a:clrTo>
                              <a:srgbClr val="FFFFFF"/>
                            </a:clrTo>
                          </a:clrChange>
                        </a:blip>
                        <a:stretch>
                          <a:fillRect/>
                        </a:stretch>
                      </p:blipFill>
                      <p:spPr>
                        <a:xfrm>
                          <a:off x="3583" y="892"/>
                          <a:ext cx="304" cy="417"/>
                        </a:xfrm>
                        <a:prstGeom prst="rect">
                          <a:avLst/>
                        </a:prstGeom>
                        <a:noFill/>
                        <a:ln w="38100">
                          <a:noFill/>
                          <a:miter/>
                        </a:ln>
                      </p:spPr>
                    </p:pic>
                  </p:oleObj>
                </mc:Fallback>
              </mc:AlternateContent>
            </a:graphicData>
          </a:graphic>
        </p:graphicFrame>
        <p:graphicFrame>
          <p:nvGraphicFramePr>
            <p:cNvPr id="47111" name="Object 23"/>
            <p:cNvGraphicFramePr/>
            <p:nvPr/>
          </p:nvGraphicFramePr>
          <p:xfrm>
            <a:off x="1973" y="886"/>
            <a:ext cx="272" cy="417"/>
          </p:xfrm>
          <a:graphic>
            <a:graphicData uri="http://schemas.openxmlformats.org/presentationml/2006/ole">
              <mc:AlternateContent xmlns:mc="http://schemas.openxmlformats.org/markup-compatibility/2006">
                <mc:Choice xmlns:v="urn:schemas-microsoft-com:vml" Requires="v">
                  <p:oleObj spid="_x0000_s3407" name="" r:id="rId7" imgW="215900" imgH="329565" progId="Equation.3">
                    <p:embed/>
                  </p:oleObj>
                </mc:Choice>
                <mc:Fallback>
                  <p:oleObj name="" r:id="rId7" imgW="215900" imgH="329565" progId="Equation.3">
                    <p:embed/>
                    <p:pic>
                      <p:nvPicPr>
                        <p:cNvPr id="0" name="图片 3406"/>
                        <p:cNvPicPr/>
                        <p:nvPr/>
                      </p:nvPicPr>
                      <p:blipFill>
                        <a:blip r:embed="rId8">
                          <a:clrChange>
                            <a:clrFrom>
                              <a:srgbClr val="000000"/>
                            </a:clrFrom>
                            <a:clrTo>
                              <a:srgbClr val="FFFFFF"/>
                            </a:clrTo>
                          </a:clrChange>
                        </a:blip>
                        <a:stretch>
                          <a:fillRect/>
                        </a:stretch>
                      </p:blipFill>
                      <p:spPr>
                        <a:xfrm>
                          <a:off x="1973" y="886"/>
                          <a:ext cx="272" cy="417"/>
                        </a:xfrm>
                        <a:prstGeom prst="rect">
                          <a:avLst/>
                        </a:prstGeom>
                        <a:noFill/>
                        <a:ln w="38100">
                          <a:noFill/>
                          <a:miter/>
                        </a:ln>
                      </p:spPr>
                    </p:pic>
                  </p:oleObj>
                </mc:Fallback>
              </mc:AlternateContent>
            </a:graphicData>
          </a:graphic>
        </p:graphicFrame>
        <p:sp>
          <p:nvSpPr>
            <p:cNvPr id="47147" name="Line 25"/>
            <p:cNvSpPr/>
            <p:nvPr/>
          </p:nvSpPr>
          <p:spPr>
            <a:xfrm>
              <a:off x="1044" y="1383"/>
              <a:ext cx="574" cy="1"/>
            </a:xfrm>
            <a:prstGeom prst="line">
              <a:avLst/>
            </a:prstGeom>
            <a:ln w="28575" cap="flat" cmpd="sng">
              <a:solidFill>
                <a:srgbClr val="FF3300"/>
              </a:solidFill>
              <a:prstDash val="solid"/>
              <a:headEnd type="none" w="med" len="med"/>
              <a:tailEnd type="none" w="med" len="med"/>
            </a:ln>
          </p:spPr>
        </p:sp>
        <p:sp>
          <p:nvSpPr>
            <p:cNvPr id="47148" name="Line 26"/>
            <p:cNvSpPr/>
            <p:nvPr/>
          </p:nvSpPr>
          <p:spPr>
            <a:xfrm flipV="1">
              <a:off x="1044" y="1979"/>
              <a:ext cx="562" cy="0"/>
            </a:xfrm>
            <a:prstGeom prst="line">
              <a:avLst/>
            </a:prstGeom>
            <a:ln w="28575" cap="flat" cmpd="sng">
              <a:solidFill>
                <a:srgbClr val="FF3300"/>
              </a:solidFill>
              <a:prstDash val="solid"/>
              <a:headEnd type="none" w="med" len="med"/>
              <a:tailEnd type="none" w="med" len="med"/>
            </a:ln>
          </p:spPr>
        </p:sp>
        <p:sp>
          <p:nvSpPr>
            <p:cNvPr id="47149" name="Line 27"/>
            <p:cNvSpPr/>
            <p:nvPr/>
          </p:nvSpPr>
          <p:spPr>
            <a:xfrm>
              <a:off x="1111" y="1389"/>
              <a:ext cx="294" cy="0"/>
            </a:xfrm>
            <a:prstGeom prst="line">
              <a:avLst/>
            </a:prstGeom>
            <a:ln w="28575" cap="flat" cmpd="sng">
              <a:solidFill>
                <a:srgbClr val="00FFFF"/>
              </a:solidFill>
              <a:prstDash val="solid"/>
              <a:headEnd type="none" w="med" len="med"/>
              <a:tailEnd type="triangle" w="med" len="med"/>
            </a:ln>
          </p:spPr>
        </p:sp>
        <p:sp>
          <p:nvSpPr>
            <p:cNvPr id="47150" name="Text Box 28"/>
            <p:cNvSpPr txBox="1"/>
            <p:nvPr/>
          </p:nvSpPr>
          <p:spPr>
            <a:xfrm>
              <a:off x="885" y="1361"/>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7151" name="Text Box 29"/>
            <p:cNvSpPr txBox="1"/>
            <p:nvPr/>
          </p:nvSpPr>
          <p:spPr>
            <a:xfrm>
              <a:off x="890" y="1725"/>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graphicFrame>
          <p:nvGraphicFramePr>
            <p:cNvPr id="47112" name="Object 30"/>
            <p:cNvGraphicFramePr/>
            <p:nvPr/>
          </p:nvGraphicFramePr>
          <p:xfrm>
            <a:off x="1156" y="1026"/>
            <a:ext cx="208" cy="371"/>
          </p:xfrm>
          <a:graphic>
            <a:graphicData uri="http://schemas.openxmlformats.org/presentationml/2006/ole">
              <mc:AlternateContent xmlns:mc="http://schemas.openxmlformats.org/markup-compatibility/2006">
                <mc:Choice xmlns:v="urn:schemas-microsoft-com:vml" Requires="v">
                  <p:oleObj spid="_x0000_s3411" name="" r:id="rId9" imgW="165100" imgH="291465" progId="Equation.3">
                    <p:embed/>
                  </p:oleObj>
                </mc:Choice>
                <mc:Fallback>
                  <p:oleObj name="" r:id="rId9" imgW="165100" imgH="291465" progId="Equation.3">
                    <p:embed/>
                    <p:pic>
                      <p:nvPicPr>
                        <p:cNvPr id="0" name="图片 3410"/>
                        <p:cNvPicPr/>
                        <p:nvPr/>
                      </p:nvPicPr>
                      <p:blipFill>
                        <a:blip r:embed="rId10">
                          <a:clrChange>
                            <a:clrFrom>
                              <a:srgbClr val="000000"/>
                            </a:clrFrom>
                            <a:clrTo>
                              <a:srgbClr val="FFFF00"/>
                            </a:clrTo>
                          </a:clrChange>
                        </a:blip>
                        <a:stretch>
                          <a:fillRect/>
                        </a:stretch>
                      </p:blipFill>
                      <p:spPr>
                        <a:xfrm>
                          <a:off x="1156" y="1026"/>
                          <a:ext cx="208" cy="371"/>
                        </a:xfrm>
                        <a:prstGeom prst="rect">
                          <a:avLst/>
                        </a:prstGeom>
                        <a:noFill/>
                        <a:ln w="38100">
                          <a:noFill/>
                          <a:miter/>
                        </a:ln>
                      </p:spPr>
                    </p:pic>
                  </p:oleObj>
                </mc:Fallback>
              </mc:AlternateContent>
            </a:graphicData>
          </a:graphic>
        </p:graphicFrame>
        <p:sp>
          <p:nvSpPr>
            <p:cNvPr id="47152" name="Oval 31"/>
            <p:cNvSpPr/>
            <p:nvPr/>
          </p:nvSpPr>
          <p:spPr>
            <a:xfrm>
              <a:off x="970" y="1346"/>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53" name="Oval 32"/>
            <p:cNvSpPr/>
            <p:nvPr/>
          </p:nvSpPr>
          <p:spPr>
            <a:xfrm>
              <a:off x="970" y="1940"/>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7113" name="Object 33"/>
            <p:cNvGraphicFramePr/>
            <p:nvPr/>
          </p:nvGraphicFramePr>
          <p:xfrm>
            <a:off x="884" y="1454"/>
            <a:ext cx="272" cy="371"/>
          </p:xfrm>
          <a:graphic>
            <a:graphicData uri="http://schemas.openxmlformats.org/presentationml/2006/ole">
              <mc:AlternateContent xmlns:mc="http://schemas.openxmlformats.org/markup-compatibility/2006">
                <mc:Choice xmlns:v="urn:schemas-microsoft-com:vml" Requires="v">
                  <p:oleObj spid="_x0000_s3409" name="" r:id="rId11" imgW="215900" imgH="291465" progId="Equation.3">
                    <p:embed/>
                  </p:oleObj>
                </mc:Choice>
                <mc:Fallback>
                  <p:oleObj name="" r:id="rId11" imgW="215900" imgH="291465" progId="Equation.3">
                    <p:embed/>
                    <p:pic>
                      <p:nvPicPr>
                        <p:cNvPr id="0" name="图片 3408"/>
                        <p:cNvPicPr/>
                        <p:nvPr/>
                      </p:nvPicPr>
                      <p:blipFill>
                        <a:blip r:embed="rId12">
                          <a:clrChange>
                            <a:clrFrom>
                              <a:srgbClr val="000000"/>
                            </a:clrFrom>
                            <a:clrTo>
                              <a:srgbClr val="FFFF00"/>
                            </a:clrTo>
                          </a:clrChange>
                        </a:blip>
                        <a:stretch>
                          <a:fillRect/>
                        </a:stretch>
                      </p:blipFill>
                      <p:spPr>
                        <a:xfrm>
                          <a:off x="884" y="1454"/>
                          <a:ext cx="272" cy="371"/>
                        </a:xfrm>
                        <a:prstGeom prst="rect">
                          <a:avLst/>
                        </a:prstGeom>
                        <a:noFill/>
                        <a:ln w="38100">
                          <a:noFill/>
                          <a:miter/>
                        </a:ln>
                      </p:spPr>
                    </p:pic>
                  </p:oleObj>
                </mc:Fallback>
              </mc:AlternateContent>
            </a:graphicData>
          </a:graphic>
        </p:graphicFrame>
        <p:sp>
          <p:nvSpPr>
            <p:cNvPr id="47154" name="Line 35"/>
            <p:cNvSpPr/>
            <p:nvPr/>
          </p:nvSpPr>
          <p:spPr>
            <a:xfrm>
              <a:off x="4195" y="1388"/>
              <a:ext cx="556" cy="1"/>
            </a:xfrm>
            <a:prstGeom prst="line">
              <a:avLst/>
            </a:prstGeom>
            <a:ln w="28575" cap="flat" cmpd="sng">
              <a:solidFill>
                <a:srgbClr val="FF3300"/>
              </a:solidFill>
              <a:prstDash val="solid"/>
              <a:headEnd type="none" w="med" len="med"/>
              <a:tailEnd type="none" w="med" len="med"/>
            </a:ln>
          </p:spPr>
        </p:sp>
        <p:sp>
          <p:nvSpPr>
            <p:cNvPr id="47155" name="Line 36"/>
            <p:cNvSpPr/>
            <p:nvPr/>
          </p:nvSpPr>
          <p:spPr>
            <a:xfrm>
              <a:off x="4199" y="1969"/>
              <a:ext cx="550" cy="1"/>
            </a:xfrm>
            <a:prstGeom prst="line">
              <a:avLst/>
            </a:prstGeom>
            <a:ln w="28575" cap="flat" cmpd="sng">
              <a:solidFill>
                <a:srgbClr val="FF3300"/>
              </a:solidFill>
              <a:prstDash val="solid"/>
              <a:headEnd type="none" w="med" len="med"/>
              <a:tailEnd type="none" w="med" len="med"/>
            </a:ln>
          </p:spPr>
        </p:sp>
        <p:sp>
          <p:nvSpPr>
            <p:cNvPr id="47156" name="Line 37"/>
            <p:cNvSpPr/>
            <p:nvPr/>
          </p:nvSpPr>
          <p:spPr>
            <a:xfrm flipH="1">
              <a:off x="4377" y="1389"/>
              <a:ext cx="294" cy="0"/>
            </a:xfrm>
            <a:prstGeom prst="line">
              <a:avLst/>
            </a:prstGeom>
            <a:ln w="38100" cap="flat" cmpd="sng">
              <a:solidFill>
                <a:srgbClr val="00FFFF"/>
              </a:solidFill>
              <a:prstDash val="solid"/>
              <a:headEnd type="none" w="med" len="med"/>
              <a:tailEnd type="triangle" w="med" len="med"/>
            </a:ln>
          </p:spPr>
        </p:sp>
        <p:sp>
          <p:nvSpPr>
            <p:cNvPr id="47157" name="Text Box 38"/>
            <p:cNvSpPr txBox="1"/>
            <p:nvPr/>
          </p:nvSpPr>
          <p:spPr>
            <a:xfrm>
              <a:off x="4667" y="1358"/>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7158" name="Text Box 39"/>
            <p:cNvSpPr txBox="1"/>
            <p:nvPr/>
          </p:nvSpPr>
          <p:spPr>
            <a:xfrm>
              <a:off x="4678" y="1704"/>
              <a:ext cx="267" cy="288"/>
            </a:xfrm>
            <a:prstGeom prst="rect">
              <a:avLst/>
            </a:prstGeom>
            <a:noFill/>
            <a:ln w="38100">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47159" name="Oval 40"/>
            <p:cNvSpPr/>
            <p:nvPr/>
          </p:nvSpPr>
          <p:spPr>
            <a:xfrm>
              <a:off x="4746" y="1349"/>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60" name="Oval 41"/>
            <p:cNvSpPr/>
            <p:nvPr/>
          </p:nvSpPr>
          <p:spPr>
            <a:xfrm>
              <a:off x="4752" y="1931"/>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7114" name="Object 42"/>
            <p:cNvGraphicFramePr/>
            <p:nvPr/>
          </p:nvGraphicFramePr>
          <p:xfrm>
            <a:off x="4422" y="1026"/>
            <a:ext cx="240" cy="370"/>
          </p:xfrm>
          <a:graphic>
            <a:graphicData uri="http://schemas.openxmlformats.org/presentationml/2006/ole">
              <mc:AlternateContent xmlns:mc="http://schemas.openxmlformats.org/markup-compatibility/2006">
                <mc:Choice xmlns:v="urn:schemas-microsoft-com:vml" Requires="v">
                  <p:oleObj spid="_x0000_s3412" name="" r:id="rId13" imgW="190500" imgH="292100" progId="Equation.3">
                    <p:embed/>
                  </p:oleObj>
                </mc:Choice>
                <mc:Fallback>
                  <p:oleObj name="" r:id="rId13" imgW="190500" imgH="292100" progId="Equation.3">
                    <p:embed/>
                    <p:pic>
                      <p:nvPicPr>
                        <p:cNvPr id="0" name="图片 3411"/>
                        <p:cNvPicPr/>
                        <p:nvPr/>
                      </p:nvPicPr>
                      <p:blipFill>
                        <a:blip r:embed="rId14">
                          <a:clrChange>
                            <a:clrFrom>
                              <a:srgbClr val="000000"/>
                            </a:clrFrom>
                            <a:clrTo>
                              <a:srgbClr val="FFFF00"/>
                            </a:clrTo>
                          </a:clrChange>
                        </a:blip>
                        <a:stretch>
                          <a:fillRect/>
                        </a:stretch>
                      </p:blipFill>
                      <p:spPr>
                        <a:xfrm>
                          <a:off x="4422" y="1026"/>
                          <a:ext cx="240" cy="370"/>
                        </a:xfrm>
                        <a:prstGeom prst="rect">
                          <a:avLst/>
                        </a:prstGeom>
                        <a:noFill/>
                        <a:ln w="38100">
                          <a:noFill/>
                          <a:miter/>
                        </a:ln>
                      </p:spPr>
                    </p:pic>
                  </p:oleObj>
                </mc:Fallback>
              </mc:AlternateContent>
            </a:graphicData>
          </a:graphic>
        </p:graphicFrame>
        <p:graphicFrame>
          <p:nvGraphicFramePr>
            <p:cNvPr id="47115" name="Object 43"/>
            <p:cNvGraphicFramePr/>
            <p:nvPr/>
          </p:nvGraphicFramePr>
          <p:xfrm>
            <a:off x="4656" y="1451"/>
            <a:ext cx="304" cy="372"/>
          </p:xfrm>
          <a:graphic>
            <a:graphicData uri="http://schemas.openxmlformats.org/presentationml/2006/ole">
              <mc:AlternateContent xmlns:mc="http://schemas.openxmlformats.org/markup-compatibility/2006">
                <mc:Choice xmlns:v="urn:schemas-microsoft-com:vml" Requires="v">
                  <p:oleObj spid="_x0000_s3413" name="" r:id="rId15" imgW="241300" imgH="292100" progId="Equation.3">
                    <p:embed/>
                  </p:oleObj>
                </mc:Choice>
                <mc:Fallback>
                  <p:oleObj name="" r:id="rId15" imgW="241300" imgH="292100" progId="Equation.3">
                    <p:embed/>
                    <p:pic>
                      <p:nvPicPr>
                        <p:cNvPr id="0" name="图片 3412"/>
                        <p:cNvPicPr/>
                        <p:nvPr/>
                      </p:nvPicPr>
                      <p:blipFill>
                        <a:blip r:embed="rId16">
                          <a:clrChange>
                            <a:clrFrom>
                              <a:srgbClr val="000000"/>
                            </a:clrFrom>
                            <a:clrTo>
                              <a:srgbClr val="FFFF00"/>
                            </a:clrTo>
                          </a:clrChange>
                        </a:blip>
                        <a:stretch>
                          <a:fillRect/>
                        </a:stretch>
                      </p:blipFill>
                      <p:spPr>
                        <a:xfrm>
                          <a:off x="4656" y="1451"/>
                          <a:ext cx="304" cy="372"/>
                        </a:xfrm>
                        <a:prstGeom prst="rect">
                          <a:avLst/>
                        </a:prstGeom>
                        <a:noFill/>
                        <a:ln w="38100">
                          <a:noFill/>
                          <a:miter/>
                        </a:ln>
                      </p:spPr>
                    </p:pic>
                  </p:oleObj>
                </mc:Fallback>
              </mc:AlternateContent>
            </a:graphicData>
          </a:graphic>
        </p:graphicFrame>
        <p:sp>
          <p:nvSpPr>
            <p:cNvPr id="47161" name="Rectangle 45"/>
            <p:cNvSpPr/>
            <p:nvPr/>
          </p:nvSpPr>
          <p:spPr>
            <a:xfrm>
              <a:off x="2548" y="1763"/>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47162" name="Rectangle 46"/>
            <p:cNvSpPr/>
            <p:nvPr/>
          </p:nvSpPr>
          <p:spPr>
            <a:xfrm>
              <a:off x="2696" y="1960"/>
              <a:ext cx="445" cy="346"/>
            </a:xfrm>
            <a:prstGeom prst="rect">
              <a:avLst/>
            </a:prstGeom>
            <a:noFill/>
            <a:ln w="28575">
              <a:noFill/>
            </a:ln>
          </p:spPr>
          <p:txBody>
            <a:bodyPr lIns="0" tIns="0" rIns="0" bIns="0">
              <a:spAutoFit/>
            </a:bodyPr>
            <a:p>
              <a:pPr algn="ctr"/>
              <a:r>
                <a:rPr lang="en-US" altLang="zh-CN" sz="3600" i="1" dirty="0">
                  <a:latin typeface="Times New Roman" panose="02020603050405020304" pitchFamily="18" charset="0"/>
                  <a:ea typeface="宋体" panose="02010600030101010101" pitchFamily="2" charset="-122"/>
                </a:rPr>
                <a:t>Y</a:t>
              </a:r>
              <a:r>
                <a:rPr lang="en-US" altLang="zh-CN" sz="36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3600"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47163" name="Line 47"/>
            <p:cNvSpPr/>
            <p:nvPr/>
          </p:nvSpPr>
          <p:spPr>
            <a:xfrm>
              <a:off x="2142" y="1881"/>
              <a:ext cx="418" cy="1"/>
            </a:xfrm>
            <a:prstGeom prst="line">
              <a:avLst/>
            </a:prstGeom>
            <a:ln w="28575" cap="flat" cmpd="sng">
              <a:solidFill>
                <a:srgbClr val="FFCC00"/>
              </a:solidFill>
              <a:prstDash val="solid"/>
              <a:headEnd type="none" w="med" len="med"/>
              <a:tailEnd type="none" w="med" len="med"/>
            </a:ln>
          </p:spPr>
        </p:sp>
        <p:sp>
          <p:nvSpPr>
            <p:cNvPr id="47164" name="Line 48"/>
            <p:cNvSpPr/>
            <p:nvPr/>
          </p:nvSpPr>
          <p:spPr>
            <a:xfrm flipV="1">
              <a:off x="2136" y="2471"/>
              <a:ext cx="418" cy="0"/>
            </a:xfrm>
            <a:prstGeom prst="line">
              <a:avLst/>
            </a:prstGeom>
            <a:ln w="28575" cap="flat" cmpd="sng">
              <a:solidFill>
                <a:srgbClr val="FFCC00"/>
              </a:solidFill>
              <a:prstDash val="solid"/>
              <a:headEnd type="none" w="med" len="med"/>
              <a:tailEnd type="none" w="med" len="med"/>
            </a:ln>
          </p:spPr>
        </p:sp>
        <p:sp>
          <p:nvSpPr>
            <p:cNvPr id="47165" name="Line 49"/>
            <p:cNvSpPr/>
            <p:nvPr/>
          </p:nvSpPr>
          <p:spPr>
            <a:xfrm>
              <a:off x="2200" y="1888"/>
              <a:ext cx="294" cy="0"/>
            </a:xfrm>
            <a:prstGeom prst="line">
              <a:avLst/>
            </a:prstGeom>
            <a:ln w="28575" cap="flat" cmpd="sng">
              <a:solidFill>
                <a:srgbClr val="00FFFF"/>
              </a:solidFill>
              <a:prstDash val="solid"/>
              <a:headEnd type="none" w="med" len="med"/>
              <a:tailEnd type="triangle" w="med" len="med"/>
            </a:ln>
          </p:spPr>
        </p:sp>
        <p:sp>
          <p:nvSpPr>
            <p:cNvPr id="47166" name="Text Box 50"/>
            <p:cNvSpPr txBox="1"/>
            <p:nvPr/>
          </p:nvSpPr>
          <p:spPr>
            <a:xfrm>
              <a:off x="1983" y="1859"/>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7167" name="Text Box 51"/>
            <p:cNvSpPr txBox="1"/>
            <p:nvPr/>
          </p:nvSpPr>
          <p:spPr>
            <a:xfrm>
              <a:off x="1988" y="2223"/>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7168" name="Line 52"/>
            <p:cNvSpPr/>
            <p:nvPr/>
          </p:nvSpPr>
          <p:spPr>
            <a:xfrm flipV="1">
              <a:off x="3263" y="1890"/>
              <a:ext cx="418" cy="5"/>
            </a:xfrm>
            <a:prstGeom prst="line">
              <a:avLst/>
            </a:prstGeom>
            <a:ln w="28575" cap="flat" cmpd="sng">
              <a:solidFill>
                <a:srgbClr val="FFCC00"/>
              </a:solidFill>
              <a:prstDash val="solid"/>
              <a:headEnd type="none" w="med" len="med"/>
              <a:tailEnd type="none" w="med" len="med"/>
            </a:ln>
          </p:spPr>
        </p:sp>
        <p:sp>
          <p:nvSpPr>
            <p:cNvPr id="47169" name="Line 53"/>
            <p:cNvSpPr/>
            <p:nvPr/>
          </p:nvSpPr>
          <p:spPr>
            <a:xfrm>
              <a:off x="3267" y="2476"/>
              <a:ext cx="418" cy="1"/>
            </a:xfrm>
            <a:prstGeom prst="line">
              <a:avLst/>
            </a:prstGeom>
            <a:ln w="28575" cap="flat" cmpd="sng">
              <a:solidFill>
                <a:srgbClr val="FFCC00"/>
              </a:solidFill>
              <a:prstDash val="solid"/>
              <a:headEnd type="none" w="med" len="med"/>
              <a:tailEnd type="none" w="med" len="med"/>
            </a:ln>
          </p:spPr>
        </p:sp>
        <p:sp>
          <p:nvSpPr>
            <p:cNvPr id="47170" name="Line 54"/>
            <p:cNvSpPr/>
            <p:nvPr/>
          </p:nvSpPr>
          <p:spPr>
            <a:xfrm flipH="1">
              <a:off x="3334" y="1888"/>
              <a:ext cx="294" cy="0"/>
            </a:xfrm>
            <a:prstGeom prst="line">
              <a:avLst/>
            </a:prstGeom>
            <a:ln w="28575" cap="flat" cmpd="sng">
              <a:solidFill>
                <a:srgbClr val="00FFFF"/>
              </a:solidFill>
              <a:prstDash val="solid"/>
              <a:headEnd type="none" w="med" len="med"/>
              <a:tailEnd type="triangle" w="med" len="med"/>
            </a:ln>
          </p:spPr>
        </p:sp>
        <p:sp>
          <p:nvSpPr>
            <p:cNvPr id="47171" name="Text Box 55"/>
            <p:cNvSpPr txBox="1"/>
            <p:nvPr/>
          </p:nvSpPr>
          <p:spPr>
            <a:xfrm>
              <a:off x="3603" y="1865"/>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7172" name="Text Box 56"/>
            <p:cNvSpPr txBox="1"/>
            <p:nvPr/>
          </p:nvSpPr>
          <p:spPr>
            <a:xfrm>
              <a:off x="3614" y="2211"/>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7116" name="Object 57"/>
            <p:cNvGraphicFramePr/>
            <p:nvPr/>
          </p:nvGraphicFramePr>
          <p:xfrm>
            <a:off x="2200" y="1434"/>
            <a:ext cx="246" cy="453"/>
          </p:xfrm>
          <a:graphic>
            <a:graphicData uri="http://schemas.openxmlformats.org/presentationml/2006/ole">
              <mc:AlternateContent xmlns:mc="http://schemas.openxmlformats.org/markup-compatibility/2006">
                <mc:Choice xmlns:v="urn:schemas-microsoft-com:vml" Requires="v">
                  <p:oleObj spid="_x0000_s3410" name="" r:id="rId17" imgW="177800" imgH="329565" progId="Equation.3">
                    <p:embed/>
                  </p:oleObj>
                </mc:Choice>
                <mc:Fallback>
                  <p:oleObj name="" r:id="rId17" imgW="177800" imgH="329565" progId="Equation.3">
                    <p:embed/>
                    <p:pic>
                      <p:nvPicPr>
                        <p:cNvPr id="0" name="图片 3409"/>
                        <p:cNvPicPr/>
                        <p:nvPr/>
                      </p:nvPicPr>
                      <p:blipFill>
                        <a:blip r:embed="rId18">
                          <a:clrChange>
                            <a:clrFrom>
                              <a:srgbClr val="000000"/>
                            </a:clrFrom>
                            <a:clrTo>
                              <a:srgbClr val="FFFFFF"/>
                            </a:clrTo>
                          </a:clrChange>
                        </a:blip>
                        <a:stretch>
                          <a:fillRect/>
                        </a:stretch>
                      </p:blipFill>
                      <p:spPr>
                        <a:xfrm>
                          <a:off x="2200" y="1434"/>
                          <a:ext cx="246" cy="453"/>
                        </a:xfrm>
                        <a:prstGeom prst="rect">
                          <a:avLst/>
                        </a:prstGeom>
                        <a:noFill/>
                        <a:ln w="38100">
                          <a:noFill/>
                          <a:miter/>
                        </a:ln>
                      </p:spPr>
                    </p:pic>
                  </p:oleObj>
                </mc:Fallback>
              </mc:AlternateContent>
            </a:graphicData>
          </a:graphic>
        </p:graphicFrame>
        <p:sp>
          <p:nvSpPr>
            <p:cNvPr id="47173" name="Oval 58"/>
            <p:cNvSpPr/>
            <p:nvPr/>
          </p:nvSpPr>
          <p:spPr>
            <a:xfrm>
              <a:off x="2068" y="1844"/>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74" name="Oval 59"/>
            <p:cNvSpPr/>
            <p:nvPr/>
          </p:nvSpPr>
          <p:spPr>
            <a:xfrm>
              <a:off x="2068" y="243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75" name="Oval 60"/>
            <p:cNvSpPr/>
            <p:nvPr/>
          </p:nvSpPr>
          <p:spPr>
            <a:xfrm>
              <a:off x="3682" y="1856"/>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76" name="Oval 61"/>
            <p:cNvSpPr/>
            <p:nvPr/>
          </p:nvSpPr>
          <p:spPr>
            <a:xfrm>
              <a:off x="3688" y="243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7117" name="Object 62"/>
            <p:cNvGraphicFramePr/>
            <p:nvPr/>
          </p:nvGraphicFramePr>
          <p:xfrm>
            <a:off x="3334" y="1480"/>
            <a:ext cx="242" cy="417"/>
          </p:xfrm>
          <a:graphic>
            <a:graphicData uri="http://schemas.openxmlformats.org/presentationml/2006/ole">
              <mc:AlternateContent xmlns:mc="http://schemas.openxmlformats.org/markup-compatibility/2006">
                <mc:Choice xmlns:v="urn:schemas-microsoft-com:vml" Requires="v">
                  <p:oleObj spid="_x0000_s3408" name="" r:id="rId19" imgW="190500" imgH="330200" progId="Equation.3">
                    <p:embed/>
                  </p:oleObj>
                </mc:Choice>
                <mc:Fallback>
                  <p:oleObj name="" r:id="rId19" imgW="190500" imgH="330200" progId="Equation.3">
                    <p:embed/>
                    <p:pic>
                      <p:nvPicPr>
                        <p:cNvPr id="0" name="图片 3407"/>
                        <p:cNvPicPr/>
                        <p:nvPr/>
                      </p:nvPicPr>
                      <p:blipFill>
                        <a:blip r:embed="rId20">
                          <a:clrChange>
                            <a:clrFrom>
                              <a:srgbClr val="000000"/>
                            </a:clrFrom>
                            <a:clrTo>
                              <a:srgbClr val="FFFFFF"/>
                            </a:clrTo>
                          </a:clrChange>
                        </a:blip>
                        <a:stretch>
                          <a:fillRect/>
                        </a:stretch>
                      </p:blipFill>
                      <p:spPr>
                        <a:xfrm>
                          <a:off x="3334" y="1480"/>
                          <a:ext cx="242" cy="417"/>
                        </a:xfrm>
                        <a:prstGeom prst="rect">
                          <a:avLst/>
                        </a:prstGeom>
                        <a:noFill/>
                        <a:ln w="38100">
                          <a:noFill/>
                          <a:miter/>
                        </a:ln>
                      </p:spPr>
                    </p:pic>
                  </p:oleObj>
                </mc:Fallback>
              </mc:AlternateContent>
            </a:graphicData>
          </a:graphic>
        </p:graphicFrame>
        <p:graphicFrame>
          <p:nvGraphicFramePr>
            <p:cNvPr id="47118" name="Object 63"/>
            <p:cNvGraphicFramePr/>
            <p:nvPr/>
          </p:nvGraphicFramePr>
          <p:xfrm>
            <a:off x="3591" y="1935"/>
            <a:ext cx="306" cy="417"/>
          </p:xfrm>
          <a:graphic>
            <a:graphicData uri="http://schemas.openxmlformats.org/presentationml/2006/ole">
              <mc:AlternateContent xmlns:mc="http://schemas.openxmlformats.org/markup-compatibility/2006">
                <mc:Choice xmlns:v="urn:schemas-microsoft-com:vml" Requires="v">
                  <p:oleObj spid="_x0000_s3414" name="" r:id="rId21" imgW="241300" imgH="330200" progId="Equation.3">
                    <p:embed/>
                  </p:oleObj>
                </mc:Choice>
                <mc:Fallback>
                  <p:oleObj name="" r:id="rId21" imgW="241300" imgH="330200" progId="Equation.3">
                    <p:embed/>
                    <p:pic>
                      <p:nvPicPr>
                        <p:cNvPr id="0" name="图片 3413"/>
                        <p:cNvPicPr/>
                        <p:nvPr/>
                      </p:nvPicPr>
                      <p:blipFill>
                        <a:blip r:embed="rId22">
                          <a:clrChange>
                            <a:clrFrom>
                              <a:srgbClr val="000000"/>
                            </a:clrFrom>
                            <a:clrTo>
                              <a:srgbClr val="FFFFFF"/>
                            </a:clrTo>
                          </a:clrChange>
                        </a:blip>
                        <a:stretch>
                          <a:fillRect/>
                        </a:stretch>
                      </p:blipFill>
                      <p:spPr>
                        <a:xfrm>
                          <a:off x="3591" y="1935"/>
                          <a:ext cx="306" cy="417"/>
                        </a:xfrm>
                        <a:prstGeom prst="rect">
                          <a:avLst/>
                        </a:prstGeom>
                        <a:noFill/>
                        <a:ln w="38100">
                          <a:noFill/>
                          <a:miter/>
                        </a:ln>
                      </p:spPr>
                    </p:pic>
                  </p:oleObj>
                </mc:Fallback>
              </mc:AlternateContent>
            </a:graphicData>
          </a:graphic>
        </p:graphicFrame>
        <p:graphicFrame>
          <p:nvGraphicFramePr>
            <p:cNvPr id="47119" name="Object 64"/>
            <p:cNvGraphicFramePr/>
            <p:nvPr/>
          </p:nvGraphicFramePr>
          <p:xfrm>
            <a:off x="1973" y="1929"/>
            <a:ext cx="290" cy="417"/>
          </p:xfrm>
          <a:graphic>
            <a:graphicData uri="http://schemas.openxmlformats.org/presentationml/2006/ole">
              <mc:AlternateContent xmlns:mc="http://schemas.openxmlformats.org/markup-compatibility/2006">
                <mc:Choice xmlns:v="urn:schemas-microsoft-com:vml" Requires="v">
                  <p:oleObj spid="_x0000_s3416" name="" r:id="rId23" imgW="228600" imgH="330200" progId="Equation.3">
                    <p:embed/>
                  </p:oleObj>
                </mc:Choice>
                <mc:Fallback>
                  <p:oleObj name="" r:id="rId23" imgW="228600" imgH="330200" progId="Equation.3">
                    <p:embed/>
                    <p:pic>
                      <p:nvPicPr>
                        <p:cNvPr id="0" name="图片 3415"/>
                        <p:cNvPicPr/>
                        <p:nvPr/>
                      </p:nvPicPr>
                      <p:blipFill>
                        <a:blip r:embed="rId24">
                          <a:clrChange>
                            <a:clrFrom>
                              <a:srgbClr val="000000"/>
                            </a:clrFrom>
                            <a:clrTo>
                              <a:srgbClr val="FFFFFF"/>
                            </a:clrTo>
                          </a:clrChange>
                        </a:blip>
                        <a:stretch>
                          <a:fillRect/>
                        </a:stretch>
                      </p:blipFill>
                      <p:spPr>
                        <a:xfrm>
                          <a:off x="1973" y="1929"/>
                          <a:ext cx="290" cy="417"/>
                        </a:xfrm>
                        <a:prstGeom prst="rect">
                          <a:avLst/>
                        </a:prstGeom>
                        <a:noFill/>
                        <a:ln w="38100">
                          <a:noFill/>
                          <a:miter/>
                        </a:ln>
                      </p:spPr>
                    </p:pic>
                  </p:oleObj>
                </mc:Fallback>
              </mc:AlternateContent>
            </a:graphicData>
          </a:graphic>
        </p:graphicFrame>
        <p:sp>
          <p:nvSpPr>
            <p:cNvPr id="47177" name="Rectangle 65"/>
            <p:cNvSpPr/>
            <p:nvPr/>
          </p:nvSpPr>
          <p:spPr>
            <a:xfrm>
              <a:off x="1450" y="468"/>
              <a:ext cx="2820" cy="2244"/>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7178" name="Freeform 66"/>
            <p:cNvSpPr/>
            <p:nvPr/>
          </p:nvSpPr>
          <p:spPr>
            <a:xfrm>
              <a:off x="3724" y="860"/>
              <a:ext cx="468" cy="1032"/>
            </a:xfrm>
            <a:custGeom>
              <a:avLst/>
              <a:gdLst>
                <a:gd name="txL" fmla="*/ 0 w 468"/>
                <a:gd name="txT" fmla="*/ 0 h 1032"/>
                <a:gd name="txR" fmla="*/ 468 w 468"/>
                <a:gd name="txB" fmla="*/ 1032 h 1032"/>
              </a:gdLst>
              <a:ahLst/>
              <a:cxnLst>
                <a:cxn ang="0">
                  <a:pos x="0" y="0"/>
                </a:cxn>
                <a:cxn ang="0">
                  <a:pos x="468" y="522"/>
                </a:cxn>
                <a:cxn ang="0">
                  <a:pos x="24" y="1032"/>
                </a:cxn>
              </a:cxnLst>
              <a:rect l="txL" t="txT" r="txR" b="txB"/>
              <a:pathLst>
                <a:path w="468" h="1032">
                  <a:moveTo>
                    <a:pt x="0" y="0"/>
                  </a:moveTo>
                  <a:lnTo>
                    <a:pt x="468" y="522"/>
                  </a:lnTo>
                  <a:lnTo>
                    <a:pt x="24" y="103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79" name="Freeform 67"/>
            <p:cNvSpPr/>
            <p:nvPr/>
          </p:nvSpPr>
          <p:spPr>
            <a:xfrm>
              <a:off x="3724" y="1436"/>
              <a:ext cx="468" cy="1032"/>
            </a:xfrm>
            <a:custGeom>
              <a:avLst/>
              <a:gdLst>
                <a:gd name="txL" fmla="*/ 0 w 468"/>
                <a:gd name="txT" fmla="*/ 0 h 1032"/>
                <a:gd name="txR" fmla="*/ 468 w 468"/>
                <a:gd name="txB" fmla="*/ 1032 h 1032"/>
              </a:gdLst>
              <a:ahLst/>
              <a:cxnLst>
                <a:cxn ang="0">
                  <a:pos x="0" y="0"/>
                </a:cxn>
                <a:cxn ang="0">
                  <a:pos x="468" y="522"/>
                </a:cxn>
                <a:cxn ang="0">
                  <a:pos x="24" y="1032"/>
                </a:cxn>
              </a:cxnLst>
              <a:rect l="txL" t="txT" r="txR" b="txB"/>
              <a:pathLst>
                <a:path w="468" h="1032">
                  <a:moveTo>
                    <a:pt x="0" y="0"/>
                  </a:moveTo>
                  <a:lnTo>
                    <a:pt x="468" y="522"/>
                  </a:lnTo>
                  <a:lnTo>
                    <a:pt x="24" y="103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80" name="Freeform 68"/>
            <p:cNvSpPr/>
            <p:nvPr/>
          </p:nvSpPr>
          <p:spPr>
            <a:xfrm>
              <a:off x="1594" y="848"/>
              <a:ext cx="468" cy="1026"/>
            </a:xfrm>
            <a:custGeom>
              <a:avLst/>
              <a:gdLst>
                <a:gd name="txL" fmla="*/ 0 w 468"/>
                <a:gd name="txT" fmla="*/ 0 h 1026"/>
                <a:gd name="txR" fmla="*/ 468 w 468"/>
                <a:gd name="txB" fmla="*/ 1026 h 1026"/>
              </a:gdLst>
              <a:ahLst/>
              <a:cxnLst>
                <a:cxn ang="0">
                  <a:pos x="468" y="0"/>
                </a:cxn>
                <a:cxn ang="0">
                  <a:pos x="0" y="522"/>
                </a:cxn>
                <a:cxn ang="0">
                  <a:pos x="462" y="1026"/>
                </a:cxn>
              </a:cxnLst>
              <a:rect l="txL" t="txT" r="txR" b="txB"/>
              <a:pathLst>
                <a:path w="468" h="1026">
                  <a:moveTo>
                    <a:pt x="468" y="0"/>
                  </a:moveTo>
                  <a:lnTo>
                    <a:pt x="0" y="522"/>
                  </a:lnTo>
                  <a:lnTo>
                    <a:pt x="462" y="1026"/>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7181" name="Freeform 69"/>
            <p:cNvSpPr/>
            <p:nvPr/>
          </p:nvSpPr>
          <p:spPr>
            <a:xfrm>
              <a:off x="1588" y="1442"/>
              <a:ext cx="468" cy="1026"/>
            </a:xfrm>
            <a:custGeom>
              <a:avLst/>
              <a:gdLst>
                <a:gd name="txL" fmla="*/ 0 w 468"/>
                <a:gd name="txT" fmla="*/ 0 h 1026"/>
                <a:gd name="txR" fmla="*/ 468 w 468"/>
                <a:gd name="txB" fmla="*/ 1026 h 1026"/>
              </a:gdLst>
              <a:ahLst/>
              <a:cxnLst>
                <a:cxn ang="0">
                  <a:pos x="468" y="0"/>
                </a:cxn>
                <a:cxn ang="0">
                  <a:pos x="0" y="522"/>
                </a:cxn>
                <a:cxn ang="0">
                  <a:pos x="462" y="1026"/>
                </a:cxn>
              </a:cxnLst>
              <a:rect l="txL" t="txT" r="txR" b="txB"/>
              <a:pathLst>
                <a:path w="468" h="1026">
                  <a:moveTo>
                    <a:pt x="468" y="0"/>
                  </a:moveTo>
                  <a:lnTo>
                    <a:pt x="0" y="522"/>
                  </a:lnTo>
                  <a:lnTo>
                    <a:pt x="462" y="1026"/>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47121" name="Group 73"/>
          <p:cNvGrpSpPr/>
          <p:nvPr/>
        </p:nvGrpSpPr>
        <p:grpSpPr>
          <a:xfrm>
            <a:off x="8316913" y="6446838"/>
            <a:ext cx="792162" cy="366712"/>
            <a:chOff x="5193" y="4020"/>
            <a:chExt cx="499" cy="231"/>
          </a:xfrm>
        </p:grpSpPr>
        <p:pic>
          <p:nvPicPr>
            <p:cNvPr id="47129" name="Picture 74" descr="78900"/>
            <p:cNvPicPr>
              <a:picLocks noChangeAspect="1"/>
            </p:cNvPicPr>
            <p:nvPr/>
          </p:nvPicPr>
          <p:blipFill>
            <a:blip r:embed="rId25"/>
            <a:stretch>
              <a:fillRect/>
            </a:stretch>
          </p:blipFill>
          <p:spPr>
            <a:xfrm>
              <a:off x="5193" y="4066"/>
              <a:ext cx="499" cy="181"/>
            </a:xfrm>
            <a:prstGeom prst="rect">
              <a:avLst/>
            </a:prstGeom>
            <a:noFill/>
            <a:ln w="9525">
              <a:noFill/>
            </a:ln>
          </p:spPr>
        </p:pic>
        <p:sp>
          <p:nvSpPr>
            <p:cNvPr id="47130" name="Text Box 7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7122" name="Group 76"/>
          <p:cNvGrpSpPr/>
          <p:nvPr/>
        </p:nvGrpSpPr>
        <p:grpSpPr>
          <a:xfrm>
            <a:off x="7453313" y="6446838"/>
            <a:ext cx="792162" cy="366712"/>
            <a:chOff x="4649" y="4020"/>
            <a:chExt cx="499" cy="231"/>
          </a:xfrm>
        </p:grpSpPr>
        <p:pic>
          <p:nvPicPr>
            <p:cNvPr id="47127" name="Picture 77" descr="78900"/>
            <p:cNvPicPr>
              <a:picLocks noChangeAspect="1"/>
            </p:cNvPicPr>
            <p:nvPr/>
          </p:nvPicPr>
          <p:blipFill>
            <a:blip r:embed="rId25"/>
            <a:stretch>
              <a:fillRect/>
            </a:stretch>
          </p:blipFill>
          <p:spPr>
            <a:xfrm>
              <a:off x="4649" y="4066"/>
              <a:ext cx="499" cy="181"/>
            </a:xfrm>
            <a:prstGeom prst="rect">
              <a:avLst/>
            </a:prstGeom>
            <a:noFill/>
            <a:ln w="9525">
              <a:noFill/>
            </a:ln>
          </p:spPr>
        </p:pic>
        <p:sp>
          <p:nvSpPr>
            <p:cNvPr id="47128" name="Text Box 7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75856" name="Text Box 80"/>
          <p:cNvSpPr txBox="1"/>
          <p:nvPr/>
        </p:nvSpPr>
        <p:spPr>
          <a:xfrm>
            <a:off x="611188" y="4437063"/>
            <a:ext cx="1447800" cy="519112"/>
          </a:xfrm>
          <a:prstGeom prst="rect">
            <a:avLst/>
          </a:prstGeom>
          <a:noFill/>
          <a:ln w="9525">
            <a:noFill/>
          </a:ln>
        </p:spPr>
        <p:txBody>
          <a:bodyPr>
            <a:spAutoFit/>
          </a:bodyPr>
          <a:p>
            <a:pPr algn="ctr">
              <a:spcBef>
                <a:spcPct val="50000"/>
              </a:spcBef>
            </a:pPr>
            <a:r>
              <a:rPr lang="zh-CN" altLang="en-US" dirty="0">
                <a:solidFill>
                  <a:srgbClr val="FFFF00"/>
                </a:solidFill>
                <a:latin typeface="Times New Roman" panose="02020603050405020304" pitchFamily="18" charset="0"/>
              </a:rPr>
              <a:t>并联后</a:t>
            </a:r>
            <a:endParaRPr lang="zh-CN" altLang="en-US" dirty="0">
              <a:solidFill>
                <a:srgbClr val="FFFF00"/>
              </a:solidFill>
              <a:latin typeface="Times New Roman" panose="02020603050405020304" pitchFamily="18" charset="0"/>
            </a:endParaRPr>
          </a:p>
        </p:txBody>
      </p:sp>
      <p:graphicFrame>
        <p:nvGraphicFramePr>
          <p:cNvPr id="75857" name="Object 81"/>
          <p:cNvGraphicFramePr/>
          <p:nvPr/>
        </p:nvGraphicFramePr>
        <p:xfrm>
          <a:off x="2051050" y="4724400"/>
          <a:ext cx="3213100" cy="1187450"/>
        </p:xfrm>
        <a:graphic>
          <a:graphicData uri="http://schemas.openxmlformats.org/presentationml/2006/ole">
            <mc:AlternateContent xmlns:mc="http://schemas.openxmlformats.org/markup-compatibility/2006">
              <mc:Choice xmlns:v="urn:schemas-microsoft-com:vml" Requires="v">
                <p:oleObj spid="_x0000_s3415" name="" r:id="rId26" imgW="1409065" imgH="520700" progId="Equation.3">
                  <p:embed/>
                </p:oleObj>
              </mc:Choice>
              <mc:Fallback>
                <p:oleObj name="" r:id="rId26" imgW="1409065" imgH="520700" progId="Equation.3">
                  <p:embed/>
                  <p:pic>
                    <p:nvPicPr>
                      <p:cNvPr id="0" name="图片 3414"/>
                      <p:cNvPicPr/>
                      <p:nvPr/>
                    </p:nvPicPr>
                    <p:blipFill>
                      <a:blip r:embed="rId27">
                        <a:clrChange>
                          <a:clrFrom>
                            <a:srgbClr val="000000"/>
                          </a:clrFrom>
                          <a:clrTo>
                            <a:srgbClr val="FFFFFF"/>
                          </a:clrTo>
                        </a:clrChange>
                      </a:blip>
                      <a:stretch>
                        <a:fillRect/>
                      </a:stretch>
                    </p:blipFill>
                    <p:spPr>
                      <a:xfrm>
                        <a:off x="2051050" y="4724400"/>
                        <a:ext cx="3213100" cy="1187450"/>
                      </a:xfrm>
                      <a:prstGeom prst="rect">
                        <a:avLst/>
                      </a:prstGeom>
                      <a:noFill/>
                      <a:ln w="38100">
                        <a:noFill/>
                        <a:miter/>
                      </a:ln>
                    </p:spPr>
                  </p:pic>
                </p:oleObj>
              </mc:Fallback>
            </mc:AlternateContent>
          </a:graphicData>
        </a:graphic>
      </p:graphicFrame>
      <p:graphicFrame>
        <p:nvGraphicFramePr>
          <p:cNvPr id="75858" name="Object 82"/>
          <p:cNvGraphicFramePr/>
          <p:nvPr/>
        </p:nvGraphicFramePr>
        <p:xfrm>
          <a:off x="5540375" y="4724400"/>
          <a:ext cx="2789238" cy="1155700"/>
        </p:xfrm>
        <a:graphic>
          <a:graphicData uri="http://schemas.openxmlformats.org/presentationml/2006/ole">
            <mc:AlternateContent xmlns:mc="http://schemas.openxmlformats.org/markup-compatibility/2006">
              <mc:Choice xmlns:v="urn:schemas-microsoft-com:vml" Requires="v">
                <p:oleObj spid="_x0000_s3418" name="" r:id="rId28" imgW="1256665" imgH="520700" progId="Equation.3">
                  <p:embed/>
                </p:oleObj>
              </mc:Choice>
              <mc:Fallback>
                <p:oleObj name="" r:id="rId28" imgW="1256665" imgH="520700" progId="Equation.3">
                  <p:embed/>
                  <p:pic>
                    <p:nvPicPr>
                      <p:cNvPr id="0" name="图片 3417"/>
                      <p:cNvPicPr/>
                      <p:nvPr/>
                    </p:nvPicPr>
                    <p:blipFill>
                      <a:blip r:embed="rId29">
                        <a:clrChange>
                          <a:clrFrom>
                            <a:srgbClr val="000000"/>
                          </a:clrFrom>
                          <a:clrTo>
                            <a:srgbClr val="FFFFFF"/>
                          </a:clrTo>
                        </a:clrChange>
                      </a:blip>
                      <a:stretch>
                        <a:fillRect/>
                      </a:stretch>
                    </p:blipFill>
                    <p:spPr>
                      <a:xfrm>
                        <a:off x="5540375" y="4724400"/>
                        <a:ext cx="2789238" cy="1155700"/>
                      </a:xfrm>
                      <a:prstGeom prst="rect">
                        <a:avLst/>
                      </a:prstGeom>
                      <a:noFill/>
                      <a:ln w="38100">
                        <a:noFill/>
                        <a:miter/>
                      </a:ln>
                    </p:spPr>
                  </p:pic>
                </p:oleObj>
              </mc:Fallback>
            </mc:AlternateContent>
          </a:graphicData>
        </a:graphic>
      </p:graphicFrame>
      <p:grpSp>
        <p:nvGrpSpPr>
          <p:cNvPr id="47124" name="Group 86"/>
          <p:cNvGrpSpPr/>
          <p:nvPr/>
        </p:nvGrpSpPr>
        <p:grpSpPr>
          <a:xfrm>
            <a:off x="6588125" y="6446838"/>
            <a:ext cx="792163" cy="366712"/>
            <a:chOff x="4649" y="4020"/>
            <a:chExt cx="499" cy="231"/>
          </a:xfrm>
        </p:grpSpPr>
        <p:pic>
          <p:nvPicPr>
            <p:cNvPr id="47125" name="Picture 87" descr="78900"/>
            <p:cNvPicPr>
              <a:picLocks noChangeAspect="1"/>
            </p:cNvPicPr>
            <p:nvPr/>
          </p:nvPicPr>
          <p:blipFill>
            <a:blip r:embed="rId25"/>
            <a:stretch>
              <a:fillRect/>
            </a:stretch>
          </p:blipFill>
          <p:spPr>
            <a:xfrm>
              <a:off x="4649" y="4066"/>
              <a:ext cx="499" cy="181"/>
            </a:xfrm>
            <a:prstGeom prst="rect">
              <a:avLst/>
            </a:prstGeom>
            <a:noFill/>
            <a:ln w="9525">
              <a:noFill/>
            </a:ln>
          </p:spPr>
        </p:pic>
        <p:sp>
          <p:nvSpPr>
            <p:cNvPr id="47126" name="Text Box 8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5856">
                                            <p:txEl>
                                              <p:charRg st="0" end="4"/>
                                            </p:txEl>
                                          </p:spTgt>
                                        </p:tgtEl>
                                        <p:attrNameLst>
                                          <p:attrName>style.visibility</p:attrName>
                                        </p:attrNameLst>
                                      </p:cBhvr>
                                      <p:to>
                                        <p:strVal val="visible"/>
                                      </p:to>
                                    </p:set>
                                    <p:animEffect transition="in" filter="slide(fromLeft)">
                                      <p:cBhvr>
                                        <p:cTn id="12" dur="500"/>
                                        <p:tgtEl>
                                          <p:spTgt spid="75856">
                                            <p:txEl>
                                              <p:charRg st="0"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857"/>
                                        </p:tgtEl>
                                        <p:attrNameLst>
                                          <p:attrName>style.visibility</p:attrName>
                                        </p:attrNameLst>
                                      </p:cBhvr>
                                      <p:to>
                                        <p:strVal val="visible"/>
                                      </p:to>
                                    </p:set>
                                    <p:animEffect transition="in" filter="wipe(left)">
                                      <p:cBhvr>
                                        <p:cTn id="17" dur="2000"/>
                                        <p:tgtEl>
                                          <p:spTgt spid="758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5858"/>
                                        </p:tgtEl>
                                        <p:attrNameLst>
                                          <p:attrName>style.visibility</p:attrName>
                                        </p:attrNameLst>
                                      </p:cBhvr>
                                      <p:to>
                                        <p:strVal val="visible"/>
                                      </p:to>
                                    </p:set>
                                    <p:animEffect transition="in" filter="wipe(left)">
                                      <p:cBhvr>
                                        <p:cTn id="22" dur="2000"/>
                                        <p:tgtEl>
                                          <p:spTgt spid="758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5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225" name="Object 73"/>
          <p:cNvGraphicFramePr/>
          <p:nvPr/>
        </p:nvGraphicFramePr>
        <p:xfrm>
          <a:off x="296863" y="511175"/>
          <a:ext cx="8847137" cy="1247775"/>
        </p:xfrm>
        <a:graphic>
          <a:graphicData uri="http://schemas.openxmlformats.org/presentationml/2006/ole">
            <mc:AlternateContent xmlns:mc="http://schemas.openxmlformats.org/markup-compatibility/2006">
              <mc:Choice xmlns:v="urn:schemas-microsoft-com:vml" Requires="v">
                <p:oleObj spid="_x0000_s3419" name="" r:id="rId1" imgW="3693795" imgH="520700" progId="Equation.3">
                  <p:embed/>
                </p:oleObj>
              </mc:Choice>
              <mc:Fallback>
                <p:oleObj name="" r:id="rId1" imgW="3693795" imgH="520700" progId="Equation.3">
                  <p:embed/>
                  <p:pic>
                    <p:nvPicPr>
                      <p:cNvPr id="0" name="图片 3418"/>
                      <p:cNvPicPr/>
                      <p:nvPr/>
                    </p:nvPicPr>
                    <p:blipFill>
                      <a:blip r:embed="rId2">
                        <a:clrChange>
                          <a:clrFrom>
                            <a:srgbClr val="000000"/>
                          </a:clrFrom>
                          <a:clrTo>
                            <a:srgbClr val="FFFFFF"/>
                          </a:clrTo>
                        </a:clrChange>
                      </a:blip>
                      <a:stretch>
                        <a:fillRect/>
                      </a:stretch>
                    </p:blipFill>
                    <p:spPr>
                      <a:xfrm>
                        <a:off x="296863" y="511175"/>
                        <a:ext cx="8847137" cy="1247775"/>
                      </a:xfrm>
                      <a:prstGeom prst="rect">
                        <a:avLst/>
                      </a:prstGeom>
                      <a:noFill/>
                      <a:ln w="38100">
                        <a:noFill/>
                        <a:miter/>
                      </a:ln>
                    </p:spPr>
                  </p:pic>
                </p:oleObj>
              </mc:Fallback>
            </mc:AlternateContent>
          </a:graphicData>
        </a:graphic>
      </p:graphicFrame>
      <p:graphicFrame>
        <p:nvGraphicFramePr>
          <p:cNvPr id="49226" name="Object 74"/>
          <p:cNvGraphicFramePr/>
          <p:nvPr/>
        </p:nvGraphicFramePr>
        <p:xfrm>
          <a:off x="1187450" y="1773238"/>
          <a:ext cx="5592763" cy="1289050"/>
        </p:xfrm>
        <a:graphic>
          <a:graphicData uri="http://schemas.openxmlformats.org/presentationml/2006/ole">
            <mc:AlternateContent xmlns:mc="http://schemas.openxmlformats.org/markup-compatibility/2006">
              <mc:Choice xmlns:v="urn:schemas-microsoft-com:vml" Requires="v">
                <p:oleObj spid="_x0000_s3420" name="" r:id="rId3" imgW="2259330" imgH="520700" progId="Equation.3">
                  <p:embed/>
                </p:oleObj>
              </mc:Choice>
              <mc:Fallback>
                <p:oleObj name="" r:id="rId3" imgW="2259330" imgH="520700" progId="Equation.3">
                  <p:embed/>
                  <p:pic>
                    <p:nvPicPr>
                      <p:cNvPr id="0" name="图片 3419"/>
                      <p:cNvPicPr/>
                      <p:nvPr/>
                    </p:nvPicPr>
                    <p:blipFill>
                      <a:blip r:embed="rId4">
                        <a:clrChange>
                          <a:clrFrom>
                            <a:srgbClr val="000000"/>
                          </a:clrFrom>
                          <a:clrTo>
                            <a:srgbClr val="FFFFFF"/>
                          </a:clrTo>
                        </a:clrChange>
                      </a:blip>
                      <a:stretch>
                        <a:fillRect/>
                      </a:stretch>
                    </p:blipFill>
                    <p:spPr>
                      <a:xfrm>
                        <a:off x="1187450" y="1773238"/>
                        <a:ext cx="5592763" cy="1289050"/>
                      </a:xfrm>
                      <a:prstGeom prst="rect">
                        <a:avLst/>
                      </a:prstGeom>
                      <a:noFill/>
                      <a:ln w="38100">
                        <a:noFill/>
                        <a:miter/>
                      </a:ln>
                    </p:spPr>
                  </p:pic>
                </p:oleObj>
              </mc:Fallback>
            </mc:AlternateContent>
          </a:graphicData>
        </a:graphic>
      </p:graphicFrame>
      <p:graphicFrame>
        <p:nvGraphicFramePr>
          <p:cNvPr id="49227" name="Object 75"/>
          <p:cNvGraphicFramePr/>
          <p:nvPr/>
        </p:nvGraphicFramePr>
        <p:xfrm>
          <a:off x="1641475" y="3084513"/>
          <a:ext cx="5426075" cy="1293812"/>
        </p:xfrm>
        <a:graphic>
          <a:graphicData uri="http://schemas.openxmlformats.org/presentationml/2006/ole">
            <mc:AlternateContent xmlns:mc="http://schemas.openxmlformats.org/markup-compatibility/2006">
              <mc:Choice xmlns:v="urn:schemas-microsoft-com:vml" Requires="v">
                <p:oleObj spid="_x0000_s3421" name="" r:id="rId5" imgW="2336800" imgH="508000" progId="Equation.3">
                  <p:embed/>
                </p:oleObj>
              </mc:Choice>
              <mc:Fallback>
                <p:oleObj name="" r:id="rId5" imgW="2336800" imgH="508000" progId="Equation.3">
                  <p:embed/>
                  <p:pic>
                    <p:nvPicPr>
                      <p:cNvPr id="0" name="图片 3420"/>
                      <p:cNvPicPr/>
                      <p:nvPr/>
                    </p:nvPicPr>
                    <p:blipFill>
                      <a:blip r:embed="rId6">
                        <a:clrChange>
                          <a:clrFrom>
                            <a:srgbClr val="000000"/>
                          </a:clrFrom>
                          <a:clrTo>
                            <a:srgbClr val="FFFFFF"/>
                          </a:clrTo>
                        </a:clrChange>
                      </a:blip>
                      <a:stretch>
                        <a:fillRect/>
                      </a:stretch>
                    </p:blipFill>
                    <p:spPr>
                      <a:xfrm>
                        <a:off x="1641475" y="3084513"/>
                        <a:ext cx="5426075" cy="1293812"/>
                      </a:xfrm>
                      <a:prstGeom prst="rect">
                        <a:avLst/>
                      </a:prstGeom>
                      <a:noFill/>
                      <a:ln w="38100">
                        <a:noFill/>
                        <a:miter/>
                      </a:ln>
                    </p:spPr>
                  </p:pic>
                </p:oleObj>
              </mc:Fallback>
            </mc:AlternateContent>
          </a:graphicData>
        </a:graphic>
      </p:graphicFrame>
      <p:sp>
        <p:nvSpPr>
          <p:cNvPr id="49228" name="Text Box 76"/>
          <p:cNvSpPr txBox="1"/>
          <p:nvPr/>
        </p:nvSpPr>
        <p:spPr>
          <a:xfrm>
            <a:off x="827088" y="4581525"/>
            <a:ext cx="1047750" cy="519113"/>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可得</a:t>
            </a:r>
            <a:endParaRPr lang="zh-CN" altLang="en-US" dirty="0">
              <a:solidFill>
                <a:srgbClr val="FFFF00"/>
              </a:solidFill>
              <a:latin typeface="Times New Roman" panose="02020603050405020304" pitchFamily="18" charset="0"/>
            </a:endParaRPr>
          </a:p>
        </p:txBody>
      </p:sp>
      <p:graphicFrame>
        <p:nvGraphicFramePr>
          <p:cNvPr id="49229" name="Object 77"/>
          <p:cNvGraphicFramePr/>
          <p:nvPr/>
        </p:nvGraphicFramePr>
        <p:xfrm>
          <a:off x="2484438" y="4508500"/>
          <a:ext cx="3033712" cy="674688"/>
        </p:xfrm>
        <a:graphic>
          <a:graphicData uri="http://schemas.openxmlformats.org/presentationml/2006/ole">
            <mc:AlternateContent xmlns:mc="http://schemas.openxmlformats.org/markup-compatibility/2006">
              <mc:Choice xmlns:v="urn:schemas-microsoft-com:vml" Requires="v">
                <p:oleObj spid="_x0000_s3417" name="" r:id="rId7" imgW="735330" imgH="165100" progId="Equation.DSMT4">
                  <p:embed/>
                </p:oleObj>
              </mc:Choice>
              <mc:Fallback>
                <p:oleObj name="" r:id="rId7" imgW="735330" imgH="165100" progId="Equation.DSMT4">
                  <p:embed/>
                  <p:pic>
                    <p:nvPicPr>
                      <p:cNvPr id="0" name="图片 3416"/>
                      <p:cNvPicPr/>
                      <p:nvPr/>
                    </p:nvPicPr>
                    <p:blipFill>
                      <a:blip r:embed="rId8">
                        <a:clrChange>
                          <a:clrFrom>
                            <a:srgbClr val="000000"/>
                          </a:clrFrom>
                          <a:clrTo>
                            <a:srgbClr val="990033"/>
                          </a:clrTo>
                        </a:clrChange>
                      </a:blip>
                      <a:stretch>
                        <a:fillRect/>
                      </a:stretch>
                    </p:blipFill>
                    <p:spPr>
                      <a:xfrm>
                        <a:off x="2484438" y="4508500"/>
                        <a:ext cx="3033712" cy="674688"/>
                      </a:xfrm>
                      <a:prstGeom prst="rect">
                        <a:avLst/>
                      </a:prstGeom>
                      <a:gradFill rotWithShape="1">
                        <a:gsLst>
                          <a:gs pos="0">
                            <a:srgbClr val="3399FF"/>
                          </a:gs>
                          <a:gs pos="50000">
                            <a:srgbClr val="FFFFFF"/>
                          </a:gs>
                          <a:gs pos="100000">
                            <a:srgbClr val="3399FF"/>
                          </a:gs>
                        </a:gsLst>
                        <a:lin ang="5400000" scaled="1"/>
                        <a:tileRect/>
                      </a:gradFill>
                      <a:ln w="38100">
                        <a:noFill/>
                        <a:miter/>
                      </a:ln>
                    </p:spPr>
                  </p:pic>
                </p:oleObj>
              </mc:Fallback>
            </mc:AlternateContent>
          </a:graphicData>
        </a:graphic>
      </p:graphicFrame>
      <p:sp>
        <p:nvSpPr>
          <p:cNvPr id="49231" name="Text Box 79"/>
          <p:cNvSpPr txBox="1"/>
          <p:nvPr/>
        </p:nvSpPr>
        <p:spPr>
          <a:xfrm>
            <a:off x="1331913" y="5335588"/>
            <a:ext cx="7056437" cy="1117600"/>
          </a:xfrm>
          <a:prstGeom prst="rect">
            <a:avLst/>
          </a:prstGeom>
          <a:noFill/>
          <a:ln w="9525">
            <a:noFill/>
          </a:ln>
        </p:spPr>
        <p:txBody>
          <a:bodyPr>
            <a:spAutoFit/>
          </a:bodyPr>
          <a:p>
            <a:pPr algn="just">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二端口并联所得复合二端口的</a:t>
            </a:r>
            <a:r>
              <a:rPr lang="en-US" altLang="zh-CN" b="0" i="1" dirty="0">
                <a:latin typeface="Times New Roman" panose="02020603050405020304" pitchFamily="18" charset="0"/>
              </a:rPr>
              <a:t>Y</a:t>
            </a: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参数矩阵等于两个二端口</a:t>
            </a:r>
            <a:r>
              <a:rPr lang="en-US" altLang="zh-CN" b="0" i="1" dirty="0">
                <a:latin typeface="Times New Roman" panose="02020603050405020304" pitchFamily="18" charset="0"/>
              </a:rPr>
              <a:t>Y </a:t>
            </a:r>
            <a:r>
              <a:rPr lang="zh-CN" altLang="en-US" dirty="0">
                <a:solidFill>
                  <a:srgbClr val="FFFF00"/>
                </a:solidFill>
                <a:latin typeface="楷体_GB2312" pitchFamily="49" charset="-122"/>
              </a:rPr>
              <a:t>参数矩阵相加。</a:t>
            </a:r>
            <a:endParaRPr lang="zh-CN" altLang="en-US" dirty="0">
              <a:solidFill>
                <a:srgbClr val="FFFF00"/>
              </a:solidFill>
              <a:latin typeface="楷体_GB2312" pitchFamily="49" charset="-122"/>
            </a:endParaRPr>
          </a:p>
        </p:txBody>
      </p:sp>
      <p:grpSp>
        <p:nvGrpSpPr>
          <p:cNvPr id="48136" name="Group 84"/>
          <p:cNvGrpSpPr/>
          <p:nvPr/>
        </p:nvGrpSpPr>
        <p:grpSpPr>
          <a:xfrm>
            <a:off x="8316913" y="6446838"/>
            <a:ext cx="792162" cy="366712"/>
            <a:chOff x="5193" y="4020"/>
            <a:chExt cx="499" cy="231"/>
          </a:xfrm>
        </p:grpSpPr>
        <p:pic>
          <p:nvPicPr>
            <p:cNvPr id="48146" name="Picture 85"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48147" name="Text Box 8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8137" name="Group 87"/>
          <p:cNvGrpSpPr/>
          <p:nvPr/>
        </p:nvGrpSpPr>
        <p:grpSpPr>
          <a:xfrm>
            <a:off x="7453313" y="6446838"/>
            <a:ext cx="792162" cy="366712"/>
            <a:chOff x="4649" y="4020"/>
            <a:chExt cx="499" cy="231"/>
          </a:xfrm>
        </p:grpSpPr>
        <p:pic>
          <p:nvPicPr>
            <p:cNvPr id="48144" name="Picture 88"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48145" name="Text Box 8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93"/>
          <p:cNvGrpSpPr/>
          <p:nvPr/>
        </p:nvGrpSpPr>
        <p:grpSpPr>
          <a:xfrm>
            <a:off x="395288" y="5262563"/>
            <a:ext cx="1644650" cy="850900"/>
            <a:chOff x="385" y="3022"/>
            <a:chExt cx="1036" cy="536"/>
          </a:xfrm>
        </p:grpSpPr>
        <p:pic>
          <p:nvPicPr>
            <p:cNvPr id="48142" name="Picture 94" descr="123"/>
            <p:cNvPicPr>
              <a:picLocks noChangeAspect="1"/>
            </p:cNvPicPr>
            <p:nvPr/>
          </p:nvPicPr>
          <p:blipFill>
            <a:blip r:embed="rId10"/>
            <a:stretch>
              <a:fillRect/>
            </a:stretch>
          </p:blipFill>
          <p:spPr>
            <a:xfrm>
              <a:off x="385" y="3022"/>
              <a:ext cx="590" cy="536"/>
            </a:xfrm>
            <a:prstGeom prst="rect">
              <a:avLst/>
            </a:prstGeom>
            <a:noFill/>
            <a:ln w="9525">
              <a:noFill/>
            </a:ln>
          </p:spPr>
        </p:pic>
        <p:sp>
          <p:nvSpPr>
            <p:cNvPr id="48143" name="Text Box 95"/>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48139" name="Group 99"/>
          <p:cNvGrpSpPr/>
          <p:nvPr/>
        </p:nvGrpSpPr>
        <p:grpSpPr>
          <a:xfrm>
            <a:off x="6588125" y="6446838"/>
            <a:ext cx="792163" cy="366712"/>
            <a:chOff x="4649" y="4020"/>
            <a:chExt cx="499" cy="231"/>
          </a:xfrm>
        </p:grpSpPr>
        <p:pic>
          <p:nvPicPr>
            <p:cNvPr id="48140" name="Picture 100" descr="78900"/>
            <p:cNvPicPr>
              <a:picLocks noChangeAspect="1"/>
            </p:cNvPicPr>
            <p:nvPr/>
          </p:nvPicPr>
          <p:blipFill>
            <a:blip r:embed="rId9"/>
            <a:stretch>
              <a:fillRect/>
            </a:stretch>
          </p:blipFill>
          <p:spPr>
            <a:xfrm>
              <a:off x="4649" y="4066"/>
              <a:ext cx="499" cy="181"/>
            </a:xfrm>
            <a:prstGeom prst="rect">
              <a:avLst/>
            </a:prstGeom>
            <a:noFill/>
            <a:ln w="9525">
              <a:noFill/>
            </a:ln>
          </p:spPr>
        </p:pic>
        <p:sp>
          <p:nvSpPr>
            <p:cNvPr id="48141" name="Text Box 101">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9225"/>
                                        </p:tgtEl>
                                        <p:attrNameLst>
                                          <p:attrName>style.visibility</p:attrName>
                                        </p:attrNameLst>
                                      </p:cBhvr>
                                      <p:to>
                                        <p:strVal val="visible"/>
                                      </p:to>
                                    </p:set>
                                    <p:animEffect transition="in" filter="wipe(left)">
                                      <p:cBhvr>
                                        <p:cTn id="7" dur="2000"/>
                                        <p:tgtEl>
                                          <p:spTgt spid="492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226"/>
                                        </p:tgtEl>
                                        <p:attrNameLst>
                                          <p:attrName>style.visibility</p:attrName>
                                        </p:attrNameLst>
                                      </p:cBhvr>
                                      <p:to>
                                        <p:strVal val="visible"/>
                                      </p:to>
                                    </p:set>
                                    <p:animEffect transition="in" filter="wipe(left)">
                                      <p:cBhvr>
                                        <p:cTn id="12" dur="2000"/>
                                        <p:tgtEl>
                                          <p:spTgt spid="492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227"/>
                                        </p:tgtEl>
                                        <p:attrNameLst>
                                          <p:attrName>style.visibility</p:attrName>
                                        </p:attrNameLst>
                                      </p:cBhvr>
                                      <p:to>
                                        <p:strVal val="visible"/>
                                      </p:to>
                                    </p:set>
                                    <p:animEffect transition="in" filter="wipe(left)">
                                      <p:cBhvr>
                                        <p:cTn id="17" dur="2000"/>
                                        <p:tgtEl>
                                          <p:spTgt spid="4922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49228">
                                            <p:txEl>
                                              <p:charRg st="0" end="3"/>
                                            </p:txEl>
                                          </p:spTgt>
                                        </p:tgtEl>
                                        <p:attrNameLst>
                                          <p:attrName>style.visibility</p:attrName>
                                        </p:attrNameLst>
                                      </p:cBhvr>
                                      <p:to>
                                        <p:strVal val="visible"/>
                                      </p:to>
                                    </p:set>
                                    <p:animEffect transition="in" filter="slide(fromLeft)">
                                      <p:cBhvr>
                                        <p:cTn id="22" dur="500"/>
                                        <p:tgtEl>
                                          <p:spTgt spid="49228">
                                            <p:txEl>
                                              <p:charRg st="0"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229"/>
                                        </p:tgtEl>
                                        <p:attrNameLst>
                                          <p:attrName>style.visibility</p:attrName>
                                        </p:attrNameLst>
                                      </p:cBhvr>
                                      <p:to>
                                        <p:strVal val="visible"/>
                                      </p:to>
                                    </p:set>
                                    <p:animEffect transition="in" filter="wipe(left)">
                                      <p:cBhvr>
                                        <p:cTn id="27" dur="2000"/>
                                        <p:tgtEl>
                                          <p:spTgt spid="4922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9231">
                                            <p:txEl>
                                              <p:charRg st="0" end="40"/>
                                            </p:txEl>
                                          </p:spTgt>
                                        </p:tgtEl>
                                        <p:attrNameLst>
                                          <p:attrName>style.visibility</p:attrName>
                                        </p:attrNameLst>
                                      </p:cBhvr>
                                      <p:to>
                                        <p:strVal val="visible"/>
                                      </p:to>
                                    </p:set>
                                    <p:animEffect transition="in" filter="slide(fromBottom)">
                                      <p:cBhvr>
                                        <p:cTn id="37" dur="2000"/>
                                        <p:tgtEl>
                                          <p:spTgt spid="49231">
                                            <p:txEl>
                                              <p:charRg st="0" end="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28" grpId="0" build="p"/>
      <p:bldP spid="4923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16"/>
          <p:cNvGrpSpPr/>
          <p:nvPr/>
        </p:nvGrpSpPr>
        <p:grpSpPr>
          <a:xfrm>
            <a:off x="3048000" y="2060575"/>
            <a:ext cx="2803525" cy="3168650"/>
            <a:chOff x="1920" y="1298"/>
            <a:chExt cx="1766" cy="1996"/>
          </a:xfrm>
        </p:grpSpPr>
        <p:sp>
          <p:nvSpPr>
            <p:cNvPr id="77906" name="Oval 117"/>
            <p:cNvSpPr/>
            <p:nvPr/>
          </p:nvSpPr>
          <p:spPr>
            <a:xfrm>
              <a:off x="1920" y="1311"/>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07" name="Oval 118"/>
            <p:cNvSpPr/>
            <p:nvPr/>
          </p:nvSpPr>
          <p:spPr>
            <a:xfrm>
              <a:off x="1920" y="201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08" name="Oval 119"/>
            <p:cNvSpPr/>
            <p:nvPr/>
          </p:nvSpPr>
          <p:spPr>
            <a:xfrm>
              <a:off x="3612" y="1311"/>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09" name="Oval 120"/>
            <p:cNvSpPr/>
            <p:nvPr/>
          </p:nvSpPr>
          <p:spPr>
            <a:xfrm>
              <a:off x="3618" y="200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10" name="Line 121"/>
            <p:cNvSpPr/>
            <p:nvPr/>
          </p:nvSpPr>
          <p:spPr>
            <a:xfrm>
              <a:off x="3152" y="1344"/>
              <a:ext cx="0" cy="680"/>
            </a:xfrm>
            <a:prstGeom prst="line">
              <a:avLst/>
            </a:prstGeom>
            <a:ln w="28575" cap="flat" cmpd="sng">
              <a:solidFill>
                <a:srgbClr val="FFCC00"/>
              </a:solidFill>
              <a:prstDash val="solid"/>
              <a:headEnd type="oval" w="med" len="med"/>
              <a:tailEnd type="oval" w="med" len="med"/>
            </a:ln>
          </p:spPr>
        </p:sp>
        <p:sp>
          <p:nvSpPr>
            <p:cNvPr id="77911" name="Line 122"/>
            <p:cNvSpPr/>
            <p:nvPr/>
          </p:nvSpPr>
          <p:spPr>
            <a:xfrm flipH="1">
              <a:off x="2472" y="1344"/>
              <a:ext cx="0" cy="680"/>
            </a:xfrm>
            <a:prstGeom prst="line">
              <a:avLst/>
            </a:prstGeom>
            <a:ln w="28575" cap="flat" cmpd="sng">
              <a:solidFill>
                <a:srgbClr val="FFCC00"/>
              </a:solidFill>
              <a:prstDash val="solid"/>
              <a:headEnd type="oval" w="med" len="med"/>
              <a:tailEnd type="oval" w="med" len="med"/>
            </a:ln>
          </p:spPr>
        </p:sp>
        <p:sp>
          <p:nvSpPr>
            <p:cNvPr id="77912" name="Line 123"/>
            <p:cNvSpPr/>
            <p:nvPr/>
          </p:nvSpPr>
          <p:spPr>
            <a:xfrm>
              <a:off x="1973" y="1344"/>
              <a:ext cx="1633" cy="0"/>
            </a:xfrm>
            <a:prstGeom prst="line">
              <a:avLst/>
            </a:prstGeom>
            <a:ln w="28575" cap="flat" cmpd="sng">
              <a:solidFill>
                <a:srgbClr val="FFCC00"/>
              </a:solidFill>
              <a:prstDash val="solid"/>
              <a:headEnd type="none" w="med" len="med"/>
              <a:tailEnd type="none" w="med" len="med"/>
            </a:ln>
          </p:spPr>
        </p:sp>
        <p:sp>
          <p:nvSpPr>
            <p:cNvPr id="77913" name="Line 124"/>
            <p:cNvSpPr/>
            <p:nvPr/>
          </p:nvSpPr>
          <p:spPr>
            <a:xfrm>
              <a:off x="1980" y="2024"/>
              <a:ext cx="1636" cy="1"/>
            </a:xfrm>
            <a:prstGeom prst="line">
              <a:avLst/>
            </a:prstGeom>
            <a:ln w="28575" cap="flat" cmpd="sng">
              <a:solidFill>
                <a:srgbClr val="FFCC00"/>
              </a:solidFill>
              <a:prstDash val="solid"/>
              <a:headEnd type="none" w="med" len="med"/>
              <a:tailEnd type="none" w="med" len="med"/>
            </a:ln>
          </p:spPr>
        </p:sp>
        <p:sp>
          <p:nvSpPr>
            <p:cNvPr id="77914" name="Line 125"/>
            <p:cNvSpPr/>
            <p:nvPr/>
          </p:nvSpPr>
          <p:spPr>
            <a:xfrm flipV="1">
              <a:off x="1973" y="2523"/>
              <a:ext cx="1678" cy="0"/>
            </a:xfrm>
            <a:prstGeom prst="line">
              <a:avLst/>
            </a:prstGeom>
            <a:ln w="28575" cap="flat" cmpd="sng">
              <a:solidFill>
                <a:srgbClr val="FFCC00"/>
              </a:solidFill>
              <a:prstDash val="solid"/>
              <a:headEnd type="none" w="med" len="med"/>
              <a:tailEnd type="none" w="med" len="med"/>
            </a:ln>
          </p:spPr>
        </p:sp>
        <p:sp>
          <p:nvSpPr>
            <p:cNvPr id="77915" name="Line 126"/>
            <p:cNvSpPr/>
            <p:nvPr/>
          </p:nvSpPr>
          <p:spPr>
            <a:xfrm>
              <a:off x="1973" y="3203"/>
              <a:ext cx="1633" cy="0"/>
            </a:xfrm>
            <a:prstGeom prst="line">
              <a:avLst/>
            </a:prstGeom>
            <a:ln w="28575" cap="flat" cmpd="sng">
              <a:solidFill>
                <a:srgbClr val="FFCC00"/>
              </a:solidFill>
              <a:prstDash val="solid"/>
              <a:headEnd type="none" w="med" len="med"/>
              <a:tailEnd type="none" w="med" len="med"/>
            </a:ln>
          </p:spPr>
        </p:sp>
        <p:sp>
          <p:nvSpPr>
            <p:cNvPr id="77916" name="Rectangle 127"/>
            <p:cNvSpPr/>
            <p:nvPr/>
          </p:nvSpPr>
          <p:spPr>
            <a:xfrm>
              <a:off x="2517" y="1570"/>
              <a:ext cx="339"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10</a:t>
              </a:r>
              <a:r>
                <a:rPr lang="en-US" altLang="zh-CN" sz="24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latin typeface="Times New Roman" panose="02020603050405020304" pitchFamily="18" charset="0"/>
                <a:ea typeface="宋体" panose="02010600030101010101" pitchFamily="2" charset="-122"/>
              </a:endParaRPr>
            </a:p>
          </p:txBody>
        </p:sp>
        <p:sp>
          <p:nvSpPr>
            <p:cNvPr id="77917" name="Rectangle 128"/>
            <p:cNvSpPr/>
            <p:nvPr/>
          </p:nvSpPr>
          <p:spPr>
            <a:xfrm>
              <a:off x="2693" y="1401"/>
              <a:ext cx="243"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5</a:t>
              </a:r>
              <a:r>
                <a:rPr lang="en-US" altLang="zh-CN" sz="24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latin typeface="Times New Roman" panose="02020603050405020304" pitchFamily="18" charset="0"/>
                <a:ea typeface="宋体" panose="02010600030101010101" pitchFamily="2" charset="-122"/>
              </a:endParaRPr>
            </a:p>
          </p:txBody>
        </p:sp>
        <p:sp>
          <p:nvSpPr>
            <p:cNvPr id="77918" name="Rectangle 129"/>
            <p:cNvSpPr/>
            <p:nvPr/>
          </p:nvSpPr>
          <p:spPr>
            <a:xfrm>
              <a:off x="3243" y="1570"/>
              <a:ext cx="387"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2.5</a:t>
              </a:r>
              <a:endParaRPr lang="en-US" altLang="zh-CN" sz="2400" b="0" dirty="0">
                <a:latin typeface="Times New Roman" panose="02020603050405020304" pitchFamily="18" charset="0"/>
                <a:ea typeface="宋体" panose="02010600030101010101" pitchFamily="2" charset="-122"/>
              </a:endParaRPr>
            </a:p>
          </p:txBody>
        </p:sp>
        <p:sp>
          <p:nvSpPr>
            <p:cNvPr id="77919" name="Rectangle 130"/>
            <p:cNvSpPr/>
            <p:nvPr/>
          </p:nvSpPr>
          <p:spPr>
            <a:xfrm>
              <a:off x="2609" y="2247"/>
              <a:ext cx="387"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2.5</a:t>
              </a:r>
              <a:endParaRPr lang="en-US" altLang="zh-CN" sz="2400" b="0" dirty="0">
                <a:latin typeface="Times New Roman" panose="02020603050405020304" pitchFamily="18" charset="0"/>
                <a:ea typeface="宋体" panose="02010600030101010101" pitchFamily="2" charset="-122"/>
              </a:endParaRPr>
            </a:p>
          </p:txBody>
        </p:sp>
        <p:sp>
          <p:nvSpPr>
            <p:cNvPr id="77920" name="Rectangle 131"/>
            <p:cNvSpPr/>
            <p:nvPr/>
          </p:nvSpPr>
          <p:spPr>
            <a:xfrm>
              <a:off x="2608" y="2931"/>
              <a:ext cx="387"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2.5</a:t>
              </a:r>
              <a:endParaRPr lang="en-US" altLang="zh-CN" sz="2400" b="0" dirty="0">
                <a:latin typeface="Times New Roman" panose="02020603050405020304" pitchFamily="18" charset="0"/>
                <a:ea typeface="宋体" panose="02010600030101010101" pitchFamily="2" charset="-122"/>
              </a:endParaRPr>
            </a:p>
          </p:txBody>
        </p:sp>
        <p:sp>
          <p:nvSpPr>
            <p:cNvPr id="77921" name="Oval 132"/>
            <p:cNvSpPr/>
            <p:nvPr/>
          </p:nvSpPr>
          <p:spPr>
            <a:xfrm>
              <a:off x="1920" y="247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22" name="Oval 133"/>
            <p:cNvSpPr/>
            <p:nvPr/>
          </p:nvSpPr>
          <p:spPr>
            <a:xfrm>
              <a:off x="1920" y="3171"/>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23" name="Oval 134"/>
            <p:cNvSpPr/>
            <p:nvPr/>
          </p:nvSpPr>
          <p:spPr>
            <a:xfrm>
              <a:off x="3618" y="317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24" name="Oval 135"/>
            <p:cNvSpPr/>
            <p:nvPr/>
          </p:nvSpPr>
          <p:spPr>
            <a:xfrm>
              <a:off x="3618" y="247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925" name="Rectangle 136"/>
            <p:cNvSpPr/>
            <p:nvPr/>
          </p:nvSpPr>
          <p:spPr>
            <a:xfrm>
              <a:off x="2608" y="24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7926" name="Rectangle 137"/>
            <p:cNvSpPr/>
            <p:nvPr/>
          </p:nvSpPr>
          <p:spPr>
            <a:xfrm>
              <a:off x="2653" y="315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7927" name="Rectangle 138"/>
            <p:cNvSpPr/>
            <p:nvPr/>
          </p:nvSpPr>
          <p:spPr>
            <a:xfrm>
              <a:off x="2653" y="129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7928" name="Rectangle 139"/>
            <p:cNvSpPr/>
            <p:nvPr/>
          </p:nvSpPr>
          <p:spPr>
            <a:xfrm>
              <a:off x="3071" y="152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7929" name="Rectangle 140"/>
            <p:cNvSpPr/>
            <p:nvPr/>
          </p:nvSpPr>
          <p:spPr>
            <a:xfrm>
              <a:off x="2390" y="152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sp>
        <p:nvSpPr>
          <p:cNvPr id="51203" name="Text Box 3"/>
          <p:cNvSpPr txBox="1"/>
          <p:nvPr/>
        </p:nvSpPr>
        <p:spPr>
          <a:xfrm>
            <a:off x="1871663" y="404813"/>
            <a:ext cx="6588125" cy="1117600"/>
          </a:xfrm>
          <a:prstGeom prst="rect">
            <a:avLst/>
          </a:prstGeom>
          <a:noFill/>
          <a:ln w="9525">
            <a:noFill/>
          </a:ln>
        </p:spPr>
        <p:txBody>
          <a:bodyPr>
            <a:spAutoFit/>
          </a:bodyPr>
          <a:p>
            <a:pPr marL="476250" indent="-476250" algn="just">
              <a:lnSpc>
                <a:spcPct val="120000"/>
              </a:lnSpc>
              <a:spcBef>
                <a:spcPct val="50000"/>
              </a:spcBef>
              <a:buAutoNum type="circleNumDbPlain"/>
            </a:pPr>
            <a:r>
              <a:rPr lang="zh-CN" altLang="en-US" dirty="0">
                <a:solidFill>
                  <a:srgbClr val="FFFF00"/>
                </a:solidFill>
                <a:latin typeface="楷体_GB2312" pitchFamily="49" charset="-122"/>
              </a:rPr>
              <a:t>两个二端口并联时，其端口条件可能被破坏，此时上述关系式将不成立。</a:t>
            </a:r>
            <a:endParaRPr lang="zh-CN" altLang="en-US" dirty="0">
              <a:solidFill>
                <a:srgbClr val="FFFF00"/>
              </a:solidFill>
              <a:latin typeface="楷体_GB2312" pitchFamily="49" charset="-122"/>
            </a:endParaRPr>
          </a:p>
        </p:txBody>
      </p:sp>
      <p:sp>
        <p:nvSpPr>
          <p:cNvPr id="51204" name="Text Box 4"/>
          <p:cNvSpPr txBox="1"/>
          <p:nvPr/>
        </p:nvSpPr>
        <p:spPr>
          <a:xfrm>
            <a:off x="2339975" y="5661025"/>
            <a:ext cx="4319588" cy="519113"/>
          </a:xfrm>
          <a:prstGeom prst="rect">
            <a:avLst/>
          </a:prstGeom>
          <a:solidFill>
            <a:schemeClr val="hlink"/>
          </a:solidFill>
          <a:ln w="9525">
            <a:noFill/>
          </a:ln>
        </p:spPr>
        <p:txBody>
          <a:bodyPr>
            <a:spAutoFit/>
          </a:bodyPr>
          <a:p>
            <a:pPr algn="ctr">
              <a:spcBef>
                <a:spcPct val="50000"/>
              </a:spcBef>
            </a:pPr>
            <a:r>
              <a:rPr lang="zh-CN" altLang="en-US" dirty="0">
                <a:latin typeface="Times New Roman" panose="02020603050405020304" pitchFamily="18" charset="0"/>
              </a:rPr>
              <a:t>并联后端口条件破坏。</a:t>
            </a:r>
            <a:endParaRPr lang="zh-CN" altLang="en-US" dirty="0">
              <a:latin typeface="Times New Roman" panose="02020603050405020304" pitchFamily="18" charset="0"/>
            </a:endParaRPr>
          </a:p>
        </p:txBody>
      </p:sp>
      <p:grpSp>
        <p:nvGrpSpPr>
          <p:cNvPr id="3" name="Group 155"/>
          <p:cNvGrpSpPr/>
          <p:nvPr/>
        </p:nvGrpSpPr>
        <p:grpSpPr>
          <a:xfrm>
            <a:off x="3190875" y="3213100"/>
            <a:ext cx="384175" cy="365125"/>
            <a:chOff x="2010" y="2024"/>
            <a:chExt cx="242" cy="230"/>
          </a:xfrm>
        </p:grpSpPr>
        <p:sp>
          <p:nvSpPr>
            <p:cNvPr id="77904" name="Rectangle 18"/>
            <p:cNvSpPr/>
            <p:nvPr/>
          </p:nvSpPr>
          <p:spPr>
            <a:xfrm>
              <a:off x="2010" y="2024"/>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4A</a:t>
              </a:r>
              <a:endParaRPr lang="en-US" altLang="zh-CN" sz="2400" b="0" dirty="0">
                <a:latin typeface="Times New Roman" panose="02020603050405020304" pitchFamily="18" charset="0"/>
                <a:ea typeface="宋体" panose="02010600030101010101" pitchFamily="2" charset="-122"/>
              </a:endParaRPr>
            </a:p>
          </p:txBody>
        </p:sp>
        <p:sp>
          <p:nvSpPr>
            <p:cNvPr id="77905" name="Line 19"/>
            <p:cNvSpPr/>
            <p:nvPr/>
          </p:nvSpPr>
          <p:spPr>
            <a:xfrm rot="5400000" flipH="1">
              <a:off x="2135" y="1907"/>
              <a:ext cx="0" cy="234"/>
            </a:xfrm>
            <a:prstGeom prst="line">
              <a:avLst/>
            </a:prstGeom>
            <a:ln w="28575" cap="flat" cmpd="sng">
              <a:solidFill>
                <a:srgbClr val="00FFFF"/>
              </a:solidFill>
              <a:prstDash val="solid"/>
              <a:headEnd type="none" w="med" len="med"/>
              <a:tailEnd type="triangle" w="med" len="med"/>
            </a:ln>
          </p:spPr>
        </p:sp>
      </p:grpSp>
      <p:grpSp>
        <p:nvGrpSpPr>
          <p:cNvPr id="4" name="Group 154"/>
          <p:cNvGrpSpPr/>
          <p:nvPr/>
        </p:nvGrpSpPr>
        <p:grpSpPr>
          <a:xfrm>
            <a:off x="5219700" y="3213100"/>
            <a:ext cx="517525" cy="365125"/>
            <a:chOff x="3288" y="2024"/>
            <a:chExt cx="326" cy="230"/>
          </a:xfrm>
        </p:grpSpPr>
        <p:sp>
          <p:nvSpPr>
            <p:cNvPr id="77902" name="Rectangle 21"/>
            <p:cNvSpPr/>
            <p:nvPr/>
          </p:nvSpPr>
          <p:spPr>
            <a:xfrm>
              <a:off x="3379" y="2024"/>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7903" name="Line 22"/>
            <p:cNvSpPr/>
            <p:nvPr/>
          </p:nvSpPr>
          <p:spPr>
            <a:xfrm rot="5400000" flipH="1">
              <a:off x="3405" y="1907"/>
              <a:ext cx="0" cy="234"/>
            </a:xfrm>
            <a:prstGeom prst="line">
              <a:avLst/>
            </a:prstGeom>
            <a:ln w="28575" cap="flat" cmpd="sng">
              <a:solidFill>
                <a:srgbClr val="00FFFF"/>
              </a:solidFill>
              <a:prstDash val="solid"/>
              <a:headEnd type="none" w="med" len="med"/>
              <a:tailEnd type="triangle" w="med" len="med"/>
            </a:ln>
          </p:spPr>
        </p:sp>
      </p:grpSp>
      <p:grpSp>
        <p:nvGrpSpPr>
          <p:cNvPr id="5" name="Group 156"/>
          <p:cNvGrpSpPr/>
          <p:nvPr/>
        </p:nvGrpSpPr>
        <p:grpSpPr>
          <a:xfrm>
            <a:off x="3276600" y="3568700"/>
            <a:ext cx="2374900" cy="436563"/>
            <a:chOff x="2064" y="2248"/>
            <a:chExt cx="1496" cy="275"/>
          </a:xfrm>
        </p:grpSpPr>
        <p:sp>
          <p:nvSpPr>
            <p:cNvPr id="77898" name="Rectangle 24"/>
            <p:cNvSpPr/>
            <p:nvPr/>
          </p:nvSpPr>
          <p:spPr>
            <a:xfrm>
              <a:off x="2064" y="2248"/>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a:t>
              </a:r>
              <a:endParaRPr lang="en-US" altLang="zh-CN" sz="2400" b="0" dirty="0">
                <a:latin typeface="Times New Roman" panose="02020603050405020304" pitchFamily="18" charset="0"/>
                <a:ea typeface="宋体" panose="02010600030101010101" pitchFamily="2" charset="-122"/>
              </a:endParaRPr>
            </a:p>
          </p:txBody>
        </p:sp>
        <p:sp>
          <p:nvSpPr>
            <p:cNvPr id="77899" name="Rectangle 25"/>
            <p:cNvSpPr/>
            <p:nvPr/>
          </p:nvSpPr>
          <p:spPr>
            <a:xfrm>
              <a:off x="3243" y="2248"/>
              <a:ext cx="283"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 2A</a:t>
              </a:r>
              <a:endParaRPr lang="en-US" altLang="zh-CN" sz="2400" b="0" dirty="0">
                <a:latin typeface="Times New Roman" panose="02020603050405020304" pitchFamily="18" charset="0"/>
                <a:ea typeface="宋体" panose="02010600030101010101" pitchFamily="2" charset="-122"/>
              </a:endParaRPr>
            </a:p>
          </p:txBody>
        </p:sp>
        <p:sp>
          <p:nvSpPr>
            <p:cNvPr id="77900" name="Line 26"/>
            <p:cNvSpPr/>
            <p:nvPr/>
          </p:nvSpPr>
          <p:spPr>
            <a:xfrm rot="-5400000">
              <a:off x="2219" y="2406"/>
              <a:ext cx="0" cy="234"/>
            </a:xfrm>
            <a:prstGeom prst="line">
              <a:avLst/>
            </a:prstGeom>
            <a:ln w="28575" cap="flat" cmpd="sng">
              <a:solidFill>
                <a:srgbClr val="00FFFF"/>
              </a:solidFill>
              <a:prstDash val="solid"/>
              <a:headEnd type="none" w="med" len="med"/>
              <a:tailEnd type="triangle" w="med" len="med"/>
            </a:ln>
          </p:spPr>
        </p:sp>
        <p:sp>
          <p:nvSpPr>
            <p:cNvPr id="77901" name="Line 27"/>
            <p:cNvSpPr/>
            <p:nvPr/>
          </p:nvSpPr>
          <p:spPr>
            <a:xfrm rot="-5400000">
              <a:off x="3443" y="2406"/>
              <a:ext cx="0" cy="234"/>
            </a:xfrm>
            <a:prstGeom prst="line">
              <a:avLst/>
            </a:prstGeom>
            <a:ln w="28575" cap="flat" cmpd="sng">
              <a:solidFill>
                <a:srgbClr val="00FFFF"/>
              </a:solidFill>
              <a:prstDash val="solid"/>
              <a:headEnd type="none" w="med" len="med"/>
              <a:tailEnd type="triangle" w="med" len="med"/>
            </a:ln>
          </p:spPr>
        </p:sp>
      </p:grpSp>
      <p:grpSp>
        <p:nvGrpSpPr>
          <p:cNvPr id="6" name="Group 157"/>
          <p:cNvGrpSpPr/>
          <p:nvPr/>
        </p:nvGrpSpPr>
        <p:grpSpPr>
          <a:xfrm>
            <a:off x="3336925" y="4652963"/>
            <a:ext cx="2314575" cy="431800"/>
            <a:chOff x="2102" y="2931"/>
            <a:chExt cx="1458" cy="272"/>
          </a:xfrm>
        </p:grpSpPr>
        <p:sp>
          <p:nvSpPr>
            <p:cNvPr id="77894" name="Rectangle 29"/>
            <p:cNvSpPr/>
            <p:nvPr/>
          </p:nvSpPr>
          <p:spPr>
            <a:xfrm>
              <a:off x="2109" y="2931"/>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0A</a:t>
              </a:r>
              <a:endParaRPr lang="en-US" altLang="zh-CN" sz="2400" b="0" dirty="0">
                <a:latin typeface="Times New Roman" panose="02020603050405020304" pitchFamily="18" charset="0"/>
                <a:ea typeface="宋体" panose="02010600030101010101" pitchFamily="2" charset="-122"/>
              </a:endParaRPr>
            </a:p>
          </p:txBody>
        </p:sp>
        <p:sp>
          <p:nvSpPr>
            <p:cNvPr id="77895" name="Rectangle 30"/>
            <p:cNvSpPr/>
            <p:nvPr/>
          </p:nvSpPr>
          <p:spPr>
            <a:xfrm>
              <a:off x="3288" y="2931"/>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0A</a:t>
              </a:r>
              <a:endParaRPr lang="en-US" altLang="zh-CN" sz="2400" b="0" dirty="0">
                <a:latin typeface="Times New Roman" panose="02020603050405020304" pitchFamily="18" charset="0"/>
                <a:ea typeface="宋体" panose="02010600030101010101" pitchFamily="2" charset="-122"/>
              </a:endParaRPr>
            </a:p>
          </p:txBody>
        </p:sp>
        <p:sp>
          <p:nvSpPr>
            <p:cNvPr id="77896" name="Line 31"/>
            <p:cNvSpPr/>
            <p:nvPr/>
          </p:nvSpPr>
          <p:spPr>
            <a:xfrm rot="5400000" flipH="1">
              <a:off x="2219" y="3086"/>
              <a:ext cx="0" cy="234"/>
            </a:xfrm>
            <a:prstGeom prst="line">
              <a:avLst/>
            </a:prstGeom>
            <a:ln w="28575" cap="flat" cmpd="sng">
              <a:solidFill>
                <a:srgbClr val="00FFFF"/>
              </a:solidFill>
              <a:prstDash val="solid"/>
              <a:headEnd type="none" w="med" len="med"/>
              <a:tailEnd type="triangle" w="med" len="med"/>
            </a:ln>
          </p:spPr>
        </p:sp>
        <p:sp>
          <p:nvSpPr>
            <p:cNvPr id="77897" name="Line 32"/>
            <p:cNvSpPr/>
            <p:nvPr/>
          </p:nvSpPr>
          <p:spPr>
            <a:xfrm rot="-5400000">
              <a:off x="3443" y="3086"/>
              <a:ext cx="0" cy="234"/>
            </a:xfrm>
            <a:prstGeom prst="line">
              <a:avLst/>
            </a:prstGeom>
            <a:ln w="28575" cap="flat" cmpd="sng">
              <a:solidFill>
                <a:srgbClr val="00FFFF"/>
              </a:solidFill>
              <a:prstDash val="solid"/>
              <a:headEnd type="none" w="med" len="med"/>
              <a:tailEnd type="triangle" w="med" len="med"/>
            </a:ln>
          </p:spPr>
        </p:sp>
      </p:grpSp>
      <p:grpSp>
        <p:nvGrpSpPr>
          <p:cNvPr id="7" name="Group 63"/>
          <p:cNvGrpSpPr/>
          <p:nvPr/>
        </p:nvGrpSpPr>
        <p:grpSpPr>
          <a:xfrm>
            <a:off x="1200150" y="2147888"/>
            <a:ext cx="6508750" cy="2981325"/>
            <a:chOff x="756" y="1476"/>
            <a:chExt cx="4100" cy="1878"/>
          </a:xfrm>
        </p:grpSpPr>
        <p:sp>
          <p:nvSpPr>
            <p:cNvPr id="77882" name="Line 64"/>
            <p:cNvSpPr/>
            <p:nvPr/>
          </p:nvSpPr>
          <p:spPr>
            <a:xfrm flipH="1">
              <a:off x="822" y="2062"/>
              <a:ext cx="697" cy="1"/>
            </a:xfrm>
            <a:prstGeom prst="line">
              <a:avLst/>
            </a:prstGeom>
            <a:ln w="28575" cap="flat" cmpd="sng">
              <a:solidFill>
                <a:srgbClr val="FF3300"/>
              </a:solidFill>
              <a:prstDash val="solid"/>
              <a:headEnd type="none" w="med" len="med"/>
              <a:tailEnd type="none" w="med" len="med"/>
            </a:ln>
          </p:spPr>
        </p:sp>
        <p:sp>
          <p:nvSpPr>
            <p:cNvPr id="77883" name="Line 65"/>
            <p:cNvSpPr/>
            <p:nvPr/>
          </p:nvSpPr>
          <p:spPr>
            <a:xfrm flipH="1">
              <a:off x="834" y="2789"/>
              <a:ext cx="697" cy="1"/>
            </a:xfrm>
            <a:prstGeom prst="line">
              <a:avLst/>
            </a:prstGeom>
            <a:ln w="28575" cap="flat" cmpd="sng">
              <a:solidFill>
                <a:srgbClr val="FF3300"/>
              </a:solidFill>
              <a:prstDash val="solid"/>
              <a:headEnd type="none" w="med" len="med"/>
              <a:tailEnd type="none" w="med" len="med"/>
            </a:ln>
          </p:spPr>
        </p:sp>
        <p:sp>
          <p:nvSpPr>
            <p:cNvPr id="77884" name="Line 66"/>
            <p:cNvSpPr/>
            <p:nvPr/>
          </p:nvSpPr>
          <p:spPr>
            <a:xfrm>
              <a:off x="4087" y="2062"/>
              <a:ext cx="697" cy="1"/>
            </a:xfrm>
            <a:prstGeom prst="line">
              <a:avLst/>
            </a:prstGeom>
            <a:ln w="28575" cap="flat" cmpd="sng">
              <a:solidFill>
                <a:srgbClr val="FF3300"/>
              </a:solidFill>
              <a:prstDash val="solid"/>
              <a:headEnd type="none" w="med" len="med"/>
              <a:tailEnd type="none" w="med" len="med"/>
            </a:ln>
          </p:spPr>
        </p:sp>
        <p:sp>
          <p:nvSpPr>
            <p:cNvPr id="77885" name="Line 67"/>
            <p:cNvSpPr/>
            <p:nvPr/>
          </p:nvSpPr>
          <p:spPr>
            <a:xfrm>
              <a:off x="4099" y="2765"/>
              <a:ext cx="697" cy="1"/>
            </a:xfrm>
            <a:prstGeom prst="line">
              <a:avLst/>
            </a:prstGeom>
            <a:ln w="28575" cap="flat" cmpd="sng">
              <a:solidFill>
                <a:srgbClr val="FF3300"/>
              </a:solidFill>
              <a:prstDash val="solid"/>
              <a:headEnd type="none" w="med" len="med"/>
              <a:tailEnd type="none" w="med" len="med"/>
            </a:ln>
          </p:spPr>
        </p:sp>
        <p:sp>
          <p:nvSpPr>
            <p:cNvPr id="77886" name="Freeform 68"/>
            <p:cNvSpPr/>
            <p:nvPr/>
          </p:nvSpPr>
          <p:spPr>
            <a:xfrm>
              <a:off x="3672" y="1476"/>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87" name="Freeform 69"/>
            <p:cNvSpPr/>
            <p:nvPr/>
          </p:nvSpPr>
          <p:spPr>
            <a:xfrm>
              <a:off x="3678" y="2172"/>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88" name="Freeform 70"/>
            <p:cNvSpPr/>
            <p:nvPr/>
          </p:nvSpPr>
          <p:spPr>
            <a:xfrm flipH="1">
              <a:off x="1500" y="1476"/>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89" name="Freeform 71"/>
            <p:cNvSpPr/>
            <p:nvPr/>
          </p:nvSpPr>
          <p:spPr>
            <a:xfrm flipH="1">
              <a:off x="1518" y="2202"/>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90" name="Oval 72"/>
            <p:cNvSpPr/>
            <p:nvPr/>
          </p:nvSpPr>
          <p:spPr>
            <a:xfrm>
              <a:off x="756" y="2028"/>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91" name="Oval 73"/>
            <p:cNvSpPr/>
            <p:nvPr/>
          </p:nvSpPr>
          <p:spPr>
            <a:xfrm>
              <a:off x="768" y="2748"/>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92" name="Oval 74"/>
            <p:cNvSpPr/>
            <p:nvPr/>
          </p:nvSpPr>
          <p:spPr>
            <a:xfrm>
              <a:off x="4782" y="2034"/>
              <a:ext cx="68" cy="68"/>
            </a:xfrm>
            <a:prstGeom prst="ellipse">
              <a:avLst/>
            </a:prstGeom>
            <a:noFill/>
            <a:ln w="38100"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7893" name="Oval 75"/>
            <p:cNvSpPr/>
            <p:nvPr/>
          </p:nvSpPr>
          <p:spPr>
            <a:xfrm>
              <a:off x="4788" y="2724"/>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8" name="Group 147"/>
          <p:cNvGrpSpPr/>
          <p:nvPr/>
        </p:nvGrpSpPr>
        <p:grpSpPr>
          <a:xfrm>
            <a:off x="1462088" y="2636838"/>
            <a:ext cx="385762" cy="431800"/>
            <a:chOff x="921" y="1661"/>
            <a:chExt cx="243" cy="272"/>
          </a:xfrm>
        </p:grpSpPr>
        <p:sp>
          <p:nvSpPr>
            <p:cNvPr id="77880" name="Rectangle 77"/>
            <p:cNvSpPr/>
            <p:nvPr/>
          </p:nvSpPr>
          <p:spPr>
            <a:xfrm>
              <a:off x="921" y="1661"/>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4A</a:t>
              </a:r>
              <a:endParaRPr lang="en-US" altLang="zh-CN" sz="2400" b="0" dirty="0">
                <a:latin typeface="Times New Roman" panose="02020603050405020304" pitchFamily="18" charset="0"/>
                <a:ea typeface="宋体" panose="02010600030101010101" pitchFamily="2" charset="-122"/>
              </a:endParaRPr>
            </a:p>
          </p:txBody>
        </p:sp>
        <p:sp>
          <p:nvSpPr>
            <p:cNvPr id="77881" name="Line 78"/>
            <p:cNvSpPr/>
            <p:nvPr/>
          </p:nvSpPr>
          <p:spPr>
            <a:xfrm rot="-5400000">
              <a:off x="1047" y="1816"/>
              <a:ext cx="0" cy="234"/>
            </a:xfrm>
            <a:prstGeom prst="line">
              <a:avLst/>
            </a:prstGeom>
            <a:ln w="28575" cap="flat" cmpd="sng">
              <a:solidFill>
                <a:srgbClr val="00FFFF"/>
              </a:solidFill>
              <a:prstDash val="solid"/>
              <a:headEnd type="none" w="med" len="med"/>
              <a:tailEnd type="triangle" w="med" len="med"/>
            </a:ln>
          </p:spPr>
        </p:sp>
      </p:grpSp>
      <p:grpSp>
        <p:nvGrpSpPr>
          <p:cNvPr id="9" name="Group 161"/>
          <p:cNvGrpSpPr/>
          <p:nvPr/>
        </p:nvGrpSpPr>
        <p:grpSpPr>
          <a:xfrm>
            <a:off x="6877050" y="3716338"/>
            <a:ext cx="373063" cy="433387"/>
            <a:chOff x="4332" y="2341"/>
            <a:chExt cx="235" cy="273"/>
          </a:xfrm>
        </p:grpSpPr>
        <p:sp>
          <p:nvSpPr>
            <p:cNvPr id="77878" name="Rectangle 80"/>
            <p:cNvSpPr/>
            <p:nvPr/>
          </p:nvSpPr>
          <p:spPr>
            <a:xfrm>
              <a:off x="4332" y="2341"/>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7879" name="Line 81"/>
            <p:cNvSpPr/>
            <p:nvPr/>
          </p:nvSpPr>
          <p:spPr>
            <a:xfrm rot="5400000" flipH="1">
              <a:off x="4449" y="2497"/>
              <a:ext cx="0" cy="234"/>
            </a:xfrm>
            <a:prstGeom prst="line">
              <a:avLst/>
            </a:prstGeom>
            <a:ln w="28575" cap="flat" cmpd="sng">
              <a:solidFill>
                <a:srgbClr val="00FFFF"/>
              </a:solidFill>
              <a:prstDash val="solid"/>
              <a:headEnd type="none" w="med" len="med"/>
              <a:tailEnd type="triangle" w="med" len="med"/>
            </a:ln>
          </p:spPr>
        </p:sp>
      </p:grpSp>
      <p:grpSp>
        <p:nvGrpSpPr>
          <p:cNvPr id="10" name="Group 158"/>
          <p:cNvGrpSpPr/>
          <p:nvPr/>
        </p:nvGrpSpPr>
        <p:grpSpPr>
          <a:xfrm>
            <a:off x="6791325" y="2632075"/>
            <a:ext cx="385763" cy="436563"/>
            <a:chOff x="4278" y="1658"/>
            <a:chExt cx="243" cy="275"/>
          </a:xfrm>
        </p:grpSpPr>
        <p:sp>
          <p:nvSpPr>
            <p:cNvPr id="77876" name="Rectangle 83"/>
            <p:cNvSpPr/>
            <p:nvPr/>
          </p:nvSpPr>
          <p:spPr>
            <a:xfrm>
              <a:off x="4278" y="1658"/>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7877" name="Line 84"/>
            <p:cNvSpPr/>
            <p:nvPr/>
          </p:nvSpPr>
          <p:spPr>
            <a:xfrm rot="-5400000">
              <a:off x="4404" y="1816"/>
              <a:ext cx="0" cy="234"/>
            </a:xfrm>
            <a:prstGeom prst="line">
              <a:avLst/>
            </a:prstGeom>
            <a:ln w="28575" cap="flat" cmpd="sng">
              <a:solidFill>
                <a:srgbClr val="00FFFF"/>
              </a:solidFill>
              <a:prstDash val="solid"/>
              <a:headEnd type="none" w="med" len="med"/>
              <a:tailEnd type="triangle" w="med" len="med"/>
            </a:ln>
          </p:spPr>
        </p:sp>
      </p:grpSp>
      <p:grpSp>
        <p:nvGrpSpPr>
          <p:cNvPr id="11" name="Group 148"/>
          <p:cNvGrpSpPr/>
          <p:nvPr/>
        </p:nvGrpSpPr>
        <p:grpSpPr>
          <a:xfrm>
            <a:off x="1476375" y="3789363"/>
            <a:ext cx="444500" cy="431800"/>
            <a:chOff x="930" y="2387"/>
            <a:chExt cx="280" cy="272"/>
          </a:xfrm>
        </p:grpSpPr>
        <p:sp>
          <p:nvSpPr>
            <p:cNvPr id="77874" name="Rectangle 86"/>
            <p:cNvSpPr/>
            <p:nvPr/>
          </p:nvSpPr>
          <p:spPr>
            <a:xfrm>
              <a:off x="975" y="2387"/>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4A</a:t>
              </a:r>
              <a:endParaRPr lang="en-US" altLang="zh-CN" sz="2400" b="0" dirty="0">
                <a:latin typeface="Times New Roman" panose="02020603050405020304" pitchFamily="18" charset="0"/>
                <a:ea typeface="宋体" panose="02010600030101010101" pitchFamily="2" charset="-122"/>
              </a:endParaRPr>
            </a:p>
          </p:txBody>
        </p:sp>
        <p:sp>
          <p:nvSpPr>
            <p:cNvPr id="77875" name="Line 87"/>
            <p:cNvSpPr/>
            <p:nvPr/>
          </p:nvSpPr>
          <p:spPr>
            <a:xfrm rot="5400000" flipH="1">
              <a:off x="1047" y="2542"/>
              <a:ext cx="0" cy="234"/>
            </a:xfrm>
            <a:prstGeom prst="line">
              <a:avLst/>
            </a:prstGeom>
            <a:ln w="28575" cap="flat" cmpd="sng">
              <a:solidFill>
                <a:srgbClr val="00FFFF"/>
              </a:solidFill>
              <a:prstDash val="solid"/>
              <a:headEnd type="none" w="med" len="med"/>
              <a:tailEnd type="triangle" w="med" len="med"/>
            </a:ln>
          </p:spPr>
        </p:sp>
      </p:grpSp>
      <p:grpSp>
        <p:nvGrpSpPr>
          <p:cNvPr id="12" name="Group 88"/>
          <p:cNvGrpSpPr/>
          <p:nvPr/>
        </p:nvGrpSpPr>
        <p:grpSpPr>
          <a:xfrm>
            <a:off x="844550" y="2843213"/>
            <a:ext cx="7251700" cy="1585912"/>
            <a:chOff x="532" y="1914"/>
            <a:chExt cx="4568" cy="999"/>
          </a:xfrm>
        </p:grpSpPr>
        <p:sp>
          <p:nvSpPr>
            <p:cNvPr id="77868" name="Rectangle 89"/>
            <p:cNvSpPr/>
            <p:nvPr/>
          </p:nvSpPr>
          <p:spPr>
            <a:xfrm>
              <a:off x="532" y="2339"/>
              <a:ext cx="331"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10V</a:t>
              </a:r>
              <a:endParaRPr lang="en-US" altLang="zh-CN" sz="2400" b="0" dirty="0">
                <a:latin typeface="Times New Roman" panose="02020603050405020304" pitchFamily="18" charset="0"/>
                <a:ea typeface="宋体" panose="02010600030101010101" pitchFamily="2" charset="-122"/>
              </a:endParaRPr>
            </a:p>
          </p:txBody>
        </p:sp>
        <p:sp>
          <p:nvSpPr>
            <p:cNvPr id="77869" name="Rectangle 90"/>
            <p:cNvSpPr/>
            <p:nvPr/>
          </p:nvSpPr>
          <p:spPr>
            <a:xfrm>
              <a:off x="4865" y="2329"/>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5V</a:t>
              </a:r>
              <a:endParaRPr lang="en-US" altLang="zh-CN" sz="2400" b="0" dirty="0">
                <a:latin typeface="Times New Roman" panose="02020603050405020304" pitchFamily="18" charset="0"/>
                <a:ea typeface="宋体" panose="02010600030101010101" pitchFamily="2" charset="-122"/>
              </a:endParaRPr>
            </a:p>
          </p:txBody>
        </p:sp>
        <p:sp>
          <p:nvSpPr>
            <p:cNvPr id="77870" name="Text Box 91"/>
            <p:cNvSpPr txBox="1"/>
            <p:nvPr/>
          </p:nvSpPr>
          <p:spPr>
            <a:xfrm>
              <a:off x="536" y="1914"/>
              <a:ext cx="225" cy="288"/>
            </a:xfrm>
            <a:prstGeom prst="rect">
              <a:avLst/>
            </a:prstGeom>
            <a:noFill/>
            <a:ln w="9525">
              <a:noFill/>
            </a:ln>
          </p:spPr>
          <p:txBody>
            <a:bodyPr wrap="none" anchor="ctr" anchorCtr="0">
              <a:spAutoFit/>
            </a:bodyPr>
            <a:p>
              <a:pPr algn="ct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77871" name="Text Box 92"/>
            <p:cNvSpPr txBox="1"/>
            <p:nvPr/>
          </p:nvSpPr>
          <p:spPr>
            <a:xfrm>
              <a:off x="547" y="2625"/>
              <a:ext cx="222" cy="288"/>
            </a:xfrm>
            <a:prstGeom prst="rect">
              <a:avLst/>
            </a:prstGeom>
            <a:noFill/>
            <a:ln w="9525">
              <a:noFill/>
            </a:ln>
          </p:spPr>
          <p:txBody>
            <a:bodyPr wrap="none" anchor="ctr" anchorCtr="0">
              <a:spAutoFit/>
            </a:bodyPr>
            <a:p>
              <a:pPr algn="ct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77872" name="Text Box 93"/>
            <p:cNvSpPr txBox="1"/>
            <p:nvPr/>
          </p:nvSpPr>
          <p:spPr>
            <a:xfrm>
              <a:off x="4861" y="2601"/>
              <a:ext cx="222" cy="288"/>
            </a:xfrm>
            <a:prstGeom prst="rect">
              <a:avLst/>
            </a:prstGeom>
            <a:noFill/>
            <a:ln w="9525">
              <a:noFill/>
            </a:ln>
          </p:spPr>
          <p:txBody>
            <a:bodyPr wrap="none" anchor="ctr" anchorCtr="0">
              <a:spAutoFit/>
            </a:bodyPr>
            <a:p>
              <a:pPr algn="ct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77873" name="Text Box 94"/>
            <p:cNvSpPr txBox="1"/>
            <p:nvPr/>
          </p:nvSpPr>
          <p:spPr>
            <a:xfrm>
              <a:off x="4862" y="1920"/>
              <a:ext cx="225" cy="288"/>
            </a:xfrm>
            <a:prstGeom prst="rect">
              <a:avLst/>
            </a:prstGeom>
            <a:noFill/>
            <a:ln w="9525">
              <a:noFill/>
            </a:ln>
          </p:spPr>
          <p:txBody>
            <a:bodyPr wrap="none" anchor="ctr" anchorCtr="0">
              <a:spAutoFit/>
            </a:bodyPr>
            <a:p>
              <a:pPr algn="ct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pSp>
      <p:grpSp>
        <p:nvGrpSpPr>
          <p:cNvPr id="13" name="Group 153"/>
          <p:cNvGrpSpPr/>
          <p:nvPr/>
        </p:nvGrpSpPr>
        <p:grpSpPr>
          <a:xfrm>
            <a:off x="4367213" y="2781300"/>
            <a:ext cx="636587" cy="457200"/>
            <a:chOff x="2751" y="1752"/>
            <a:chExt cx="401" cy="288"/>
          </a:xfrm>
        </p:grpSpPr>
        <p:sp>
          <p:nvSpPr>
            <p:cNvPr id="77866" name="Line 96"/>
            <p:cNvSpPr/>
            <p:nvPr/>
          </p:nvSpPr>
          <p:spPr>
            <a:xfrm>
              <a:off x="3152" y="1842"/>
              <a:ext cx="0" cy="159"/>
            </a:xfrm>
            <a:prstGeom prst="line">
              <a:avLst/>
            </a:prstGeom>
            <a:ln w="38100" cap="flat" cmpd="sng">
              <a:solidFill>
                <a:srgbClr val="00FFFF"/>
              </a:solidFill>
              <a:prstDash val="solid"/>
              <a:headEnd type="none" w="med" len="med"/>
              <a:tailEnd type="triangle" w="med" len="med"/>
            </a:ln>
          </p:spPr>
        </p:sp>
        <p:sp>
          <p:nvSpPr>
            <p:cNvPr id="77867" name="Text Box 97"/>
            <p:cNvSpPr txBox="1"/>
            <p:nvPr/>
          </p:nvSpPr>
          <p:spPr>
            <a:xfrm>
              <a:off x="2751" y="1752"/>
              <a:ext cx="356" cy="288"/>
            </a:xfrm>
            <a:prstGeom prst="rect">
              <a:avLst/>
            </a:prstGeom>
            <a:noFill/>
            <a:ln w="19050">
              <a:noFill/>
            </a:ln>
          </p:spPr>
          <p:txBody>
            <a:bodyPr>
              <a:spAutoFit/>
            </a:bodyPr>
            <a:p>
              <a:pPr algn="ctr">
                <a:spcBef>
                  <a:spcPct val="50000"/>
                </a:spcBef>
              </a:pPr>
              <a:r>
                <a:rPr lang="en-US" altLang="zh-CN" sz="2400" b="0" dirty="0">
                  <a:latin typeface="Times New Roman" panose="02020603050405020304" pitchFamily="18" charset="0"/>
                  <a:ea typeface="宋体" panose="02010600030101010101" pitchFamily="2" charset="-122"/>
                </a:rPr>
                <a:t>2A</a:t>
              </a:r>
              <a:endParaRPr lang="en-US" altLang="zh-CN" sz="2400" b="0" dirty="0">
                <a:latin typeface="Times New Roman" panose="02020603050405020304" pitchFamily="18" charset="0"/>
                <a:ea typeface="宋体" panose="02010600030101010101" pitchFamily="2" charset="-122"/>
              </a:endParaRPr>
            </a:p>
          </p:txBody>
        </p:sp>
      </p:grpSp>
      <p:sp>
        <p:nvSpPr>
          <p:cNvPr id="51298" name="AutoShape 98"/>
          <p:cNvSpPr/>
          <p:nvPr/>
        </p:nvSpPr>
        <p:spPr>
          <a:xfrm>
            <a:off x="3467100" y="1957388"/>
            <a:ext cx="2019300" cy="1466850"/>
          </a:xfrm>
          <a:prstGeom prst="roundRect">
            <a:avLst>
              <a:gd name="adj" fmla="val 16667"/>
            </a:avLst>
          </a:prstGeom>
          <a:noFill/>
          <a:ln w="25400" cap="flat" cmpd="sng">
            <a:solidFill>
              <a:srgbClr val="66FF33"/>
            </a:solidFill>
            <a:prstDash val="dash"/>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299" name="AutoShape 99"/>
          <p:cNvSpPr/>
          <p:nvPr/>
        </p:nvSpPr>
        <p:spPr>
          <a:xfrm>
            <a:off x="3810000" y="3805238"/>
            <a:ext cx="1295400" cy="1524000"/>
          </a:xfrm>
          <a:prstGeom prst="roundRect">
            <a:avLst>
              <a:gd name="adj" fmla="val 16667"/>
            </a:avLst>
          </a:prstGeom>
          <a:noFill/>
          <a:ln w="25400" cap="flat" cmpd="sng">
            <a:solidFill>
              <a:srgbClr val="66FF33"/>
            </a:solidFill>
            <a:prstDash val="dash"/>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77842" name="Group 104"/>
          <p:cNvGrpSpPr/>
          <p:nvPr/>
        </p:nvGrpSpPr>
        <p:grpSpPr>
          <a:xfrm>
            <a:off x="8316913" y="6446838"/>
            <a:ext cx="792162" cy="366712"/>
            <a:chOff x="5193" y="4020"/>
            <a:chExt cx="499" cy="231"/>
          </a:xfrm>
        </p:grpSpPr>
        <p:pic>
          <p:nvPicPr>
            <p:cNvPr id="77864" name="Picture 105"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7865" name="Text Box 10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7843" name="Group 107"/>
          <p:cNvGrpSpPr/>
          <p:nvPr/>
        </p:nvGrpSpPr>
        <p:grpSpPr>
          <a:xfrm>
            <a:off x="7453313" y="6446838"/>
            <a:ext cx="792162" cy="366712"/>
            <a:chOff x="4649" y="4020"/>
            <a:chExt cx="499" cy="231"/>
          </a:xfrm>
        </p:grpSpPr>
        <p:pic>
          <p:nvPicPr>
            <p:cNvPr id="77862" name="Picture 10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7863" name="Text Box 109">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16" name="Group 113"/>
          <p:cNvGrpSpPr/>
          <p:nvPr/>
        </p:nvGrpSpPr>
        <p:grpSpPr>
          <a:xfrm>
            <a:off x="250825" y="333375"/>
            <a:ext cx="1644650" cy="850900"/>
            <a:chOff x="385" y="3022"/>
            <a:chExt cx="1036" cy="536"/>
          </a:xfrm>
        </p:grpSpPr>
        <p:pic>
          <p:nvPicPr>
            <p:cNvPr id="77860" name="Picture 114"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77861" name="Text Box 115"/>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77845" name="Group 144"/>
          <p:cNvGrpSpPr/>
          <p:nvPr/>
        </p:nvGrpSpPr>
        <p:grpSpPr>
          <a:xfrm>
            <a:off x="6588125" y="6446838"/>
            <a:ext cx="792163" cy="366712"/>
            <a:chOff x="4649" y="4020"/>
            <a:chExt cx="499" cy="231"/>
          </a:xfrm>
        </p:grpSpPr>
        <p:pic>
          <p:nvPicPr>
            <p:cNvPr id="77858" name="Picture 145"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7859" name="Text Box 146">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18" name="Group 149"/>
          <p:cNvGrpSpPr/>
          <p:nvPr/>
        </p:nvGrpSpPr>
        <p:grpSpPr>
          <a:xfrm>
            <a:off x="3262313" y="1700213"/>
            <a:ext cx="385762" cy="433387"/>
            <a:chOff x="2055" y="1071"/>
            <a:chExt cx="243" cy="273"/>
          </a:xfrm>
        </p:grpSpPr>
        <p:sp>
          <p:nvSpPr>
            <p:cNvPr id="77856" name="Rectangle 9"/>
            <p:cNvSpPr/>
            <p:nvPr/>
          </p:nvSpPr>
          <p:spPr>
            <a:xfrm>
              <a:off x="2055" y="1071"/>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a:t>
              </a:r>
              <a:endParaRPr lang="en-US" altLang="zh-CN" sz="2400" b="0" dirty="0">
                <a:latin typeface="Times New Roman" panose="02020603050405020304" pitchFamily="18" charset="0"/>
                <a:ea typeface="宋体" panose="02010600030101010101" pitchFamily="2" charset="-122"/>
              </a:endParaRPr>
            </a:p>
          </p:txBody>
        </p:sp>
        <p:sp>
          <p:nvSpPr>
            <p:cNvPr id="77857" name="Line 10"/>
            <p:cNvSpPr/>
            <p:nvPr/>
          </p:nvSpPr>
          <p:spPr>
            <a:xfrm rot="-5400000">
              <a:off x="2181" y="1227"/>
              <a:ext cx="0" cy="234"/>
            </a:xfrm>
            <a:prstGeom prst="line">
              <a:avLst/>
            </a:prstGeom>
            <a:ln w="28575" cap="flat" cmpd="sng">
              <a:solidFill>
                <a:srgbClr val="00FFFF"/>
              </a:solidFill>
              <a:prstDash val="solid"/>
              <a:headEnd type="none" w="med" len="med"/>
              <a:tailEnd type="triangle" w="med" len="med"/>
            </a:ln>
          </p:spPr>
        </p:sp>
      </p:grpSp>
      <p:grpSp>
        <p:nvGrpSpPr>
          <p:cNvPr id="19" name="Group 150"/>
          <p:cNvGrpSpPr/>
          <p:nvPr/>
        </p:nvGrpSpPr>
        <p:grpSpPr>
          <a:xfrm>
            <a:off x="3911600" y="1628775"/>
            <a:ext cx="373063" cy="504825"/>
            <a:chOff x="2464" y="1026"/>
            <a:chExt cx="235" cy="318"/>
          </a:xfrm>
        </p:grpSpPr>
        <p:sp>
          <p:nvSpPr>
            <p:cNvPr id="77854" name="Rectangle 12"/>
            <p:cNvSpPr/>
            <p:nvPr/>
          </p:nvSpPr>
          <p:spPr>
            <a:xfrm>
              <a:off x="2464" y="1026"/>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7855" name="Line 13"/>
            <p:cNvSpPr/>
            <p:nvPr/>
          </p:nvSpPr>
          <p:spPr>
            <a:xfrm rot="-5400000">
              <a:off x="2581" y="1272"/>
              <a:ext cx="0" cy="144"/>
            </a:xfrm>
            <a:prstGeom prst="line">
              <a:avLst/>
            </a:prstGeom>
            <a:ln w="28575" cap="flat" cmpd="sng">
              <a:solidFill>
                <a:srgbClr val="00FFFF"/>
              </a:solidFill>
              <a:prstDash val="solid"/>
              <a:headEnd type="none" w="med" len="med"/>
              <a:tailEnd type="triangle" w="med" len="med"/>
            </a:ln>
          </p:spPr>
        </p:sp>
      </p:grpSp>
      <p:grpSp>
        <p:nvGrpSpPr>
          <p:cNvPr id="20" name="Group 151"/>
          <p:cNvGrpSpPr/>
          <p:nvPr/>
        </p:nvGrpSpPr>
        <p:grpSpPr>
          <a:xfrm>
            <a:off x="5280025" y="1700213"/>
            <a:ext cx="457200" cy="433387"/>
            <a:chOff x="3326" y="1071"/>
            <a:chExt cx="288" cy="273"/>
          </a:xfrm>
        </p:grpSpPr>
        <p:sp>
          <p:nvSpPr>
            <p:cNvPr id="77852" name="Rectangle 15"/>
            <p:cNvSpPr/>
            <p:nvPr/>
          </p:nvSpPr>
          <p:spPr>
            <a:xfrm>
              <a:off x="3379" y="1071"/>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7853" name="Line 16"/>
            <p:cNvSpPr/>
            <p:nvPr/>
          </p:nvSpPr>
          <p:spPr>
            <a:xfrm rot="5400000" flipH="1">
              <a:off x="3443" y="1227"/>
              <a:ext cx="0" cy="234"/>
            </a:xfrm>
            <a:prstGeom prst="line">
              <a:avLst/>
            </a:prstGeom>
            <a:ln w="28575" cap="flat" cmpd="sng">
              <a:solidFill>
                <a:srgbClr val="00FFFF"/>
              </a:solidFill>
              <a:prstDash val="solid"/>
              <a:headEnd type="none" w="med" len="med"/>
              <a:tailEnd type="triangle" w="med" len="med"/>
            </a:ln>
          </p:spPr>
        </p:sp>
      </p:grpSp>
      <p:grpSp>
        <p:nvGrpSpPr>
          <p:cNvPr id="21" name="Group 152"/>
          <p:cNvGrpSpPr/>
          <p:nvPr/>
        </p:nvGrpSpPr>
        <p:grpSpPr>
          <a:xfrm>
            <a:off x="3478213" y="2127250"/>
            <a:ext cx="446087" cy="365125"/>
            <a:chOff x="2191" y="1340"/>
            <a:chExt cx="281" cy="230"/>
          </a:xfrm>
        </p:grpSpPr>
        <p:sp>
          <p:nvSpPr>
            <p:cNvPr id="77850" name="Rectangle 6"/>
            <p:cNvSpPr/>
            <p:nvPr/>
          </p:nvSpPr>
          <p:spPr>
            <a:xfrm>
              <a:off x="2191" y="1340"/>
              <a:ext cx="235" cy="230"/>
            </a:xfrm>
            <a:prstGeom prst="rect">
              <a:avLst/>
            </a:prstGeom>
            <a:noFill/>
            <a:ln w="9525">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7851" name="Line 7"/>
            <p:cNvSpPr/>
            <p:nvPr/>
          </p:nvSpPr>
          <p:spPr>
            <a:xfrm>
              <a:off x="2472" y="1344"/>
              <a:ext cx="0" cy="181"/>
            </a:xfrm>
            <a:prstGeom prst="line">
              <a:avLst/>
            </a:prstGeom>
            <a:ln w="28575" cap="flat" cmpd="sng">
              <a:solidFill>
                <a:srgbClr val="00FFFF"/>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1203">
                                            <p:txEl>
                                              <p:charRg st="0" end="33"/>
                                            </p:txEl>
                                          </p:spTgt>
                                        </p:tgtEl>
                                        <p:attrNameLst>
                                          <p:attrName>style.visibility</p:attrName>
                                        </p:attrNameLst>
                                      </p:cBhvr>
                                      <p:to>
                                        <p:strVal val="visible"/>
                                      </p:to>
                                    </p:set>
                                    <p:animEffect transition="in" filter="slide(fromBottom)">
                                      <p:cBhvr>
                                        <p:cTn id="12" dur="2000"/>
                                        <p:tgtEl>
                                          <p:spTgt spid="51203">
                                            <p:txEl>
                                              <p:charRg st="0"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left)">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righ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up)">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down)">
                                      <p:cBhvr>
                                        <p:cTn id="62" dur="500"/>
                                        <p:tgtEl>
                                          <p:spTgt spid="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wipe(left)">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right)">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left)">
                                      <p:cBhvr>
                                        <p:cTn id="77" dur="500"/>
                                        <p:tgtEl>
                                          <p:spTgt spid="1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wipe(right)">
                                      <p:cBhvr>
                                        <p:cTn id="82" dur="500"/>
                                        <p:tgtEl>
                                          <p:spTgt spid="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right)">
                                      <p:cBhvr>
                                        <p:cTn id="87" dur="500"/>
                                        <p:tgtEl>
                                          <p:spTgt spid="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nodeType="clickEffect">
                                  <p:stCondLst>
                                    <p:cond delay="0"/>
                                  </p:stCondLst>
                                  <p:childTnLst>
                                    <p:set>
                                      <p:cBhvr>
                                        <p:cTn id="91" dur="1" fill="hold">
                                          <p:stCondLst>
                                            <p:cond delay="0"/>
                                          </p:stCondLst>
                                        </p:cTn>
                                        <p:tgtEl>
                                          <p:spTgt spid="4"/>
                                        </p:tgtEl>
                                        <p:attrNameLst>
                                          <p:attrName>style.visibility</p:attrName>
                                        </p:attrNameLst>
                                      </p:cBhvr>
                                      <p:to>
                                        <p:strVal val="visible"/>
                                      </p:to>
                                    </p:set>
                                    <p:animEffect transition="in" filter="wipe(right)">
                                      <p:cBhvr>
                                        <p:cTn id="92" dur="500"/>
                                        <p:tgtEl>
                                          <p:spTgt spid="4"/>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51298"/>
                                        </p:tgtEl>
                                        <p:attrNameLst>
                                          <p:attrName>style.visibility</p:attrName>
                                        </p:attrNameLst>
                                      </p:cBhvr>
                                      <p:to>
                                        <p:strVal val="visible"/>
                                      </p:to>
                                    </p:set>
                                    <p:animEffect transition="in" filter="dissolve">
                                      <p:cBhvr>
                                        <p:cTn id="97" dur="500"/>
                                        <p:tgtEl>
                                          <p:spTgt spid="51298"/>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51299"/>
                                        </p:tgtEl>
                                        <p:attrNameLst>
                                          <p:attrName>style.visibility</p:attrName>
                                        </p:attrNameLst>
                                      </p:cBhvr>
                                      <p:to>
                                        <p:strVal val="visible"/>
                                      </p:to>
                                    </p:set>
                                    <p:animEffect transition="in" filter="dissolve">
                                      <p:cBhvr>
                                        <p:cTn id="102" dur="500"/>
                                        <p:tgtEl>
                                          <p:spTgt spid="51299"/>
                                        </p:tgtEl>
                                      </p:cBhvr>
                                    </p:animEffect>
                                  </p:childTnLst>
                                </p:cTn>
                              </p:par>
                            </p:childTnLst>
                          </p:cTn>
                        </p:par>
                      </p:childTnLst>
                    </p:cTn>
                  </p:par>
                  <p:par>
                    <p:cTn id="103" fill="hold">
                      <p:stCondLst>
                        <p:cond delay="indefinite"/>
                      </p:stCondLst>
                      <p:childTnLst>
                        <p:par>
                          <p:cTn id="104" fill="hold">
                            <p:stCondLst>
                              <p:cond delay="0"/>
                            </p:stCondLst>
                            <p:childTnLst>
                              <p:par>
                                <p:cTn id="105" presetID="55" presetClass="entr" presetSubtype="0" fill="hold" grpId="0" nodeType="clickEffect">
                                  <p:stCondLst>
                                    <p:cond delay="0"/>
                                  </p:stCondLst>
                                  <p:childTnLst>
                                    <p:set>
                                      <p:cBhvr>
                                        <p:cTn id="106" dur="1" fill="hold">
                                          <p:stCondLst>
                                            <p:cond delay="0"/>
                                          </p:stCondLst>
                                        </p:cTn>
                                        <p:tgtEl>
                                          <p:spTgt spid="51204"/>
                                        </p:tgtEl>
                                        <p:attrNameLst>
                                          <p:attrName>style.visibility</p:attrName>
                                        </p:attrNameLst>
                                      </p:cBhvr>
                                      <p:to>
                                        <p:strVal val="visible"/>
                                      </p:to>
                                    </p:set>
                                    <p:anim calcmode="lin" valueType="num">
                                      <p:cBhvr>
                                        <p:cTn id="107" dur="1000" fill="hold"/>
                                        <p:tgtEl>
                                          <p:spTgt spid="51204"/>
                                        </p:tgtEl>
                                        <p:attrNameLst>
                                          <p:attrName>ppt_w</p:attrName>
                                        </p:attrNameLst>
                                      </p:cBhvr>
                                      <p:tavLst>
                                        <p:tav tm="0">
                                          <p:val>
                                            <p:strVal val="#ppt_w*0.70"/>
                                          </p:val>
                                        </p:tav>
                                        <p:tav tm="100000">
                                          <p:val>
                                            <p:strVal val="#ppt_w"/>
                                          </p:val>
                                        </p:tav>
                                      </p:tavLst>
                                    </p:anim>
                                    <p:anim calcmode="lin" valueType="num">
                                      <p:cBhvr>
                                        <p:cTn id="108" dur="1000" fill="hold"/>
                                        <p:tgtEl>
                                          <p:spTgt spid="51204"/>
                                        </p:tgtEl>
                                        <p:attrNameLst>
                                          <p:attrName>ppt_h</p:attrName>
                                        </p:attrNameLst>
                                      </p:cBhvr>
                                      <p:tavLst>
                                        <p:tav tm="0">
                                          <p:val>
                                            <p:strVal val="#ppt_h"/>
                                          </p:val>
                                        </p:tav>
                                        <p:tav tm="100000">
                                          <p:val>
                                            <p:strVal val="#ppt_h"/>
                                          </p:val>
                                        </p:tav>
                                      </p:tavLst>
                                    </p:anim>
                                    <p:animEffect transition="in" filter="fade">
                                      <p:cBhvr>
                                        <p:cTn id="109" dur="10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P spid="51204" grpId="0" animBg="1"/>
      <p:bldP spid="51298" grpId="0" animBg="1"/>
      <p:bldP spid="5129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2"/>
          <p:cNvSpPr txBox="1"/>
          <p:nvPr/>
        </p:nvSpPr>
        <p:spPr>
          <a:xfrm>
            <a:off x="684213" y="476250"/>
            <a:ext cx="8096250" cy="1117600"/>
          </a:xfrm>
          <a:prstGeom prst="rect">
            <a:avLst/>
          </a:prstGeom>
          <a:noFill/>
          <a:ln w="9525">
            <a:noFill/>
          </a:ln>
        </p:spPr>
        <p:txBody>
          <a:bodyPr>
            <a:spAutoFit/>
          </a:bodyPr>
          <a:p>
            <a:pPr marL="571500" indent="-571500">
              <a:lnSpc>
                <a:spcPct val="120000"/>
              </a:lnSpc>
              <a:spcBef>
                <a:spcPct val="50000"/>
              </a:spcBef>
              <a:buAutoNum type="circleNumDbPlain" startAt="2"/>
            </a:pPr>
            <a:r>
              <a:rPr lang="zh-CN" altLang="en-US" dirty="0">
                <a:solidFill>
                  <a:srgbClr val="FFFF00"/>
                </a:solidFill>
                <a:latin typeface="楷体_GB2312" pitchFamily="49" charset="-122"/>
              </a:rPr>
              <a:t>具有公共端的二端口</a:t>
            </a:r>
            <a:r>
              <a:rPr lang="en-US" altLang="zh-CN" dirty="0">
                <a:solidFill>
                  <a:srgbClr val="FFFF00"/>
                </a:solidFill>
                <a:latin typeface="楷体_GB2312" pitchFamily="49" charset="-122"/>
              </a:rPr>
              <a:t>(</a:t>
            </a:r>
            <a:r>
              <a:rPr lang="zh-CN" altLang="en-US" dirty="0">
                <a:solidFill>
                  <a:srgbClr val="FFFF00"/>
                </a:solidFill>
                <a:latin typeface="楷体_GB2312" pitchFamily="49" charset="-122"/>
              </a:rPr>
              <a:t>三端网络形成的二端口</a:t>
            </a:r>
            <a:r>
              <a:rPr lang="en-US" altLang="zh-CN" dirty="0">
                <a:solidFill>
                  <a:srgbClr val="FFFF00"/>
                </a:solidFill>
                <a:latin typeface="楷体_GB2312" pitchFamily="49" charset="-122"/>
              </a:rPr>
              <a:t>)</a:t>
            </a:r>
            <a:r>
              <a:rPr lang="zh-CN" altLang="en-US" dirty="0">
                <a:solidFill>
                  <a:srgbClr val="FFFF00"/>
                </a:solidFill>
                <a:latin typeface="楷体_GB2312" pitchFamily="49" charset="-122"/>
              </a:rPr>
              <a:t>，将公共端并在一起将不会破坏端口条件。</a:t>
            </a:r>
            <a:endParaRPr lang="zh-CN" altLang="en-US" dirty="0">
              <a:solidFill>
                <a:srgbClr val="FFFF00"/>
              </a:solidFill>
              <a:latin typeface="楷体_GB2312" pitchFamily="49" charset="-122"/>
            </a:endParaRPr>
          </a:p>
        </p:txBody>
      </p:sp>
      <p:grpSp>
        <p:nvGrpSpPr>
          <p:cNvPr id="2" name="Group 88"/>
          <p:cNvGrpSpPr/>
          <p:nvPr/>
        </p:nvGrpSpPr>
        <p:grpSpPr>
          <a:xfrm>
            <a:off x="1619250" y="1989138"/>
            <a:ext cx="5843588" cy="3543300"/>
            <a:chOff x="1020" y="1253"/>
            <a:chExt cx="3681" cy="2232"/>
          </a:xfrm>
        </p:grpSpPr>
        <p:sp>
          <p:nvSpPr>
            <p:cNvPr id="49177" name="Rectangle 4"/>
            <p:cNvSpPr/>
            <p:nvPr/>
          </p:nvSpPr>
          <p:spPr>
            <a:xfrm>
              <a:off x="2608" y="1446"/>
              <a:ext cx="508" cy="463"/>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49178" name="Rectangle 5"/>
            <p:cNvSpPr/>
            <p:nvPr/>
          </p:nvSpPr>
          <p:spPr>
            <a:xfrm>
              <a:off x="2724" y="1469"/>
              <a:ext cx="256" cy="346"/>
            </a:xfrm>
            <a:prstGeom prst="rect">
              <a:avLst/>
            </a:prstGeom>
            <a:noFill/>
            <a:ln w="28575">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9179" name="Line 6"/>
            <p:cNvSpPr/>
            <p:nvPr/>
          </p:nvSpPr>
          <p:spPr>
            <a:xfrm>
              <a:off x="2153" y="1683"/>
              <a:ext cx="452" cy="1"/>
            </a:xfrm>
            <a:prstGeom prst="line">
              <a:avLst/>
            </a:prstGeom>
            <a:ln w="28575" cap="flat" cmpd="sng">
              <a:solidFill>
                <a:srgbClr val="FFCC00"/>
              </a:solidFill>
              <a:prstDash val="solid"/>
              <a:headEnd type="none" w="med" len="med"/>
              <a:tailEnd type="none" w="med" len="med"/>
            </a:ln>
          </p:spPr>
        </p:sp>
        <p:sp>
          <p:nvSpPr>
            <p:cNvPr id="49180" name="Line 7"/>
            <p:cNvSpPr/>
            <p:nvPr/>
          </p:nvSpPr>
          <p:spPr>
            <a:xfrm flipV="1">
              <a:off x="2147" y="2253"/>
              <a:ext cx="1415" cy="0"/>
            </a:xfrm>
            <a:prstGeom prst="line">
              <a:avLst/>
            </a:prstGeom>
            <a:ln w="28575" cap="flat" cmpd="sng">
              <a:solidFill>
                <a:srgbClr val="FFCC00"/>
              </a:solidFill>
              <a:prstDash val="solid"/>
              <a:headEnd type="none" w="med" len="med"/>
              <a:tailEnd type="none" w="med" len="med"/>
            </a:ln>
          </p:spPr>
        </p:sp>
        <p:sp>
          <p:nvSpPr>
            <p:cNvPr id="49181" name="Line 8"/>
            <p:cNvSpPr/>
            <p:nvPr/>
          </p:nvSpPr>
          <p:spPr>
            <a:xfrm>
              <a:off x="2200" y="1688"/>
              <a:ext cx="266" cy="0"/>
            </a:xfrm>
            <a:prstGeom prst="line">
              <a:avLst/>
            </a:prstGeom>
            <a:ln w="28575" cap="flat" cmpd="sng">
              <a:solidFill>
                <a:srgbClr val="00FFFF"/>
              </a:solidFill>
              <a:prstDash val="solid"/>
              <a:headEnd type="none" w="med" len="med"/>
              <a:tailEnd type="triangle" w="med" len="med"/>
            </a:ln>
          </p:spPr>
        </p:sp>
        <p:sp>
          <p:nvSpPr>
            <p:cNvPr id="49182" name="Text Box 9"/>
            <p:cNvSpPr txBox="1"/>
            <p:nvPr/>
          </p:nvSpPr>
          <p:spPr>
            <a:xfrm>
              <a:off x="2009" y="1661"/>
              <a:ext cx="241"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9183" name="Text Box 10"/>
            <p:cNvSpPr txBox="1"/>
            <p:nvPr/>
          </p:nvSpPr>
          <p:spPr>
            <a:xfrm>
              <a:off x="2014" y="2014"/>
              <a:ext cx="241" cy="289"/>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9184" name="Line 11"/>
            <p:cNvSpPr/>
            <p:nvPr/>
          </p:nvSpPr>
          <p:spPr>
            <a:xfrm>
              <a:off x="3119" y="1689"/>
              <a:ext cx="424" cy="2"/>
            </a:xfrm>
            <a:prstGeom prst="line">
              <a:avLst/>
            </a:prstGeom>
            <a:ln w="28575" cap="flat" cmpd="sng">
              <a:solidFill>
                <a:srgbClr val="FFCC00"/>
              </a:solidFill>
              <a:prstDash val="solid"/>
              <a:headEnd type="none" w="med" len="med"/>
              <a:tailEnd type="none" w="med" len="med"/>
            </a:ln>
          </p:spPr>
        </p:sp>
        <p:sp>
          <p:nvSpPr>
            <p:cNvPr id="49185" name="Line 12"/>
            <p:cNvSpPr/>
            <p:nvPr/>
          </p:nvSpPr>
          <p:spPr>
            <a:xfrm flipH="1">
              <a:off x="3198" y="1688"/>
              <a:ext cx="265" cy="0"/>
            </a:xfrm>
            <a:prstGeom prst="line">
              <a:avLst/>
            </a:prstGeom>
            <a:ln w="28575" cap="flat" cmpd="sng">
              <a:solidFill>
                <a:srgbClr val="00FFFF"/>
              </a:solidFill>
              <a:prstDash val="solid"/>
              <a:headEnd type="none" w="med" len="med"/>
              <a:tailEnd type="triangle" w="med" len="med"/>
            </a:ln>
          </p:spPr>
        </p:sp>
        <p:sp>
          <p:nvSpPr>
            <p:cNvPr id="49186" name="Text Box 13"/>
            <p:cNvSpPr txBox="1"/>
            <p:nvPr/>
          </p:nvSpPr>
          <p:spPr>
            <a:xfrm>
              <a:off x="3473" y="1667"/>
              <a:ext cx="240"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9187" name="Text Box 14"/>
            <p:cNvSpPr txBox="1"/>
            <p:nvPr/>
          </p:nvSpPr>
          <p:spPr>
            <a:xfrm>
              <a:off x="3482" y="2002"/>
              <a:ext cx="242"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9154" name="Object 15"/>
            <p:cNvGraphicFramePr/>
            <p:nvPr/>
          </p:nvGraphicFramePr>
          <p:xfrm>
            <a:off x="2245" y="1253"/>
            <a:ext cx="188" cy="405"/>
          </p:xfrm>
          <a:graphic>
            <a:graphicData uri="http://schemas.openxmlformats.org/presentationml/2006/ole">
              <mc:AlternateContent xmlns:mc="http://schemas.openxmlformats.org/markup-compatibility/2006">
                <mc:Choice xmlns:v="urn:schemas-microsoft-com:vml" Requires="v">
                  <p:oleObj spid="_x0000_s3425" name="" r:id="rId1" imgW="165100" imgH="329565" progId="Equation.3">
                    <p:embed/>
                  </p:oleObj>
                </mc:Choice>
                <mc:Fallback>
                  <p:oleObj name="" r:id="rId1" imgW="165100" imgH="329565" progId="Equation.3">
                    <p:embed/>
                    <p:pic>
                      <p:nvPicPr>
                        <p:cNvPr id="0" name="图片 3424"/>
                        <p:cNvPicPr/>
                        <p:nvPr/>
                      </p:nvPicPr>
                      <p:blipFill>
                        <a:blip r:embed="rId2">
                          <a:clrChange>
                            <a:clrFrom>
                              <a:srgbClr val="000000"/>
                            </a:clrFrom>
                            <a:clrTo>
                              <a:srgbClr val="FFFFFF"/>
                            </a:clrTo>
                          </a:clrChange>
                        </a:blip>
                        <a:stretch>
                          <a:fillRect/>
                        </a:stretch>
                      </p:blipFill>
                      <p:spPr>
                        <a:xfrm>
                          <a:off x="2245" y="1253"/>
                          <a:ext cx="188" cy="405"/>
                        </a:xfrm>
                        <a:prstGeom prst="rect">
                          <a:avLst/>
                        </a:prstGeom>
                        <a:noFill/>
                        <a:ln w="38100">
                          <a:noFill/>
                          <a:miter/>
                        </a:ln>
                      </p:spPr>
                    </p:pic>
                  </p:oleObj>
                </mc:Fallback>
              </mc:AlternateContent>
            </a:graphicData>
          </a:graphic>
        </p:graphicFrame>
        <p:sp>
          <p:nvSpPr>
            <p:cNvPr id="49188" name="Oval 16"/>
            <p:cNvSpPr/>
            <p:nvPr/>
          </p:nvSpPr>
          <p:spPr>
            <a:xfrm>
              <a:off x="2086" y="1647"/>
              <a:ext cx="61" cy="66"/>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189" name="Oval 17"/>
            <p:cNvSpPr/>
            <p:nvPr/>
          </p:nvSpPr>
          <p:spPr>
            <a:xfrm>
              <a:off x="2086" y="2220"/>
              <a:ext cx="61" cy="67"/>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190" name="Oval 18"/>
            <p:cNvSpPr/>
            <p:nvPr/>
          </p:nvSpPr>
          <p:spPr>
            <a:xfrm>
              <a:off x="3544" y="1659"/>
              <a:ext cx="61" cy="6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191" name="Oval 19"/>
            <p:cNvSpPr/>
            <p:nvPr/>
          </p:nvSpPr>
          <p:spPr>
            <a:xfrm>
              <a:off x="3550" y="2220"/>
              <a:ext cx="61" cy="67"/>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9155" name="Object 20"/>
            <p:cNvGraphicFramePr/>
            <p:nvPr/>
          </p:nvGraphicFramePr>
          <p:xfrm>
            <a:off x="3243" y="1271"/>
            <a:ext cx="216" cy="405"/>
          </p:xfrm>
          <a:graphic>
            <a:graphicData uri="http://schemas.openxmlformats.org/presentationml/2006/ole">
              <mc:AlternateContent xmlns:mc="http://schemas.openxmlformats.org/markup-compatibility/2006">
                <mc:Choice xmlns:v="urn:schemas-microsoft-com:vml" Requires="v">
                  <p:oleObj spid="_x0000_s3426" name="" r:id="rId3" imgW="190500" imgH="330200" progId="Equation.3">
                    <p:embed/>
                  </p:oleObj>
                </mc:Choice>
                <mc:Fallback>
                  <p:oleObj name="" r:id="rId3" imgW="190500" imgH="330200" progId="Equation.3">
                    <p:embed/>
                    <p:pic>
                      <p:nvPicPr>
                        <p:cNvPr id="0" name="图片 3425"/>
                        <p:cNvPicPr/>
                        <p:nvPr/>
                      </p:nvPicPr>
                      <p:blipFill>
                        <a:blip r:embed="rId4">
                          <a:clrChange>
                            <a:clrFrom>
                              <a:srgbClr val="000000"/>
                            </a:clrFrom>
                            <a:clrTo>
                              <a:srgbClr val="FFFFFF"/>
                            </a:clrTo>
                          </a:clrChange>
                        </a:blip>
                        <a:stretch>
                          <a:fillRect/>
                        </a:stretch>
                      </p:blipFill>
                      <p:spPr>
                        <a:xfrm>
                          <a:off x="3243" y="1271"/>
                          <a:ext cx="216" cy="405"/>
                        </a:xfrm>
                        <a:prstGeom prst="rect">
                          <a:avLst/>
                        </a:prstGeom>
                        <a:noFill/>
                        <a:ln w="38100">
                          <a:noFill/>
                          <a:miter/>
                        </a:ln>
                      </p:spPr>
                    </p:pic>
                  </p:oleObj>
                </mc:Fallback>
              </mc:AlternateContent>
            </a:graphicData>
          </a:graphic>
        </p:graphicFrame>
        <p:graphicFrame>
          <p:nvGraphicFramePr>
            <p:cNvPr id="49156" name="Object 21"/>
            <p:cNvGraphicFramePr/>
            <p:nvPr/>
          </p:nvGraphicFramePr>
          <p:xfrm>
            <a:off x="3464" y="1735"/>
            <a:ext cx="274" cy="403"/>
          </p:xfrm>
          <a:graphic>
            <a:graphicData uri="http://schemas.openxmlformats.org/presentationml/2006/ole">
              <mc:AlternateContent xmlns:mc="http://schemas.openxmlformats.org/markup-compatibility/2006">
                <mc:Choice xmlns:v="urn:schemas-microsoft-com:vml" Requires="v">
                  <p:oleObj spid="_x0000_s3427" name="" r:id="rId5" imgW="241300" imgH="330200" progId="Equation.3">
                    <p:embed/>
                  </p:oleObj>
                </mc:Choice>
                <mc:Fallback>
                  <p:oleObj name="" r:id="rId5" imgW="241300" imgH="330200" progId="Equation.3">
                    <p:embed/>
                    <p:pic>
                      <p:nvPicPr>
                        <p:cNvPr id="0" name="图片 3426"/>
                        <p:cNvPicPr/>
                        <p:nvPr/>
                      </p:nvPicPr>
                      <p:blipFill>
                        <a:blip r:embed="rId6">
                          <a:clrChange>
                            <a:clrFrom>
                              <a:srgbClr val="000000"/>
                            </a:clrFrom>
                            <a:clrTo>
                              <a:srgbClr val="FFFFFF"/>
                            </a:clrTo>
                          </a:clrChange>
                        </a:blip>
                        <a:stretch>
                          <a:fillRect/>
                        </a:stretch>
                      </p:blipFill>
                      <p:spPr>
                        <a:xfrm>
                          <a:off x="3464" y="1735"/>
                          <a:ext cx="274" cy="403"/>
                        </a:xfrm>
                        <a:prstGeom prst="rect">
                          <a:avLst/>
                        </a:prstGeom>
                        <a:noFill/>
                        <a:ln w="38100">
                          <a:noFill/>
                          <a:miter/>
                        </a:ln>
                      </p:spPr>
                    </p:pic>
                  </p:oleObj>
                </mc:Fallback>
              </mc:AlternateContent>
            </a:graphicData>
          </a:graphic>
        </p:graphicFrame>
        <p:graphicFrame>
          <p:nvGraphicFramePr>
            <p:cNvPr id="49157" name="Object 22"/>
            <p:cNvGraphicFramePr/>
            <p:nvPr/>
          </p:nvGraphicFramePr>
          <p:xfrm>
            <a:off x="2008" y="1729"/>
            <a:ext cx="247" cy="403"/>
          </p:xfrm>
          <a:graphic>
            <a:graphicData uri="http://schemas.openxmlformats.org/presentationml/2006/ole">
              <mc:AlternateContent xmlns:mc="http://schemas.openxmlformats.org/markup-compatibility/2006">
                <mc:Choice xmlns:v="urn:schemas-microsoft-com:vml" Requires="v">
                  <p:oleObj spid="_x0000_s3428" name="" r:id="rId7" imgW="215900" imgH="329565" progId="Equation.3">
                    <p:embed/>
                  </p:oleObj>
                </mc:Choice>
                <mc:Fallback>
                  <p:oleObj name="" r:id="rId7" imgW="215900" imgH="329565" progId="Equation.3">
                    <p:embed/>
                    <p:pic>
                      <p:nvPicPr>
                        <p:cNvPr id="0" name="图片 3427"/>
                        <p:cNvPicPr/>
                        <p:nvPr/>
                      </p:nvPicPr>
                      <p:blipFill>
                        <a:blip r:embed="rId8">
                          <a:clrChange>
                            <a:clrFrom>
                              <a:srgbClr val="000000"/>
                            </a:clrFrom>
                            <a:clrTo>
                              <a:srgbClr val="FFFFFF"/>
                            </a:clrTo>
                          </a:clrChange>
                        </a:blip>
                        <a:stretch>
                          <a:fillRect/>
                        </a:stretch>
                      </p:blipFill>
                      <p:spPr>
                        <a:xfrm>
                          <a:off x="2008" y="1729"/>
                          <a:ext cx="247" cy="403"/>
                        </a:xfrm>
                        <a:prstGeom prst="rect">
                          <a:avLst/>
                        </a:prstGeom>
                        <a:noFill/>
                        <a:ln w="38100">
                          <a:noFill/>
                          <a:miter/>
                        </a:ln>
                      </p:spPr>
                    </p:pic>
                  </p:oleObj>
                </mc:Fallback>
              </mc:AlternateContent>
            </a:graphicData>
          </a:graphic>
        </p:graphicFrame>
        <p:sp>
          <p:nvSpPr>
            <p:cNvPr id="49192" name="Line 24"/>
            <p:cNvSpPr/>
            <p:nvPr/>
          </p:nvSpPr>
          <p:spPr>
            <a:xfrm>
              <a:off x="1177" y="2182"/>
              <a:ext cx="518" cy="1"/>
            </a:xfrm>
            <a:prstGeom prst="line">
              <a:avLst/>
            </a:prstGeom>
            <a:ln w="28575" cap="flat" cmpd="sng">
              <a:solidFill>
                <a:srgbClr val="FF3300"/>
              </a:solidFill>
              <a:prstDash val="solid"/>
              <a:headEnd type="none" w="med" len="med"/>
              <a:tailEnd type="none" w="med" len="med"/>
            </a:ln>
          </p:spPr>
        </p:sp>
        <p:sp>
          <p:nvSpPr>
            <p:cNvPr id="49193" name="Line 25"/>
            <p:cNvSpPr/>
            <p:nvPr/>
          </p:nvSpPr>
          <p:spPr>
            <a:xfrm flipV="1">
              <a:off x="1177" y="2757"/>
              <a:ext cx="507" cy="0"/>
            </a:xfrm>
            <a:prstGeom prst="line">
              <a:avLst/>
            </a:prstGeom>
            <a:ln w="28575" cap="flat" cmpd="sng">
              <a:solidFill>
                <a:srgbClr val="FF3300"/>
              </a:solidFill>
              <a:prstDash val="solid"/>
              <a:headEnd type="none" w="med" len="med"/>
              <a:tailEnd type="none" w="med" len="med"/>
            </a:ln>
          </p:spPr>
        </p:sp>
        <p:sp>
          <p:nvSpPr>
            <p:cNvPr id="49194" name="Line 26"/>
            <p:cNvSpPr/>
            <p:nvPr/>
          </p:nvSpPr>
          <p:spPr>
            <a:xfrm>
              <a:off x="1247" y="2178"/>
              <a:ext cx="265" cy="0"/>
            </a:xfrm>
            <a:prstGeom prst="line">
              <a:avLst/>
            </a:prstGeom>
            <a:ln w="28575" cap="flat" cmpd="sng">
              <a:solidFill>
                <a:srgbClr val="00FFFF"/>
              </a:solidFill>
              <a:prstDash val="solid"/>
              <a:headEnd type="none" w="med" len="med"/>
              <a:tailEnd type="triangle" w="med" len="med"/>
            </a:ln>
          </p:spPr>
        </p:sp>
        <p:sp>
          <p:nvSpPr>
            <p:cNvPr id="49195" name="Text Box 27"/>
            <p:cNvSpPr txBox="1"/>
            <p:nvPr/>
          </p:nvSpPr>
          <p:spPr>
            <a:xfrm>
              <a:off x="1020" y="2131"/>
              <a:ext cx="240"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9196" name="Text Box 28"/>
            <p:cNvSpPr txBox="1"/>
            <p:nvPr/>
          </p:nvSpPr>
          <p:spPr>
            <a:xfrm>
              <a:off x="1025" y="2484"/>
              <a:ext cx="240" cy="289"/>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9158" name="Object 29"/>
            <p:cNvGraphicFramePr/>
            <p:nvPr/>
          </p:nvGraphicFramePr>
          <p:xfrm>
            <a:off x="1292" y="1797"/>
            <a:ext cx="188" cy="358"/>
          </p:xfrm>
          <a:graphic>
            <a:graphicData uri="http://schemas.openxmlformats.org/presentationml/2006/ole">
              <mc:AlternateContent xmlns:mc="http://schemas.openxmlformats.org/markup-compatibility/2006">
                <mc:Choice xmlns:v="urn:schemas-microsoft-com:vml" Requires="v">
                  <p:oleObj spid="_x0000_s3424" name="" r:id="rId9" imgW="165100" imgH="291465" progId="Equation.3">
                    <p:embed/>
                  </p:oleObj>
                </mc:Choice>
                <mc:Fallback>
                  <p:oleObj name="" r:id="rId9" imgW="165100" imgH="291465" progId="Equation.3">
                    <p:embed/>
                    <p:pic>
                      <p:nvPicPr>
                        <p:cNvPr id="0" name="图片 3423"/>
                        <p:cNvPicPr/>
                        <p:nvPr/>
                      </p:nvPicPr>
                      <p:blipFill>
                        <a:blip r:embed="rId10">
                          <a:clrChange>
                            <a:clrFrom>
                              <a:srgbClr val="000000"/>
                            </a:clrFrom>
                            <a:clrTo>
                              <a:srgbClr val="FFFFFF"/>
                            </a:clrTo>
                          </a:clrChange>
                        </a:blip>
                        <a:stretch>
                          <a:fillRect/>
                        </a:stretch>
                      </p:blipFill>
                      <p:spPr>
                        <a:xfrm>
                          <a:off x="1292" y="1797"/>
                          <a:ext cx="188" cy="358"/>
                        </a:xfrm>
                        <a:prstGeom prst="rect">
                          <a:avLst/>
                        </a:prstGeom>
                        <a:noFill/>
                        <a:ln w="38100">
                          <a:noFill/>
                          <a:miter/>
                        </a:ln>
                      </p:spPr>
                    </p:pic>
                  </p:oleObj>
                </mc:Fallback>
              </mc:AlternateContent>
            </a:graphicData>
          </a:graphic>
        </p:graphicFrame>
        <p:sp>
          <p:nvSpPr>
            <p:cNvPr id="49197" name="Oval 30"/>
            <p:cNvSpPr/>
            <p:nvPr/>
          </p:nvSpPr>
          <p:spPr>
            <a:xfrm>
              <a:off x="1110" y="2146"/>
              <a:ext cx="61" cy="66"/>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198" name="Oval 31"/>
            <p:cNvSpPr/>
            <p:nvPr/>
          </p:nvSpPr>
          <p:spPr>
            <a:xfrm>
              <a:off x="1110" y="2720"/>
              <a:ext cx="61" cy="66"/>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9159" name="Object 32"/>
            <p:cNvGraphicFramePr/>
            <p:nvPr/>
          </p:nvGraphicFramePr>
          <p:xfrm>
            <a:off x="1053" y="2302"/>
            <a:ext cx="246" cy="358"/>
          </p:xfrm>
          <a:graphic>
            <a:graphicData uri="http://schemas.openxmlformats.org/presentationml/2006/ole">
              <mc:AlternateContent xmlns:mc="http://schemas.openxmlformats.org/markup-compatibility/2006">
                <mc:Choice xmlns:v="urn:schemas-microsoft-com:vml" Requires="v">
                  <p:oleObj spid="_x0000_s3422" name="" r:id="rId11" imgW="215900" imgH="291465" progId="Equation.3">
                    <p:embed/>
                  </p:oleObj>
                </mc:Choice>
                <mc:Fallback>
                  <p:oleObj name="" r:id="rId11" imgW="215900" imgH="291465" progId="Equation.3">
                    <p:embed/>
                    <p:pic>
                      <p:nvPicPr>
                        <p:cNvPr id="0" name="图片 3421"/>
                        <p:cNvPicPr/>
                        <p:nvPr/>
                      </p:nvPicPr>
                      <p:blipFill>
                        <a:blip r:embed="rId12">
                          <a:clrChange>
                            <a:clrFrom>
                              <a:srgbClr val="000000"/>
                            </a:clrFrom>
                            <a:clrTo>
                              <a:srgbClr val="FFFFFF"/>
                            </a:clrTo>
                          </a:clrChange>
                        </a:blip>
                        <a:stretch>
                          <a:fillRect/>
                        </a:stretch>
                      </p:blipFill>
                      <p:spPr>
                        <a:xfrm>
                          <a:off x="1053" y="2302"/>
                          <a:ext cx="246" cy="358"/>
                        </a:xfrm>
                        <a:prstGeom prst="rect">
                          <a:avLst/>
                        </a:prstGeom>
                        <a:noFill/>
                        <a:ln w="38100">
                          <a:noFill/>
                          <a:miter/>
                        </a:ln>
                      </p:spPr>
                    </p:pic>
                  </p:oleObj>
                </mc:Fallback>
              </mc:AlternateContent>
            </a:graphicData>
          </a:graphic>
        </p:graphicFrame>
        <p:sp>
          <p:nvSpPr>
            <p:cNvPr id="49199" name="Line 34"/>
            <p:cNvSpPr/>
            <p:nvPr/>
          </p:nvSpPr>
          <p:spPr>
            <a:xfrm>
              <a:off x="4011" y="2207"/>
              <a:ext cx="503" cy="2"/>
            </a:xfrm>
            <a:prstGeom prst="line">
              <a:avLst/>
            </a:prstGeom>
            <a:ln w="28575" cap="flat" cmpd="sng">
              <a:solidFill>
                <a:srgbClr val="FF3300"/>
              </a:solidFill>
              <a:prstDash val="solid"/>
              <a:headEnd type="none" w="med" len="med"/>
              <a:tailEnd type="none" w="med" len="med"/>
            </a:ln>
          </p:spPr>
        </p:sp>
        <p:sp>
          <p:nvSpPr>
            <p:cNvPr id="49200" name="Line 35"/>
            <p:cNvSpPr/>
            <p:nvPr/>
          </p:nvSpPr>
          <p:spPr>
            <a:xfrm>
              <a:off x="4014" y="2769"/>
              <a:ext cx="497" cy="1"/>
            </a:xfrm>
            <a:prstGeom prst="line">
              <a:avLst/>
            </a:prstGeom>
            <a:ln w="28575" cap="flat" cmpd="sng">
              <a:solidFill>
                <a:srgbClr val="FF3300"/>
              </a:solidFill>
              <a:prstDash val="solid"/>
              <a:headEnd type="none" w="med" len="med"/>
              <a:tailEnd type="none" w="med" len="med"/>
            </a:ln>
          </p:spPr>
        </p:sp>
        <p:sp>
          <p:nvSpPr>
            <p:cNvPr id="49201" name="Line 36"/>
            <p:cNvSpPr/>
            <p:nvPr/>
          </p:nvSpPr>
          <p:spPr>
            <a:xfrm flipH="1">
              <a:off x="4195" y="2205"/>
              <a:ext cx="266" cy="0"/>
            </a:xfrm>
            <a:prstGeom prst="line">
              <a:avLst/>
            </a:prstGeom>
            <a:ln w="28575" cap="flat" cmpd="sng">
              <a:solidFill>
                <a:srgbClr val="00FFFF"/>
              </a:solidFill>
              <a:prstDash val="solid"/>
              <a:headEnd type="none" w="med" len="med"/>
              <a:tailEnd type="triangle" w="med" len="med"/>
            </a:ln>
          </p:spPr>
        </p:sp>
        <p:sp>
          <p:nvSpPr>
            <p:cNvPr id="49202" name="Text Box 37"/>
            <p:cNvSpPr txBox="1"/>
            <p:nvPr/>
          </p:nvSpPr>
          <p:spPr>
            <a:xfrm>
              <a:off x="4431" y="2128"/>
              <a:ext cx="241"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9203" name="Text Box 38"/>
            <p:cNvSpPr txBox="1"/>
            <p:nvPr/>
          </p:nvSpPr>
          <p:spPr>
            <a:xfrm>
              <a:off x="4427" y="2490"/>
              <a:ext cx="241" cy="287"/>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9204" name="Oval 39"/>
            <p:cNvSpPr/>
            <p:nvPr/>
          </p:nvSpPr>
          <p:spPr>
            <a:xfrm>
              <a:off x="4509" y="2170"/>
              <a:ext cx="61" cy="65"/>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05" name="Oval 40"/>
            <p:cNvSpPr/>
            <p:nvPr/>
          </p:nvSpPr>
          <p:spPr>
            <a:xfrm>
              <a:off x="4515" y="2732"/>
              <a:ext cx="61" cy="66"/>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9160" name="Object 41"/>
            <p:cNvGraphicFramePr/>
            <p:nvPr/>
          </p:nvGraphicFramePr>
          <p:xfrm>
            <a:off x="4241" y="1842"/>
            <a:ext cx="217" cy="359"/>
          </p:xfrm>
          <a:graphic>
            <a:graphicData uri="http://schemas.openxmlformats.org/presentationml/2006/ole">
              <mc:AlternateContent xmlns:mc="http://schemas.openxmlformats.org/markup-compatibility/2006">
                <mc:Choice xmlns:v="urn:schemas-microsoft-com:vml" Requires="v">
                  <p:oleObj spid="_x0000_s3423" name="" r:id="rId13" imgW="190500" imgH="292100" progId="Equation.3">
                    <p:embed/>
                  </p:oleObj>
                </mc:Choice>
                <mc:Fallback>
                  <p:oleObj name="" r:id="rId13" imgW="190500" imgH="292100" progId="Equation.3">
                    <p:embed/>
                    <p:pic>
                      <p:nvPicPr>
                        <p:cNvPr id="0" name="图片 3422"/>
                        <p:cNvPicPr/>
                        <p:nvPr/>
                      </p:nvPicPr>
                      <p:blipFill>
                        <a:blip r:embed="rId14">
                          <a:clrChange>
                            <a:clrFrom>
                              <a:srgbClr val="000000"/>
                            </a:clrFrom>
                            <a:clrTo>
                              <a:srgbClr val="FFFFFF"/>
                            </a:clrTo>
                          </a:clrChange>
                        </a:blip>
                        <a:stretch>
                          <a:fillRect/>
                        </a:stretch>
                      </p:blipFill>
                      <p:spPr>
                        <a:xfrm>
                          <a:off x="4241" y="1842"/>
                          <a:ext cx="217" cy="359"/>
                        </a:xfrm>
                        <a:prstGeom prst="rect">
                          <a:avLst/>
                        </a:prstGeom>
                        <a:noFill/>
                        <a:ln w="38100">
                          <a:noFill/>
                          <a:miter/>
                        </a:ln>
                      </p:spPr>
                    </p:pic>
                  </p:oleObj>
                </mc:Fallback>
              </mc:AlternateContent>
            </a:graphicData>
          </a:graphic>
        </p:graphicFrame>
        <p:graphicFrame>
          <p:nvGraphicFramePr>
            <p:cNvPr id="49161" name="Object 42"/>
            <p:cNvGraphicFramePr/>
            <p:nvPr/>
          </p:nvGraphicFramePr>
          <p:xfrm>
            <a:off x="4429" y="2297"/>
            <a:ext cx="272" cy="358"/>
          </p:xfrm>
          <a:graphic>
            <a:graphicData uri="http://schemas.openxmlformats.org/presentationml/2006/ole">
              <mc:AlternateContent xmlns:mc="http://schemas.openxmlformats.org/markup-compatibility/2006">
                <mc:Choice xmlns:v="urn:schemas-microsoft-com:vml" Requires="v">
                  <p:oleObj spid="_x0000_s3432" name="" r:id="rId15" imgW="241300" imgH="292100" progId="Equation.3">
                    <p:embed/>
                  </p:oleObj>
                </mc:Choice>
                <mc:Fallback>
                  <p:oleObj name="" r:id="rId15" imgW="241300" imgH="292100" progId="Equation.3">
                    <p:embed/>
                    <p:pic>
                      <p:nvPicPr>
                        <p:cNvPr id="0" name="图片 3431"/>
                        <p:cNvPicPr/>
                        <p:nvPr/>
                      </p:nvPicPr>
                      <p:blipFill>
                        <a:blip r:embed="rId16">
                          <a:clrChange>
                            <a:clrFrom>
                              <a:srgbClr val="000000"/>
                            </a:clrFrom>
                            <a:clrTo>
                              <a:srgbClr val="FFFFFF"/>
                            </a:clrTo>
                          </a:clrChange>
                        </a:blip>
                        <a:stretch>
                          <a:fillRect/>
                        </a:stretch>
                      </p:blipFill>
                      <p:spPr>
                        <a:xfrm>
                          <a:off x="4429" y="2297"/>
                          <a:ext cx="272" cy="358"/>
                        </a:xfrm>
                        <a:prstGeom prst="rect">
                          <a:avLst/>
                        </a:prstGeom>
                        <a:noFill/>
                        <a:ln w="38100">
                          <a:noFill/>
                          <a:miter/>
                        </a:ln>
                      </p:spPr>
                    </p:pic>
                  </p:oleObj>
                </mc:Fallback>
              </mc:AlternateContent>
            </a:graphicData>
          </a:graphic>
        </p:graphicFrame>
        <p:sp>
          <p:nvSpPr>
            <p:cNvPr id="49206" name="Line 43"/>
            <p:cNvSpPr/>
            <p:nvPr/>
          </p:nvSpPr>
          <p:spPr>
            <a:xfrm>
              <a:off x="2163" y="2681"/>
              <a:ext cx="439" cy="1"/>
            </a:xfrm>
            <a:prstGeom prst="line">
              <a:avLst/>
            </a:prstGeom>
            <a:ln w="28575" cap="flat" cmpd="sng">
              <a:solidFill>
                <a:srgbClr val="FFCC00"/>
              </a:solidFill>
              <a:prstDash val="solid"/>
              <a:headEnd type="none" w="med" len="med"/>
              <a:tailEnd type="none" w="med" len="med"/>
            </a:ln>
          </p:spPr>
        </p:sp>
        <p:sp>
          <p:nvSpPr>
            <p:cNvPr id="49207" name="Line 44"/>
            <p:cNvSpPr/>
            <p:nvPr/>
          </p:nvSpPr>
          <p:spPr>
            <a:xfrm>
              <a:off x="2151" y="3251"/>
              <a:ext cx="1422" cy="7"/>
            </a:xfrm>
            <a:prstGeom prst="line">
              <a:avLst/>
            </a:prstGeom>
            <a:ln w="28575" cap="flat" cmpd="sng">
              <a:solidFill>
                <a:srgbClr val="FFCC00"/>
              </a:solidFill>
              <a:prstDash val="solid"/>
              <a:headEnd type="none" w="med" len="med"/>
              <a:tailEnd type="none" w="med" len="med"/>
            </a:ln>
          </p:spPr>
        </p:sp>
        <p:sp>
          <p:nvSpPr>
            <p:cNvPr id="49208" name="Line 45"/>
            <p:cNvSpPr/>
            <p:nvPr/>
          </p:nvSpPr>
          <p:spPr>
            <a:xfrm>
              <a:off x="2245" y="2677"/>
              <a:ext cx="266" cy="0"/>
            </a:xfrm>
            <a:prstGeom prst="line">
              <a:avLst/>
            </a:prstGeom>
            <a:ln w="28575" cap="flat" cmpd="sng">
              <a:solidFill>
                <a:srgbClr val="00FFFF"/>
              </a:solidFill>
              <a:prstDash val="solid"/>
              <a:headEnd type="none" w="med" len="med"/>
              <a:tailEnd type="triangle" w="med" len="med"/>
            </a:ln>
          </p:spPr>
        </p:sp>
        <p:sp>
          <p:nvSpPr>
            <p:cNvPr id="49209" name="Text Box 46"/>
            <p:cNvSpPr txBox="1"/>
            <p:nvPr/>
          </p:nvSpPr>
          <p:spPr>
            <a:xfrm>
              <a:off x="2018" y="2659"/>
              <a:ext cx="243" cy="289"/>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9210" name="Text Box 47"/>
            <p:cNvSpPr txBox="1"/>
            <p:nvPr/>
          </p:nvSpPr>
          <p:spPr>
            <a:xfrm>
              <a:off x="2023" y="3012"/>
              <a:ext cx="243"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49211" name="Line 48"/>
            <p:cNvSpPr/>
            <p:nvPr/>
          </p:nvSpPr>
          <p:spPr>
            <a:xfrm flipV="1">
              <a:off x="3108" y="2689"/>
              <a:ext cx="447" cy="5"/>
            </a:xfrm>
            <a:prstGeom prst="line">
              <a:avLst/>
            </a:prstGeom>
            <a:ln w="28575" cap="flat" cmpd="sng">
              <a:solidFill>
                <a:srgbClr val="FFCC00"/>
              </a:solidFill>
              <a:prstDash val="solid"/>
              <a:headEnd type="none" w="med" len="med"/>
              <a:tailEnd type="none" w="med" len="med"/>
            </a:ln>
          </p:spPr>
        </p:sp>
        <p:sp>
          <p:nvSpPr>
            <p:cNvPr id="49212" name="Line 49"/>
            <p:cNvSpPr/>
            <p:nvPr/>
          </p:nvSpPr>
          <p:spPr>
            <a:xfrm flipH="1">
              <a:off x="3243" y="2695"/>
              <a:ext cx="265" cy="0"/>
            </a:xfrm>
            <a:prstGeom prst="line">
              <a:avLst/>
            </a:prstGeom>
            <a:ln w="28575" cap="flat" cmpd="sng">
              <a:solidFill>
                <a:srgbClr val="00FFFF"/>
              </a:solidFill>
              <a:prstDash val="solid"/>
              <a:headEnd type="none" w="med" len="med"/>
              <a:tailEnd type="triangle" w="med" len="med"/>
            </a:ln>
          </p:spPr>
        </p:sp>
        <p:sp>
          <p:nvSpPr>
            <p:cNvPr id="49213" name="Text Box 50"/>
            <p:cNvSpPr txBox="1"/>
            <p:nvPr/>
          </p:nvSpPr>
          <p:spPr>
            <a:xfrm>
              <a:off x="3482" y="2665"/>
              <a:ext cx="243" cy="289"/>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49214" name="Text Box 51"/>
            <p:cNvSpPr txBox="1"/>
            <p:nvPr/>
          </p:nvSpPr>
          <p:spPr>
            <a:xfrm>
              <a:off x="3494" y="2999"/>
              <a:ext cx="241"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49162" name="Object 52"/>
            <p:cNvGraphicFramePr/>
            <p:nvPr/>
          </p:nvGraphicFramePr>
          <p:xfrm>
            <a:off x="2245" y="2251"/>
            <a:ext cx="204" cy="404"/>
          </p:xfrm>
          <a:graphic>
            <a:graphicData uri="http://schemas.openxmlformats.org/presentationml/2006/ole">
              <mc:AlternateContent xmlns:mc="http://schemas.openxmlformats.org/markup-compatibility/2006">
                <mc:Choice xmlns:v="urn:schemas-microsoft-com:vml" Requires="v">
                  <p:oleObj spid="_x0000_s3430" name="" r:id="rId17" imgW="177800" imgH="329565" progId="Equation.3">
                    <p:embed/>
                  </p:oleObj>
                </mc:Choice>
                <mc:Fallback>
                  <p:oleObj name="" r:id="rId17" imgW="177800" imgH="329565" progId="Equation.3">
                    <p:embed/>
                    <p:pic>
                      <p:nvPicPr>
                        <p:cNvPr id="0" name="图片 3429"/>
                        <p:cNvPicPr/>
                        <p:nvPr/>
                      </p:nvPicPr>
                      <p:blipFill>
                        <a:blip r:embed="rId18">
                          <a:clrChange>
                            <a:clrFrom>
                              <a:srgbClr val="000000"/>
                            </a:clrFrom>
                            <a:clrTo>
                              <a:srgbClr val="FFFFFF"/>
                            </a:clrTo>
                          </a:clrChange>
                        </a:blip>
                        <a:stretch>
                          <a:fillRect/>
                        </a:stretch>
                      </p:blipFill>
                      <p:spPr>
                        <a:xfrm>
                          <a:off x="2245" y="2251"/>
                          <a:ext cx="204" cy="404"/>
                        </a:xfrm>
                        <a:prstGeom prst="rect">
                          <a:avLst/>
                        </a:prstGeom>
                        <a:noFill/>
                        <a:ln w="38100">
                          <a:noFill/>
                          <a:miter/>
                        </a:ln>
                      </p:spPr>
                    </p:pic>
                  </p:oleObj>
                </mc:Fallback>
              </mc:AlternateContent>
            </a:graphicData>
          </a:graphic>
        </p:graphicFrame>
        <p:sp>
          <p:nvSpPr>
            <p:cNvPr id="49215" name="Oval 53"/>
            <p:cNvSpPr/>
            <p:nvPr/>
          </p:nvSpPr>
          <p:spPr>
            <a:xfrm>
              <a:off x="2096" y="2644"/>
              <a:ext cx="61" cy="67"/>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16" name="Oval 54"/>
            <p:cNvSpPr/>
            <p:nvPr/>
          </p:nvSpPr>
          <p:spPr>
            <a:xfrm>
              <a:off x="2096" y="3218"/>
              <a:ext cx="61" cy="66"/>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17" name="Oval 55"/>
            <p:cNvSpPr/>
            <p:nvPr/>
          </p:nvSpPr>
          <p:spPr>
            <a:xfrm>
              <a:off x="3555" y="2656"/>
              <a:ext cx="62" cy="66"/>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18" name="Oval 56"/>
            <p:cNvSpPr/>
            <p:nvPr/>
          </p:nvSpPr>
          <p:spPr>
            <a:xfrm>
              <a:off x="3560" y="3218"/>
              <a:ext cx="62" cy="66"/>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49163" name="Object 57"/>
            <p:cNvGraphicFramePr/>
            <p:nvPr/>
          </p:nvGraphicFramePr>
          <p:xfrm>
            <a:off x="3243" y="2296"/>
            <a:ext cx="219" cy="403"/>
          </p:xfrm>
          <a:graphic>
            <a:graphicData uri="http://schemas.openxmlformats.org/presentationml/2006/ole">
              <mc:AlternateContent xmlns:mc="http://schemas.openxmlformats.org/markup-compatibility/2006">
                <mc:Choice xmlns:v="urn:schemas-microsoft-com:vml" Requires="v">
                  <p:oleObj spid="_x0000_s3431" name="" r:id="rId19" imgW="190500" imgH="330200" progId="Equation.3">
                    <p:embed/>
                  </p:oleObj>
                </mc:Choice>
                <mc:Fallback>
                  <p:oleObj name="" r:id="rId19" imgW="190500" imgH="330200" progId="Equation.3">
                    <p:embed/>
                    <p:pic>
                      <p:nvPicPr>
                        <p:cNvPr id="0" name="图片 3430"/>
                        <p:cNvPicPr/>
                        <p:nvPr/>
                      </p:nvPicPr>
                      <p:blipFill>
                        <a:blip r:embed="rId20">
                          <a:clrChange>
                            <a:clrFrom>
                              <a:srgbClr val="000000"/>
                            </a:clrFrom>
                            <a:clrTo>
                              <a:srgbClr val="FFFFFF"/>
                            </a:clrTo>
                          </a:clrChange>
                        </a:blip>
                        <a:stretch>
                          <a:fillRect/>
                        </a:stretch>
                      </p:blipFill>
                      <p:spPr>
                        <a:xfrm>
                          <a:off x="3243" y="2296"/>
                          <a:ext cx="219" cy="403"/>
                        </a:xfrm>
                        <a:prstGeom prst="rect">
                          <a:avLst/>
                        </a:prstGeom>
                        <a:noFill/>
                        <a:ln w="38100">
                          <a:noFill/>
                          <a:miter/>
                        </a:ln>
                      </p:spPr>
                    </p:pic>
                  </p:oleObj>
                </mc:Fallback>
              </mc:AlternateContent>
            </a:graphicData>
          </a:graphic>
        </p:graphicFrame>
        <p:graphicFrame>
          <p:nvGraphicFramePr>
            <p:cNvPr id="49164" name="Object 58"/>
            <p:cNvGraphicFramePr/>
            <p:nvPr/>
          </p:nvGraphicFramePr>
          <p:xfrm>
            <a:off x="3473" y="2734"/>
            <a:ext cx="277" cy="401"/>
          </p:xfrm>
          <a:graphic>
            <a:graphicData uri="http://schemas.openxmlformats.org/presentationml/2006/ole">
              <mc:AlternateContent xmlns:mc="http://schemas.openxmlformats.org/markup-compatibility/2006">
                <mc:Choice xmlns:v="urn:schemas-microsoft-com:vml" Requires="v">
                  <p:oleObj spid="_x0000_s3429" name="" r:id="rId21" imgW="241300" imgH="330200" progId="Equation.3">
                    <p:embed/>
                  </p:oleObj>
                </mc:Choice>
                <mc:Fallback>
                  <p:oleObj name="" r:id="rId21" imgW="241300" imgH="330200" progId="Equation.3">
                    <p:embed/>
                    <p:pic>
                      <p:nvPicPr>
                        <p:cNvPr id="0" name="图片 3428"/>
                        <p:cNvPicPr/>
                        <p:nvPr/>
                      </p:nvPicPr>
                      <p:blipFill>
                        <a:blip r:embed="rId22">
                          <a:clrChange>
                            <a:clrFrom>
                              <a:srgbClr val="000000"/>
                            </a:clrFrom>
                            <a:clrTo>
                              <a:srgbClr val="FFFFFF"/>
                            </a:clrTo>
                          </a:clrChange>
                        </a:blip>
                        <a:stretch>
                          <a:fillRect/>
                        </a:stretch>
                      </p:blipFill>
                      <p:spPr>
                        <a:xfrm>
                          <a:off x="3473" y="2734"/>
                          <a:ext cx="277" cy="401"/>
                        </a:xfrm>
                        <a:prstGeom prst="rect">
                          <a:avLst/>
                        </a:prstGeom>
                        <a:noFill/>
                        <a:ln w="38100">
                          <a:noFill/>
                          <a:miter/>
                        </a:ln>
                      </p:spPr>
                    </p:pic>
                  </p:oleObj>
                </mc:Fallback>
              </mc:AlternateContent>
            </a:graphicData>
          </a:graphic>
        </p:graphicFrame>
        <p:graphicFrame>
          <p:nvGraphicFramePr>
            <p:cNvPr id="49165" name="Object 59"/>
            <p:cNvGraphicFramePr/>
            <p:nvPr/>
          </p:nvGraphicFramePr>
          <p:xfrm>
            <a:off x="2011" y="2728"/>
            <a:ext cx="262" cy="401"/>
          </p:xfrm>
          <a:graphic>
            <a:graphicData uri="http://schemas.openxmlformats.org/presentationml/2006/ole">
              <mc:AlternateContent xmlns:mc="http://schemas.openxmlformats.org/markup-compatibility/2006">
                <mc:Choice xmlns:v="urn:schemas-microsoft-com:vml" Requires="v">
                  <p:oleObj spid="_x0000_s3433" name="" r:id="rId23" imgW="228600" imgH="330200" progId="Equation.3">
                    <p:embed/>
                  </p:oleObj>
                </mc:Choice>
                <mc:Fallback>
                  <p:oleObj name="" r:id="rId23" imgW="228600" imgH="330200" progId="Equation.3">
                    <p:embed/>
                    <p:pic>
                      <p:nvPicPr>
                        <p:cNvPr id="0" name="图片 3432"/>
                        <p:cNvPicPr/>
                        <p:nvPr/>
                      </p:nvPicPr>
                      <p:blipFill>
                        <a:blip r:embed="rId24">
                          <a:clrChange>
                            <a:clrFrom>
                              <a:srgbClr val="000000"/>
                            </a:clrFrom>
                            <a:clrTo>
                              <a:srgbClr val="FFFFFF"/>
                            </a:clrTo>
                          </a:clrChange>
                        </a:blip>
                        <a:stretch>
                          <a:fillRect/>
                        </a:stretch>
                      </p:blipFill>
                      <p:spPr>
                        <a:xfrm>
                          <a:off x="2011" y="2728"/>
                          <a:ext cx="262" cy="401"/>
                        </a:xfrm>
                        <a:prstGeom prst="rect">
                          <a:avLst/>
                        </a:prstGeom>
                        <a:noFill/>
                        <a:ln w="38100">
                          <a:noFill/>
                          <a:miter/>
                        </a:ln>
                      </p:spPr>
                    </p:pic>
                  </p:oleObj>
                </mc:Fallback>
              </mc:AlternateContent>
            </a:graphicData>
          </a:graphic>
        </p:graphicFrame>
        <p:sp>
          <p:nvSpPr>
            <p:cNvPr id="49219" name="Rectangle 60"/>
            <p:cNvSpPr/>
            <p:nvPr/>
          </p:nvSpPr>
          <p:spPr>
            <a:xfrm>
              <a:off x="1544" y="1317"/>
              <a:ext cx="2548" cy="2168"/>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49220" name="Freeform 61"/>
            <p:cNvSpPr/>
            <p:nvPr/>
          </p:nvSpPr>
          <p:spPr>
            <a:xfrm>
              <a:off x="3599" y="1696"/>
              <a:ext cx="423" cy="997"/>
            </a:xfrm>
            <a:custGeom>
              <a:avLst/>
              <a:gdLst>
                <a:gd name="txL" fmla="*/ 0 w 468"/>
                <a:gd name="txT" fmla="*/ 0 h 1032"/>
                <a:gd name="txR" fmla="*/ 468 w 468"/>
                <a:gd name="txB" fmla="*/ 1032 h 1032"/>
              </a:gdLst>
              <a:ahLst/>
              <a:cxnLst>
                <a:cxn ang="0">
                  <a:pos x="0" y="0"/>
                </a:cxn>
                <a:cxn ang="0">
                  <a:pos x="423" y="504"/>
                </a:cxn>
                <a:cxn ang="0">
                  <a:pos x="22" y="997"/>
                </a:cxn>
              </a:cxnLst>
              <a:rect l="txL" t="txT" r="txR" b="txB"/>
              <a:pathLst>
                <a:path w="468" h="1032">
                  <a:moveTo>
                    <a:pt x="0" y="0"/>
                  </a:moveTo>
                  <a:lnTo>
                    <a:pt x="468" y="522"/>
                  </a:lnTo>
                  <a:lnTo>
                    <a:pt x="24" y="103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21" name="Freeform 62"/>
            <p:cNvSpPr/>
            <p:nvPr/>
          </p:nvSpPr>
          <p:spPr>
            <a:xfrm>
              <a:off x="3599" y="2252"/>
              <a:ext cx="423" cy="997"/>
            </a:xfrm>
            <a:custGeom>
              <a:avLst/>
              <a:gdLst>
                <a:gd name="txL" fmla="*/ 0 w 468"/>
                <a:gd name="txT" fmla="*/ 0 h 1032"/>
                <a:gd name="txR" fmla="*/ 468 w 468"/>
                <a:gd name="txB" fmla="*/ 1032 h 1032"/>
              </a:gdLst>
              <a:ahLst/>
              <a:cxnLst>
                <a:cxn ang="0">
                  <a:pos x="0" y="0"/>
                </a:cxn>
                <a:cxn ang="0">
                  <a:pos x="423" y="504"/>
                </a:cxn>
                <a:cxn ang="0">
                  <a:pos x="22" y="997"/>
                </a:cxn>
              </a:cxnLst>
              <a:rect l="txL" t="txT" r="txR" b="txB"/>
              <a:pathLst>
                <a:path w="468" h="1032">
                  <a:moveTo>
                    <a:pt x="0" y="0"/>
                  </a:moveTo>
                  <a:lnTo>
                    <a:pt x="468" y="522"/>
                  </a:lnTo>
                  <a:lnTo>
                    <a:pt x="24" y="1032"/>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22" name="Freeform 63"/>
            <p:cNvSpPr/>
            <p:nvPr/>
          </p:nvSpPr>
          <p:spPr>
            <a:xfrm>
              <a:off x="1674" y="1684"/>
              <a:ext cx="422" cy="992"/>
            </a:xfrm>
            <a:custGeom>
              <a:avLst/>
              <a:gdLst>
                <a:gd name="txL" fmla="*/ 0 w 468"/>
                <a:gd name="txT" fmla="*/ 0 h 1026"/>
                <a:gd name="txR" fmla="*/ 468 w 468"/>
                <a:gd name="txB" fmla="*/ 1026 h 1026"/>
              </a:gdLst>
              <a:ahLst/>
              <a:cxnLst>
                <a:cxn ang="0">
                  <a:pos x="422" y="0"/>
                </a:cxn>
                <a:cxn ang="0">
                  <a:pos x="0" y="505"/>
                </a:cxn>
                <a:cxn ang="0">
                  <a:pos x="417" y="992"/>
                </a:cxn>
              </a:cxnLst>
              <a:rect l="txL" t="txT" r="txR" b="txB"/>
              <a:pathLst>
                <a:path w="468" h="1026">
                  <a:moveTo>
                    <a:pt x="468" y="0"/>
                  </a:moveTo>
                  <a:lnTo>
                    <a:pt x="0" y="522"/>
                  </a:lnTo>
                  <a:lnTo>
                    <a:pt x="462" y="1026"/>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23" name="Freeform 64"/>
            <p:cNvSpPr/>
            <p:nvPr/>
          </p:nvSpPr>
          <p:spPr>
            <a:xfrm>
              <a:off x="1668" y="2258"/>
              <a:ext cx="424" cy="991"/>
            </a:xfrm>
            <a:custGeom>
              <a:avLst/>
              <a:gdLst>
                <a:gd name="txL" fmla="*/ 0 w 468"/>
                <a:gd name="txT" fmla="*/ 0 h 1026"/>
                <a:gd name="txR" fmla="*/ 468 w 468"/>
                <a:gd name="txB" fmla="*/ 1026 h 1026"/>
              </a:gdLst>
              <a:ahLst/>
              <a:cxnLst>
                <a:cxn ang="0">
                  <a:pos x="424" y="0"/>
                </a:cxn>
                <a:cxn ang="0">
                  <a:pos x="0" y="504"/>
                </a:cxn>
                <a:cxn ang="0">
                  <a:pos x="419" y="991"/>
                </a:cxn>
              </a:cxnLst>
              <a:rect l="txL" t="txT" r="txR" b="txB"/>
              <a:pathLst>
                <a:path w="468" h="1026">
                  <a:moveTo>
                    <a:pt x="468" y="0"/>
                  </a:moveTo>
                  <a:lnTo>
                    <a:pt x="0" y="522"/>
                  </a:lnTo>
                  <a:lnTo>
                    <a:pt x="462" y="1026"/>
                  </a:lnTo>
                </a:path>
              </a:pathLst>
            </a:custGeom>
            <a:noFill/>
            <a:ln w="28575" cap="flat" cmpd="sng">
              <a:solidFill>
                <a:srgbClr val="FF33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49224" name="Line 65"/>
            <p:cNvSpPr/>
            <p:nvPr/>
          </p:nvSpPr>
          <p:spPr>
            <a:xfrm>
              <a:off x="2864" y="1904"/>
              <a:ext cx="0" cy="355"/>
            </a:xfrm>
            <a:prstGeom prst="line">
              <a:avLst/>
            </a:prstGeom>
            <a:ln w="28575" cap="flat" cmpd="sng">
              <a:solidFill>
                <a:srgbClr val="FFCC00"/>
              </a:solidFill>
              <a:prstDash val="solid"/>
              <a:headEnd type="none" w="med" len="med"/>
              <a:tailEnd type="none" w="med" len="med"/>
            </a:ln>
          </p:spPr>
        </p:sp>
        <p:sp>
          <p:nvSpPr>
            <p:cNvPr id="49225" name="Rectangle 66"/>
            <p:cNvSpPr/>
            <p:nvPr/>
          </p:nvSpPr>
          <p:spPr>
            <a:xfrm>
              <a:off x="2601" y="2439"/>
              <a:ext cx="509" cy="463"/>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49226" name="Rectangle 67"/>
            <p:cNvSpPr/>
            <p:nvPr/>
          </p:nvSpPr>
          <p:spPr>
            <a:xfrm>
              <a:off x="2670" y="2474"/>
              <a:ext cx="403" cy="345"/>
            </a:xfrm>
            <a:prstGeom prst="rect">
              <a:avLst/>
            </a:prstGeom>
            <a:noFill/>
            <a:ln w="28575">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49227" name="Line 68"/>
            <p:cNvSpPr/>
            <p:nvPr/>
          </p:nvSpPr>
          <p:spPr>
            <a:xfrm>
              <a:off x="2851" y="2904"/>
              <a:ext cx="0" cy="355"/>
            </a:xfrm>
            <a:prstGeom prst="line">
              <a:avLst/>
            </a:prstGeom>
            <a:ln w="28575" cap="flat" cmpd="sng">
              <a:solidFill>
                <a:srgbClr val="FFCC00"/>
              </a:solidFill>
              <a:prstDash val="solid"/>
              <a:headEnd type="none" w="med" len="med"/>
              <a:tailEnd type="none" w="med" len="med"/>
            </a:ln>
          </p:spPr>
        </p:sp>
      </p:grpSp>
      <p:grpSp>
        <p:nvGrpSpPr>
          <p:cNvPr id="49168" name="Group 73"/>
          <p:cNvGrpSpPr/>
          <p:nvPr/>
        </p:nvGrpSpPr>
        <p:grpSpPr>
          <a:xfrm>
            <a:off x="8316913" y="6446838"/>
            <a:ext cx="792162" cy="366712"/>
            <a:chOff x="5193" y="4020"/>
            <a:chExt cx="499" cy="231"/>
          </a:xfrm>
        </p:grpSpPr>
        <p:pic>
          <p:nvPicPr>
            <p:cNvPr id="49175" name="Picture 74" descr="78900"/>
            <p:cNvPicPr>
              <a:picLocks noChangeAspect="1"/>
            </p:cNvPicPr>
            <p:nvPr/>
          </p:nvPicPr>
          <p:blipFill>
            <a:blip r:embed="rId25"/>
            <a:stretch>
              <a:fillRect/>
            </a:stretch>
          </p:blipFill>
          <p:spPr>
            <a:xfrm>
              <a:off x="5193" y="4066"/>
              <a:ext cx="499" cy="181"/>
            </a:xfrm>
            <a:prstGeom prst="rect">
              <a:avLst/>
            </a:prstGeom>
            <a:noFill/>
            <a:ln w="9525">
              <a:noFill/>
            </a:ln>
          </p:spPr>
        </p:pic>
        <p:sp>
          <p:nvSpPr>
            <p:cNvPr id="49176" name="Text Box 7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49169" name="Group 76"/>
          <p:cNvGrpSpPr/>
          <p:nvPr/>
        </p:nvGrpSpPr>
        <p:grpSpPr>
          <a:xfrm>
            <a:off x="7453313" y="6446838"/>
            <a:ext cx="792162" cy="366712"/>
            <a:chOff x="4649" y="4020"/>
            <a:chExt cx="499" cy="231"/>
          </a:xfrm>
        </p:grpSpPr>
        <p:pic>
          <p:nvPicPr>
            <p:cNvPr id="49173" name="Picture 77" descr="78900"/>
            <p:cNvPicPr>
              <a:picLocks noChangeAspect="1"/>
            </p:cNvPicPr>
            <p:nvPr/>
          </p:nvPicPr>
          <p:blipFill>
            <a:blip r:embed="rId25"/>
            <a:stretch>
              <a:fillRect/>
            </a:stretch>
          </p:blipFill>
          <p:spPr>
            <a:xfrm>
              <a:off x="4649" y="4066"/>
              <a:ext cx="499" cy="181"/>
            </a:xfrm>
            <a:prstGeom prst="rect">
              <a:avLst/>
            </a:prstGeom>
            <a:noFill/>
            <a:ln w="9525">
              <a:noFill/>
            </a:ln>
          </p:spPr>
        </p:pic>
        <p:sp>
          <p:nvSpPr>
            <p:cNvPr id="49174" name="Text Box 78">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9170" name="Group 85"/>
          <p:cNvGrpSpPr/>
          <p:nvPr/>
        </p:nvGrpSpPr>
        <p:grpSpPr>
          <a:xfrm>
            <a:off x="6588125" y="6446838"/>
            <a:ext cx="792163" cy="366712"/>
            <a:chOff x="4649" y="4020"/>
            <a:chExt cx="499" cy="231"/>
          </a:xfrm>
        </p:grpSpPr>
        <p:pic>
          <p:nvPicPr>
            <p:cNvPr id="49171" name="Picture 86" descr="78900"/>
            <p:cNvPicPr>
              <a:picLocks noChangeAspect="1"/>
            </p:cNvPicPr>
            <p:nvPr/>
          </p:nvPicPr>
          <p:blipFill>
            <a:blip r:embed="rId25"/>
            <a:stretch>
              <a:fillRect/>
            </a:stretch>
          </p:blipFill>
          <p:spPr>
            <a:xfrm>
              <a:off x="4649" y="4066"/>
              <a:ext cx="499" cy="181"/>
            </a:xfrm>
            <a:prstGeom prst="rect">
              <a:avLst/>
            </a:prstGeom>
            <a:noFill/>
            <a:ln w="9525">
              <a:noFill/>
            </a:ln>
          </p:spPr>
        </p:pic>
        <p:sp>
          <p:nvSpPr>
            <p:cNvPr id="49172" name="Text Box 8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2"/>
          <p:cNvSpPr txBox="1"/>
          <p:nvPr/>
        </p:nvSpPr>
        <p:spPr>
          <a:xfrm>
            <a:off x="827088" y="765175"/>
            <a:ext cx="1441450"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5-2</a:t>
            </a:r>
            <a:endParaRPr lang="en-US" altLang="zh-CN" sz="3200" b="0" dirty="0">
              <a:latin typeface="Times New Roman" panose="02020603050405020304" pitchFamily="18" charset="0"/>
              <a:ea typeface="宋体" panose="02010600030101010101" pitchFamily="2" charset="-122"/>
            </a:endParaRPr>
          </a:p>
        </p:txBody>
      </p:sp>
      <p:grpSp>
        <p:nvGrpSpPr>
          <p:cNvPr id="78851" name="Group 68"/>
          <p:cNvGrpSpPr/>
          <p:nvPr/>
        </p:nvGrpSpPr>
        <p:grpSpPr>
          <a:xfrm>
            <a:off x="8316913" y="6446838"/>
            <a:ext cx="792162" cy="366712"/>
            <a:chOff x="5193" y="4020"/>
            <a:chExt cx="499" cy="231"/>
          </a:xfrm>
        </p:grpSpPr>
        <p:pic>
          <p:nvPicPr>
            <p:cNvPr id="78911" name="Picture 69"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8912" name="Text Box 7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8852" name="Group 71"/>
          <p:cNvGrpSpPr/>
          <p:nvPr/>
        </p:nvGrpSpPr>
        <p:grpSpPr>
          <a:xfrm>
            <a:off x="7453313" y="6446838"/>
            <a:ext cx="792162" cy="366712"/>
            <a:chOff x="4649" y="4020"/>
            <a:chExt cx="499" cy="231"/>
          </a:xfrm>
        </p:grpSpPr>
        <p:pic>
          <p:nvPicPr>
            <p:cNvPr id="78909" name="Picture 7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8910" name="Text Box 7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77"/>
          <p:cNvGrpSpPr/>
          <p:nvPr/>
        </p:nvGrpSpPr>
        <p:grpSpPr>
          <a:xfrm>
            <a:off x="2700338" y="404813"/>
            <a:ext cx="3194050" cy="2309812"/>
            <a:chOff x="2336" y="1071"/>
            <a:chExt cx="2012" cy="1455"/>
          </a:xfrm>
        </p:grpSpPr>
        <p:sp>
          <p:nvSpPr>
            <p:cNvPr id="78891" name="Line 78"/>
            <p:cNvSpPr/>
            <p:nvPr/>
          </p:nvSpPr>
          <p:spPr>
            <a:xfrm>
              <a:off x="2408" y="1797"/>
              <a:ext cx="1878" cy="0"/>
            </a:xfrm>
            <a:prstGeom prst="line">
              <a:avLst/>
            </a:prstGeom>
            <a:ln w="28575" cap="flat" cmpd="sng">
              <a:solidFill>
                <a:srgbClr val="FFCC00"/>
              </a:solidFill>
              <a:prstDash val="solid"/>
              <a:headEnd type="none" w="med" len="med"/>
              <a:tailEnd type="none" w="med" len="med"/>
            </a:ln>
          </p:spPr>
        </p:sp>
        <p:sp>
          <p:nvSpPr>
            <p:cNvPr id="78892" name="Rectangle 79"/>
            <p:cNvSpPr/>
            <p:nvPr/>
          </p:nvSpPr>
          <p:spPr>
            <a:xfrm>
              <a:off x="3515" y="170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8893" name="Line 80"/>
            <p:cNvSpPr/>
            <p:nvPr/>
          </p:nvSpPr>
          <p:spPr>
            <a:xfrm>
              <a:off x="3334" y="1797"/>
              <a:ext cx="5" cy="695"/>
            </a:xfrm>
            <a:prstGeom prst="line">
              <a:avLst/>
            </a:prstGeom>
            <a:ln w="28575" cap="flat" cmpd="sng">
              <a:solidFill>
                <a:srgbClr val="FFCC00"/>
              </a:solidFill>
              <a:prstDash val="solid"/>
              <a:headEnd type="oval" w="med" len="med"/>
              <a:tailEnd type="oval" w="med" len="med"/>
            </a:ln>
          </p:spPr>
        </p:sp>
        <p:sp>
          <p:nvSpPr>
            <p:cNvPr id="78894" name="Line 81"/>
            <p:cNvSpPr/>
            <p:nvPr/>
          </p:nvSpPr>
          <p:spPr>
            <a:xfrm>
              <a:off x="2402" y="2486"/>
              <a:ext cx="1876" cy="7"/>
            </a:xfrm>
            <a:prstGeom prst="line">
              <a:avLst/>
            </a:prstGeom>
            <a:ln w="28575" cap="flat" cmpd="sng">
              <a:solidFill>
                <a:srgbClr val="FFCC00"/>
              </a:solidFill>
              <a:prstDash val="solid"/>
              <a:headEnd type="none" w="med" len="med"/>
              <a:tailEnd type="none" w="med" len="med"/>
            </a:ln>
          </p:spPr>
        </p:sp>
        <p:sp>
          <p:nvSpPr>
            <p:cNvPr id="78895" name="Rectangle 82"/>
            <p:cNvSpPr/>
            <p:nvPr/>
          </p:nvSpPr>
          <p:spPr>
            <a:xfrm>
              <a:off x="2850" y="1846"/>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8896" name="Oval 83"/>
            <p:cNvSpPr/>
            <p:nvPr/>
          </p:nvSpPr>
          <p:spPr>
            <a:xfrm>
              <a:off x="2336" y="1762"/>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97" name="Oval 84"/>
            <p:cNvSpPr/>
            <p:nvPr/>
          </p:nvSpPr>
          <p:spPr>
            <a:xfrm>
              <a:off x="2336" y="245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98" name="Oval 85"/>
            <p:cNvSpPr/>
            <p:nvPr/>
          </p:nvSpPr>
          <p:spPr>
            <a:xfrm>
              <a:off x="4274" y="1762"/>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99" name="Oval 86"/>
            <p:cNvSpPr/>
            <p:nvPr/>
          </p:nvSpPr>
          <p:spPr>
            <a:xfrm>
              <a:off x="4280" y="245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900" name="Rectangle 87"/>
            <p:cNvSpPr/>
            <p:nvPr/>
          </p:nvSpPr>
          <p:spPr>
            <a:xfrm>
              <a:off x="3560" y="1797"/>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78901" name="Rectangle 88"/>
            <p:cNvSpPr/>
            <p:nvPr/>
          </p:nvSpPr>
          <p:spPr>
            <a:xfrm>
              <a:off x="3379" y="2069"/>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p:txBody>
        </p:sp>
        <p:sp>
          <p:nvSpPr>
            <p:cNvPr id="78902" name="Rectangle 89"/>
            <p:cNvSpPr/>
            <p:nvPr/>
          </p:nvSpPr>
          <p:spPr>
            <a:xfrm>
              <a:off x="3198" y="1071"/>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4</a:t>
              </a:r>
              <a:endParaRPr lang="en-US" altLang="zh-CN" b="0" dirty="0">
                <a:latin typeface="Times New Roman" panose="02020603050405020304" pitchFamily="18" charset="0"/>
                <a:ea typeface="宋体" panose="02010600030101010101" pitchFamily="2" charset="-122"/>
              </a:endParaRPr>
            </a:p>
          </p:txBody>
        </p:sp>
        <p:sp>
          <p:nvSpPr>
            <p:cNvPr id="78903" name="Line 90"/>
            <p:cNvSpPr/>
            <p:nvPr/>
          </p:nvSpPr>
          <p:spPr>
            <a:xfrm>
              <a:off x="2618" y="1432"/>
              <a:ext cx="0" cy="366"/>
            </a:xfrm>
            <a:prstGeom prst="line">
              <a:avLst/>
            </a:prstGeom>
            <a:ln w="28575" cap="flat" cmpd="sng">
              <a:solidFill>
                <a:srgbClr val="FFCC00"/>
              </a:solidFill>
              <a:prstDash val="solid"/>
              <a:headEnd type="none" w="med" len="med"/>
              <a:tailEnd type="oval" w="med" len="med"/>
            </a:ln>
          </p:spPr>
        </p:sp>
        <p:sp>
          <p:nvSpPr>
            <p:cNvPr id="78904" name="Line 91"/>
            <p:cNvSpPr/>
            <p:nvPr/>
          </p:nvSpPr>
          <p:spPr>
            <a:xfrm>
              <a:off x="4058" y="1432"/>
              <a:ext cx="0" cy="366"/>
            </a:xfrm>
            <a:prstGeom prst="line">
              <a:avLst/>
            </a:prstGeom>
            <a:ln w="28575" cap="flat" cmpd="sng">
              <a:solidFill>
                <a:srgbClr val="FFCC00"/>
              </a:solidFill>
              <a:prstDash val="solid"/>
              <a:headEnd type="none" w="med" len="med"/>
              <a:tailEnd type="oval" w="med" len="med"/>
            </a:ln>
          </p:spPr>
        </p:sp>
        <p:sp>
          <p:nvSpPr>
            <p:cNvPr id="78905" name="Line 92"/>
            <p:cNvSpPr/>
            <p:nvPr/>
          </p:nvSpPr>
          <p:spPr>
            <a:xfrm flipH="1" flipV="1">
              <a:off x="2618" y="1432"/>
              <a:ext cx="1441" cy="2"/>
            </a:xfrm>
            <a:prstGeom prst="line">
              <a:avLst/>
            </a:prstGeom>
            <a:ln w="28575" cap="flat" cmpd="sng">
              <a:solidFill>
                <a:srgbClr val="FFCC00"/>
              </a:solidFill>
              <a:prstDash val="solid"/>
              <a:headEnd type="none" w="med" len="med"/>
              <a:tailEnd type="none" w="med" len="med"/>
            </a:ln>
          </p:spPr>
        </p:sp>
        <p:sp>
          <p:nvSpPr>
            <p:cNvPr id="78906" name="Rectangle 93"/>
            <p:cNvSpPr/>
            <p:nvPr/>
          </p:nvSpPr>
          <p:spPr>
            <a:xfrm>
              <a:off x="3152" y="138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8907" name="Rectangle 94"/>
            <p:cNvSpPr/>
            <p:nvPr/>
          </p:nvSpPr>
          <p:spPr>
            <a:xfrm>
              <a:off x="2789" y="170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8908" name="Rectangle 95"/>
            <p:cNvSpPr/>
            <p:nvPr/>
          </p:nvSpPr>
          <p:spPr>
            <a:xfrm>
              <a:off x="3252" y="197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5" name="Group 96"/>
          <p:cNvGrpSpPr/>
          <p:nvPr/>
        </p:nvGrpSpPr>
        <p:grpSpPr>
          <a:xfrm>
            <a:off x="971550" y="2924175"/>
            <a:ext cx="6508750" cy="3105150"/>
            <a:chOff x="1292" y="981"/>
            <a:chExt cx="4100" cy="1956"/>
          </a:xfrm>
        </p:grpSpPr>
        <p:sp>
          <p:nvSpPr>
            <p:cNvPr id="78858" name="Line 97"/>
            <p:cNvSpPr/>
            <p:nvPr/>
          </p:nvSpPr>
          <p:spPr>
            <a:xfrm>
              <a:off x="2516" y="2201"/>
              <a:ext cx="1634" cy="4"/>
            </a:xfrm>
            <a:prstGeom prst="line">
              <a:avLst/>
            </a:prstGeom>
            <a:ln w="28575" cap="flat" cmpd="sng">
              <a:solidFill>
                <a:srgbClr val="FFCC00"/>
              </a:solidFill>
              <a:prstDash val="solid"/>
              <a:headEnd type="none" w="med" len="med"/>
              <a:tailEnd type="none" w="med" len="med"/>
            </a:ln>
          </p:spPr>
        </p:sp>
        <p:sp>
          <p:nvSpPr>
            <p:cNvPr id="78859" name="Line 98"/>
            <p:cNvSpPr/>
            <p:nvPr/>
          </p:nvSpPr>
          <p:spPr>
            <a:xfrm flipH="1" flipV="1">
              <a:off x="2516" y="2903"/>
              <a:ext cx="1637" cy="5"/>
            </a:xfrm>
            <a:prstGeom prst="line">
              <a:avLst/>
            </a:prstGeom>
            <a:ln w="28575" cap="flat" cmpd="sng">
              <a:solidFill>
                <a:srgbClr val="FFCC00"/>
              </a:solidFill>
              <a:prstDash val="solid"/>
              <a:headEnd type="none" w="med" len="med"/>
              <a:tailEnd type="none" w="med" len="med"/>
            </a:ln>
          </p:spPr>
        </p:sp>
        <p:sp>
          <p:nvSpPr>
            <p:cNvPr id="78860" name="Line 99"/>
            <p:cNvSpPr/>
            <p:nvPr/>
          </p:nvSpPr>
          <p:spPr>
            <a:xfrm flipH="1">
              <a:off x="1358" y="1631"/>
              <a:ext cx="697" cy="1"/>
            </a:xfrm>
            <a:prstGeom prst="line">
              <a:avLst/>
            </a:prstGeom>
            <a:ln w="28575" cap="flat" cmpd="sng">
              <a:solidFill>
                <a:srgbClr val="FFCC00"/>
              </a:solidFill>
              <a:prstDash val="solid"/>
              <a:headEnd type="none" w="med" len="med"/>
              <a:tailEnd type="none" w="med" len="med"/>
            </a:ln>
          </p:spPr>
        </p:sp>
        <p:sp>
          <p:nvSpPr>
            <p:cNvPr id="78861" name="Line 100"/>
            <p:cNvSpPr/>
            <p:nvPr/>
          </p:nvSpPr>
          <p:spPr>
            <a:xfrm flipH="1">
              <a:off x="1370" y="2358"/>
              <a:ext cx="697" cy="1"/>
            </a:xfrm>
            <a:prstGeom prst="line">
              <a:avLst/>
            </a:prstGeom>
            <a:ln w="28575" cap="flat" cmpd="sng">
              <a:solidFill>
                <a:srgbClr val="FFCC00"/>
              </a:solidFill>
              <a:prstDash val="solid"/>
              <a:headEnd type="none" w="med" len="med"/>
              <a:tailEnd type="none" w="med" len="med"/>
            </a:ln>
          </p:spPr>
        </p:sp>
        <p:sp>
          <p:nvSpPr>
            <p:cNvPr id="78862" name="Line 101"/>
            <p:cNvSpPr/>
            <p:nvPr/>
          </p:nvSpPr>
          <p:spPr>
            <a:xfrm>
              <a:off x="4623" y="1631"/>
              <a:ext cx="697" cy="1"/>
            </a:xfrm>
            <a:prstGeom prst="line">
              <a:avLst/>
            </a:prstGeom>
            <a:ln w="28575" cap="flat" cmpd="sng">
              <a:solidFill>
                <a:srgbClr val="FFCC00"/>
              </a:solidFill>
              <a:prstDash val="solid"/>
              <a:headEnd type="none" w="med" len="med"/>
              <a:tailEnd type="none" w="med" len="med"/>
            </a:ln>
          </p:spPr>
        </p:sp>
        <p:sp>
          <p:nvSpPr>
            <p:cNvPr id="78863" name="Line 102"/>
            <p:cNvSpPr/>
            <p:nvPr/>
          </p:nvSpPr>
          <p:spPr>
            <a:xfrm>
              <a:off x="4635" y="2334"/>
              <a:ext cx="697" cy="1"/>
            </a:xfrm>
            <a:prstGeom prst="line">
              <a:avLst/>
            </a:prstGeom>
            <a:ln w="28575" cap="flat" cmpd="sng">
              <a:solidFill>
                <a:srgbClr val="FFCC00"/>
              </a:solidFill>
              <a:prstDash val="solid"/>
              <a:headEnd type="none" w="med" len="med"/>
              <a:tailEnd type="none" w="med" len="med"/>
            </a:ln>
          </p:spPr>
        </p:sp>
        <p:sp>
          <p:nvSpPr>
            <p:cNvPr id="78864" name="Rectangle 103"/>
            <p:cNvSpPr/>
            <p:nvPr/>
          </p:nvSpPr>
          <p:spPr>
            <a:xfrm>
              <a:off x="3288" y="1842"/>
              <a:ext cx="213" cy="269"/>
            </a:xfrm>
            <a:prstGeom prst="rect">
              <a:avLst/>
            </a:prstGeom>
            <a:noFill/>
            <a:ln w="28575">
              <a:noFill/>
            </a:ln>
          </p:spPr>
          <p:txBody>
            <a:bodyPr wrap="none" lIns="0" tIns="0" rIns="0" bIns="0">
              <a:spAutoFit/>
            </a:bodyPr>
            <a:p>
              <a:pPr algn="ctr"/>
              <a:r>
                <a:rPr lang="en-US" altLang="zh-CN" b="0" i="1" dirty="0">
                  <a:latin typeface="Times New Roman" panose="02020603050405020304" pitchFamily="18" charset="0"/>
                  <a:ea typeface="宋体" panose="02010600030101010101" pitchFamily="2" charset="-122"/>
                  <a:sym typeface="Symbol" panose="05050102010706020507" pitchFamily="18" charset="2"/>
                </a:rPr>
                <a:t>R</a:t>
              </a:r>
              <a:r>
                <a:rPr lang="en-US" altLang="zh-CN" b="0" baseline="-25000" dirty="0">
                  <a:latin typeface="Times New Roman" panose="02020603050405020304" pitchFamily="18" charset="0"/>
                  <a:ea typeface="宋体" panose="02010600030101010101" pitchFamily="2" charset="-122"/>
                  <a:sym typeface="Symbol" panose="05050102010706020507" pitchFamily="18" charset="2"/>
                </a:rPr>
                <a:t>4</a:t>
              </a:r>
              <a:endParaRPr lang="en-US" altLang="zh-CN" b="0" dirty="0">
                <a:latin typeface="Times New Roman" panose="02020603050405020304" pitchFamily="18" charset="0"/>
                <a:ea typeface="宋体" panose="02010600030101010101" pitchFamily="2" charset="-122"/>
              </a:endParaRPr>
            </a:p>
          </p:txBody>
        </p:sp>
        <p:sp>
          <p:nvSpPr>
            <p:cNvPr id="78865" name="Oval 104"/>
            <p:cNvSpPr/>
            <p:nvPr/>
          </p:nvSpPr>
          <p:spPr>
            <a:xfrm>
              <a:off x="2456" y="216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66" name="Oval 105"/>
            <p:cNvSpPr/>
            <p:nvPr/>
          </p:nvSpPr>
          <p:spPr>
            <a:xfrm>
              <a:off x="2456" y="286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67" name="Oval 106"/>
            <p:cNvSpPr/>
            <p:nvPr/>
          </p:nvSpPr>
          <p:spPr>
            <a:xfrm>
              <a:off x="4154" y="2869"/>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68" name="Oval 107"/>
            <p:cNvSpPr/>
            <p:nvPr/>
          </p:nvSpPr>
          <p:spPr>
            <a:xfrm>
              <a:off x="4154" y="216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69" name="Freeform 108"/>
            <p:cNvSpPr/>
            <p:nvPr/>
          </p:nvSpPr>
          <p:spPr>
            <a:xfrm>
              <a:off x="4208" y="1045"/>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CC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0" name="Freeform 109"/>
            <p:cNvSpPr/>
            <p:nvPr/>
          </p:nvSpPr>
          <p:spPr>
            <a:xfrm>
              <a:off x="4214" y="1741"/>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CC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1" name="Freeform 110"/>
            <p:cNvSpPr/>
            <p:nvPr/>
          </p:nvSpPr>
          <p:spPr>
            <a:xfrm flipH="1">
              <a:off x="2048" y="1045"/>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CC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2" name="Freeform 111"/>
            <p:cNvSpPr/>
            <p:nvPr/>
          </p:nvSpPr>
          <p:spPr>
            <a:xfrm flipH="1">
              <a:off x="2048" y="1753"/>
              <a:ext cx="420" cy="1152"/>
            </a:xfrm>
            <a:custGeom>
              <a:avLst/>
              <a:gdLst>
                <a:gd name="txL" fmla="*/ 0 w 420"/>
                <a:gd name="txT" fmla="*/ 0 h 1152"/>
                <a:gd name="txR" fmla="*/ 420 w 420"/>
                <a:gd name="txB" fmla="*/ 1152 h 1152"/>
              </a:gdLst>
              <a:ahLst/>
              <a:cxnLst>
                <a:cxn ang="0">
                  <a:pos x="0" y="0"/>
                </a:cxn>
                <a:cxn ang="0">
                  <a:pos x="420" y="588"/>
                </a:cxn>
                <a:cxn ang="0">
                  <a:pos x="6" y="1152"/>
                </a:cxn>
              </a:cxnLst>
              <a:rect l="txL" t="txT" r="txR" b="txB"/>
              <a:pathLst>
                <a:path w="420" h="1152">
                  <a:moveTo>
                    <a:pt x="0" y="0"/>
                  </a:moveTo>
                  <a:lnTo>
                    <a:pt x="420" y="588"/>
                  </a:lnTo>
                  <a:lnTo>
                    <a:pt x="6" y="1152"/>
                  </a:lnTo>
                </a:path>
              </a:pathLst>
            </a:custGeom>
            <a:noFill/>
            <a:ln w="28575" cap="flat" cmpd="sng">
              <a:solidFill>
                <a:srgbClr val="FFCC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3" name="Oval 112"/>
            <p:cNvSpPr/>
            <p:nvPr/>
          </p:nvSpPr>
          <p:spPr>
            <a:xfrm>
              <a:off x="1292" y="159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4" name="Oval 113"/>
            <p:cNvSpPr/>
            <p:nvPr/>
          </p:nvSpPr>
          <p:spPr>
            <a:xfrm>
              <a:off x="1304" y="231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5" name="Oval 114"/>
            <p:cNvSpPr/>
            <p:nvPr/>
          </p:nvSpPr>
          <p:spPr>
            <a:xfrm>
              <a:off x="5318" y="160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6" name="Oval 115"/>
            <p:cNvSpPr/>
            <p:nvPr/>
          </p:nvSpPr>
          <p:spPr>
            <a:xfrm>
              <a:off x="5324" y="229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77" name="Line 116"/>
            <p:cNvSpPr/>
            <p:nvPr/>
          </p:nvSpPr>
          <p:spPr>
            <a:xfrm>
              <a:off x="3334" y="1026"/>
              <a:ext cx="0" cy="680"/>
            </a:xfrm>
            <a:prstGeom prst="line">
              <a:avLst/>
            </a:prstGeom>
            <a:ln w="28575" cap="flat" cmpd="sng">
              <a:solidFill>
                <a:srgbClr val="FFCC00"/>
              </a:solidFill>
              <a:prstDash val="solid"/>
              <a:headEnd type="oval" w="med" len="med"/>
              <a:tailEnd type="oval" w="med" len="med"/>
            </a:ln>
          </p:spPr>
        </p:sp>
        <p:sp>
          <p:nvSpPr>
            <p:cNvPr id="78878" name="Line 117"/>
            <p:cNvSpPr/>
            <p:nvPr/>
          </p:nvSpPr>
          <p:spPr>
            <a:xfrm flipV="1">
              <a:off x="2517" y="1026"/>
              <a:ext cx="1633" cy="0"/>
            </a:xfrm>
            <a:prstGeom prst="line">
              <a:avLst/>
            </a:prstGeom>
            <a:ln w="28575" cap="flat" cmpd="sng">
              <a:solidFill>
                <a:srgbClr val="FFCC00"/>
              </a:solidFill>
              <a:prstDash val="solid"/>
              <a:headEnd type="none" w="med" len="med"/>
              <a:tailEnd type="none" w="med" len="med"/>
            </a:ln>
          </p:spPr>
        </p:sp>
        <p:sp>
          <p:nvSpPr>
            <p:cNvPr id="78879" name="Line 118"/>
            <p:cNvSpPr/>
            <p:nvPr/>
          </p:nvSpPr>
          <p:spPr>
            <a:xfrm>
              <a:off x="2522" y="1727"/>
              <a:ext cx="1636" cy="1"/>
            </a:xfrm>
            <a:prstGeom prst="line">
              <a:avLst/>
            </a:prstGeom>
            <a:ln w="28575" cap="flat" cmpd="sng">
              <a:solidFill>
                <a:srgbClr val="FFCC00"/>
              </a:solidFill>
              <a:prstDash val="solid"/>
              <a:headEnd type="none" w="med" len="med"/>
              <a:tailEnd type="none" w="med" len="med"/>
            </a:ln>
          </p:spPr>
        </p:sp>
        <p:sp>
          <p:nvSpPr>
            <p:cNvPr id="78880" name="Rectangle 119"/>
            <p:cNvSpPr/>
            <p:nvPr/>
          </p:nvSpPr>
          <p:spPr>
            <a:xfrm>
              <a:off x="2856" y="1081"/>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78881" name="Oval 120"/>
            <p:cNvSpPr/>
            <p:nvPr/>
          </p:nvSpPr>
          <p:spPr>
            <a:xfrm>
              <a:off x="2462" y="99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82" name="Oval 121"/>
            <p:cNvSpPr/>
            <p:nvPr/>
          </p:nvSpPr>
          <p:spPr>
            <a:xfrm>
              <a:off x="2462" y="1699"/>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83" name="Oval 122"/>
            <p:cNvSpPr/>
            <p:nvPr/>
          </p:nvSpPr>
          <p:spPr>
            <a:xfrm>
              <a:off x="4154" y="99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84" name="Oval 123"/>
            <p:cNvSpPr/>
            <p:nvPr/>
          </p:nvSpPr>
          <p:spPr>
            <a:xfrm>
              <a:off x="4160" y="169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8885" name="Rectangle 124"/>
            <p:cNvSpPr/>
            <p:nvPr/>
          </p:nvSpPr>
          <p:spPr>
            <a:xfrm>
              <a:off x="3552" y="1087"/>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78886" name="Rectangle 125"/>
            <p:cNvSpPr/>
            <p:nvPr/>
          </p:nvSpPr>
          <p:spPr>
            <a:xfrm>
              <a:off x="3379" y="1298"/>
              <a:ext cx="285" cy="269"/>
            </a:xfrm>
            <a:prstGeom prst="rect">
              <a:avLst/>
            </a:prstGeom>
            <a:noFill/>
            <a:ln w="28575">
              <a:noFill/>
            </a:ln>
          </p:spPr>
          <p:txBody>
            <a:bodyPr lIns="0" tIns="0" rIns="0" bIns="0">
              <a:spAutoFit/>
            </a:bodyPr>
            <a:p>
              <a:pPr algn="ctr"/>
              <a:r>
                <a:rPr lang="en-US" altLang="zh-CN" b="0" i="1" dirty="0">
                  <a:latin typeface="Times New Roman" panose="02020603050405020304" pitchFamily="18" charset="0"/>
                  <a:ea typeface="宋体" panose="02010600030101010101" pitchFamily="2" charset="-122"/>
                </a:rPr>
                <a:t>R</a:t>
              </a:r>
              <a:r>
                <a:rPr lang="en-US" altLang="zh-CN" b="0" baseline="-25000" dirty="0">
                  <a:latin typeface="Times New Roman" panose="02020603050405020304" pitchFamily="18" charset="0"/>
                  <a:ea typeface="宋体" panose="02010600030101010101" pitchFamily="2" charset="-122"/>
                </a:rPr>
                <a:t>3</a:t>
              </a:r>
              <a:endParaRPr lang="en-US" altLang="zh-CN" b="0" dirty="0">
                <a:latin typeface="Times New Roman" panose="02020603050405020304" pitchFamily="18" charset="0"/>
                <a:ea typeface="宋体" panose="02010600030101010101" pitchFamily="2" charset="-122"/>
              </a:endParaRPr>
            </a:p>
          </p:txBody>
        </p:sp>
        <p:sp>
          <p:nvSpPr>
            <p:cNvPr id="78887" name="Rectangle 126"/>
            <p:cNvSpPr/>
            <p:nvPr/>
          </p:nvSpPr>
          <p:spPr>
            <a:xfrm>
              <a:off x="3198" y="211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8888" name="Rectangle 127"/>
            <p:cNvSpPr/>
            <p:nvPr/>
          </p:nvSpPr>
          <p:spPr>
            <a:xfrm>
              <a:off x="3560" y="98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8889" name="Rectangle 128"/>
            <p:cNvSpPr/>
            <p:nvPr/>
          </p:nvSpPr>
          <p:spPr>
            <a:xfrm>
              <a:off x="2789" y="98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8890" name="Rectangle 129"/>
            <p:cNvSpPr/>
            <p:nvPr/>
          </p:nvSpPr>
          <p:spPr>
            <a:xfrm>
              <a:off x="3252" y="120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78855" name="Group 133"/>
          <p:cNvGrpSpPr/>
          <p:nvPr/>
        </p:nvGrpSpPr>
        <p:grpSpPr>
          <a:xfrm>
            <a:off x="6588125" y="6446838"/>
            <a:ext cx="792163" cy="366712"/>
            <a:chOff x="4649" y="4020"/>
            <a:chExt cx="499" cy="231"/>
          </a:xfrm>
        </p:grpSpPr>
        <p:pic>
          <p:nvPicPr>
            <p:cNvPr id="78856" name="Picture 13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8857" name="Text Box 13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p:cTn id="7" dur="1000" fill="hold"/>
                                        <p:tgtEl>
                                          <p:spTgt spid="53250"/>
                                        </p:tgtEl>
                                        <p:attrNameLst>
                                          <p:attrName>ppt_w</p:attrName>
                                        </p:attrNameLst>
                                      </p:cBhvr>
                                      <p:tavLst>
                                        <p:tav tm="0">
                                          <p:val>
                                            <p:fltVal val="0.000000"/>
                                          </p:val>
                                        </p:tav>
                                        <p:tav tm="100000">
                                          <p:val>
                                            <p:strVal val="#ppt_w"/>
                                          </p:val>
                                        </p:tav>
                                      </p:tavLst>
                                    </p:anim>
                                    <p:anim calcmode="lin" valueType="num">
                                      <p:cBhvr>
                                        <p:cTn id="8" dur="1000" fill="hold"/>
                                        <p:tgtEl>
                                          <p:spTgt spid="53250"/>
                                        </p:tgtEl>
                                        <p:attrNameLst>
                                          <p:attrName>ppt_h</p:attrName>
                                        </p:attrNameLst>
                                      </p:cBhvr>
                                      <p:tavLst>
                                        <p:tav tm="0">
                                          <p:val>
                                            <p:fltVal val="0.000000"/>
                                          </p:val>
                                        </p:tav>
                                        <p:tav tm="100000">
                                          <p:val>
                                            <p:strVal val="#ppt_h"/>
                                          </p:val>
                                        </p:tav>
                                      </p:tavLst>
                                    </p:anim>
                                    <p:anim calcmode="lin" valueType="num">
                                      <p:cBhvr>
                                        <p:cTn id="9" dur="1000" fill="hold"/>
                                        <p:tgtEl>
                                          <p:spTgt spid="5325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325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ext Box 2"/>
          <p:cNvSpPr txBox="1"/>
          <p:nvPr/>
        </p:nvSpPr>
        <p:spPr>
          <a:xfrm>
            <a:off x="395288" y="620713"/>
            <a:ext cx="1689100" cy="579437"/>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3.</a:t>
            </a:r>
            <a:r>
              <a:rPr lang="zh-CN" altLang="en-US" sz="3200" dirty="0">
                <a:latin typeface="楷体_GB2312" pitchFamily="49" charset="-122"/>
              </a:rPr>
              <a:t>串联</a:t>
            </a:r>
            <a:endParaRPr lang="zh-CN" altLang="en-US" sz="3200" dirty="0">
              <a:latin typeface="楷体_GB2312" pitchFamily="49" charset="-122"/>
            </a:endParaRPr>
          </a:p>
        </p:txBody>
      </p:sp>
      <p:grpSp>
        <p:nvGrpSpPr>
          <p:cNvPr id="2" name="Group 90"/>
          <p:cNvGrpSpPr/>
          <p:nvPr/>
        </p:nvGrpSpPr>
        <p:grpSpPr>
          <a:xfrm>
            <a:off x="3059113" y="549275"/>
            <a:ext cx="3038475" cy="1841500"/>
            <a:chOff x="1927" y="346"/>
            <a:chExt cx="1914" cy="1160"/>
          </a:xfrm>
        </p:grpSpPr>
        <p:sp>
          <p:nvSpPr>
            <p:cNvPr id="50241" name="Rectangle 4"/>
            <p:cNvSpPr/>
            <p:nvPr/>
          </p:nvSpPr>
          <p:spPr>
            <a:xfrm>
              <a:off x="2493" y="674"/>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50242" name="Rectangle 5"/>
            <p:cNvSpPr/>
            <p:nvPr/>
          </p:nvSpPr>
          <p:spPr>
            <a:xfrm>
              <a:off x="2726" y="871"/>
              <a:ext cx="256" cy="346"/>
            </a:xfrm>
            <a:prstGeom prst="rect">
              <a:avLst/>
            </a:prstGeom>
            <a:noFill/>
            <a:ln w="28575">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50243" name="Line 6"/>
            <p:cNvSpPr/>
            <p:nvPr/>
          </p:nvSpPr>
          <p:spPr>
            <a:xfrm>
              <a:off x="2087" y="792"/>
              <a:ext cx="418" cy="1"/>
            </a:xfrm>
            <a:prstGeom prst="line">
              <a:avLst/>
            </a:prstGeom>
            <a:ln w="28575" cap="flat" cmpd="sng">
              <a:solidFill>
                <a:srgbClr val="FFCC00"/>
              </a:solidFill>
              <a:prstDash val="solid"/>
              <a:headEnd type="none" w="med" len="med"/>
              <a:tailEnd type="none" w="med" len="med"/>
            </a:ln>
          </p:spPr>
        </p:sp>
        <p:sp>
          <p:nvSpPr>
            <p:cNvPr id="50244" name="Line 7"/>
            <p:cNvSpPr/>
            <p:nvPr/>
          </p:nvSpPr>
          <p:spPr>
            <a:xfrm flipV="1">
              <a:off x="2081" y="1382"/>
              <a:ext cx="418" cy="0"/>
            </a:xfrm>
            <a:prstGeom prst="line">
              <a:avLst/>
            </a:prstGeom>
            <a:ln w="28575" cap="flat" cmpd="sng">
              <a:solidFill>
                <a:srgbClr val="FFCC00"/>
              </a:solidFill>
              <a:prstDash val="solid"/>
              <a:headEnd type="none" w="med" len="med"/>
              <a:tailEnd type="none" w="med" len="med"/>
            </a:ln>
          </p:spPr>
        </p:sp>
        <p:sp>
          <p:nvSpPr>
            <p:cNvPr id="50245" name="Line 8"/>
            <p:cNvSpPr/>
            <p:nvPr/>
          </p:nvSpPr>
          <p:spPr>
            <a:xfrm>
              <a:off x="2154" y="790"/>
              <a:ext cx="294" cy="0"/>
            </a:xfrm>
            <a:prstGeom prst="line">
              <a:avLst/>
            </a:prstGeom>
            <a:ln w="28575" cap="flat" cmpd="sng">
              <a:solidFill>
                <a:srgbClr val="00FFFF"/>
              </a:solidFill>
              <a:prstDash val="solid"/>
              <a:headEnd type="none" w="med" len="med"/>
              <a:tailEnd type="triangle" w="med" len="med"/>
            </a:ln>
          </p:spPr>
        </p:sp>
        <p:sp>
          <p:nvSpPr>
            <p:cNvPr id="50246" name="Text Box 9"/>
            <p:cNvSpPr txBox="1"/>
            <p:nvPr/>
          </p:nvSpPr>
          <p:spPr>
            <a:xfrm>
              <a:off x="1928" y="770"/>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0247" name="Text Box 10"/>
            <p:cNvSpPr txBox="1"/>
            <p:nvPr/>
          </p:nvSpPr>
          <p:spPr>
            <a:xfrm>
              <a:off x="1933" y="1134"/>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50248" name="Line 11"/>
            <p:cNvSpPr/>
            <p:nvPr/>
          </p:nvSpPr>
          <p:spPr>
            <a:xfrm flipV="1">
              <a:off x="3208" y="801"/>
              <a:ext cx="418" cy="5"/>
            </a:xfrm>
            <a:prstGeom prst="line">
              <a:avLst/>
            </a:prstGeom>
            <a:ln w="28575" cap="flat" cmpd="sng">
              <a:solidFill>
                <a:srgbClr val="FFCC00"/>
              </a:solidFill>
              <a:prstDash val="solid"/>
              <a:headEnd type="none" w="med" len="med"/>
              <a:tailEnd type="none" w="med" len="med"/>
            </a:ln>
          </p:spPr>
        </p:sp>
        <p:sp>
          <p:nvSpPr>
            <p:cNvPr id="50249" name="Line 12"/>
            <p:cNvSpPr/>
            <p:nvPr/>
          </p:nvSpPr>
          <p:spPr>
            <a:xfrm>
              <a:off x="3212" y="1387"/>
              <a:ext cx="418" cy="1"/>
            </a:xfrm>
            <a:prstGeom prst="line">
              <a:avLst/>
            </a:prstGeom>
            <a:ln w="28575" cap="flat" cmpd="sng">
              <a:solidFill>
                <a:srgbClr val="FFCC00"/>
              </a:solidFill>
              <a:prstDash val="solid"/>
              <a:headEnd type="none" w="med" len="med"/>
              <a:tailEnd type="none" w="med" len="med"/>
            </a:ln>
          </p:spPr>
        </p:sp>
        <p:sp>
          <p:nvSpPr>
            <p:cNvPr id="50250" name="Line 13"/>
            <p:cNvSpPr/>
            <p:nvPr/>
          </p:nvSpPr>
          <p:spPr>
            <a:xfrm flipH="1">
              <a:off x="3243" y="799"/>
              <a:ext cx="294" cy="0"/>
            </a:xfrm>
            <a:prstGeom prst="line">
              <a:avLst/>
            </a:prstGeom>
            <a:ln w="28575" cap="flat" cmpd="sng">
              <a:solidFill>
                <a:srgbClr val="00FFFF"/>
              </a:solidFill>
              <a:prstDash val="solid"/>
              <a:headEnd type="none" w="med" len="med"/>
              <a:tailEnd type="triangle" w="med" len="med"/>
            </a:ln>
          </p:spPr>
        </p:sp>
        <p:sp>
          <p:nvSpPr>
            <p:cNvPr id="50251" name="Text Box 14"/>
            <p:cNvSpPr txBox="1"/>
            <p:nvPr/>
          </p:nvSpPr>
          <p:spPr>
            <a:xfrm>
              <a:off x="3548" y="776"/>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0252" name="Text Box 15"/>
            <p:cNvSpPr txBox="1"/>
            <p:nvPr/>
          </p:nvSpPr>
          <p:spPr>
            <a:xfrm>
              <a:off x="3559" y="1122"/>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50188" name="Object 16"/>
            <p:cNvGraphicFramePr/>
            <p:nvPr/>
          </p:nvGraphicFramePr>
          <p:xfrm>
            <a:off x="2200" y="346"/>
            <a:ext cx="208" cy="417"/>
          </p:xfrm>
          <a:graphic>
            <a:graphicData uri="http://schemas.openxmlformats.org/presentationml/2006/ole">
              <mc:AlternateContent xmlns:mc="http://schemas.openxmlformats.org/markup-compatibility/2006">
                <mc:Choice xmlns:v="urn:schemas-microsoft-com:vml" Requires="v">
                  <p:oleObj spid="_x0000_s3435" name="" r:id="rId1" imgW="165100" imgH="329565" progId="Equation.3">
                    <p:embed/>
                  </p:oleObj>
                </mc:Choice>
                <mc:Fallback>
                  <p:oleObj name="" r:id="rId1" imgW="165100" imgH="329565" progId="Equation.3">
                    <p:embed/>
                    <p:pic>
                      <p:nvPicPr>
                        <p:cNvPr id="0" name="图片 3434"/>
                        <p:cNvPicPr/>
                        <p:nvPr/>
                      </p:nvPicPr>
                      <p:blipFill>
                        <a:blip r:embed="rId2">
                          <a:clrChange>
                            <a:clrFrom>
                              <a:srgbClr val="000000"/>
                            </a:clrFrom>
                            <a:clrTo>
                              <a:srgbClr val="FFFFFF"/>
                            </a:clrTo>
                          </a:clrChange>
                        </a:blip>
                        <a:stretch>
                          <a:fillRect/>
                        </a:stretch>
                      </p:blipFill>
                      <p:spPr>
                        <a:xfrm>
                          <a:off x="2200" y="346"/>
                          <a:ext cx="208" cy="417"/>
                        </a:xfrm>
                        <a:prstGeom prst="rect">
                          <a:avLst/>
                        </a:prstGeom>
                        <a:noFill/>
                        <a:ln w="38100">
                          <a:noFill/>
                          <a:miter/>
                        </a:ln>
                      </p:spPr>
                    </p:pic>
                  </p:oleObj>
                </mc:Fallback>
              </mc:AlternateContent>
            </a:graphicData>
          </a:graphic>
        </p:graphicFrame>
        <p:sp>
          <p:nvSpPr>
            <p:cNvPr id="50253" name="Oval 17"/>
            <p:cNvSpPr/>
            <p:nvPr/>
          </p:nvSpPr>
          <p:spPr>
            <a:xfrm>
              <a:off x="2013" y="75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54" name="Oval 18"/>
            <p:cNvSpPr/>
            <p:nvPr/>
          </p:nvSpPr>
          <p:spPr>
            <a:xfrm>
              <a:off x="2013" y="1349"/>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55" name="Oval 19"/>
            <p:cNvSpPr/>
            <p:nvPr/>
          </p:nvSpPr>
          <p:spPr>
            <a:xfrm>
              <a:off x="3627" y="76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56" name="Oval 20"/>
            <p:cNvSpPr/>
            <p:nvPr/>
          </p:nvSpPr>
          <p:spPr>
            <a:xfrm>
              <a:off x="3633" y="1349"/>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0189" name="Object 21"/>
            <p:cNvGraphicFramePr/>
            <p:nvPr/>
          </p:nvGraphicFramePr>
          <p:xfrm>
            <a:off x="3288" y="391"/>
            <a:ext cx="240" cy="417"/>
          </p:xfrm>
          <a:graphic>
            <a:graphicData uri="http://schemas.openxmlformats.org/presentationml/2006/ole">
              <mc:AlternateContent xmlns:mc="http://schemas.openxmlformats.org/markup-compatibility/2006">
                <mc:Choice xmlns:v="urn:schemas-microsoft-com:vml" Requires="v">
                  <p:oleObj spid="_x0000_s3439" name="" r:id="rId3" imgW="190500" imgH="330200" progId="Equation.3">
                    <p:embed/>
                  </p:oleObj>
                </mc:Choice>
                <mc:Fallback>
                  <p:oleObj name="" r:id="rId3" imgW="190500" imgH="330200" progId="Equation.3">
                    <p:embed/>
                    <p:pic>
                      <p:nvPicPr>
                        <p:cNvPr id="0" name="图片 3438"/>
                        <p:cNvPicPr/>
                        <p:nvPr/>
                      </p:nvPicPr>
                      <p:blipFill>
                        <a:blip r:embed="rId4">
                          <a:clrChange>
                            <a:clrFrom>
                              <a:srgbClr val="000000"/>
                            </a:clrFrom>
                            <a:clrTo>
                              <a:srgbClr val="FFFFFF"/>
                            </a:clrTo>
                          </a:clrChange>
                        </a:blip>
                        <a:stretch>
                          <a:fillRect/>
                        </a:stretch>
                      </p:blipFill>
                      <p:spPr>
                        <a:xfrm>
                          <a:off x="3288" y="391"/>
                          <a:ext cx="240" cy="417"/>
                        </a:xfrm>
                        <a:prstGeom prst="rect">
                          <a:avLst/>
                        </a:prstGeom>
                        <a:noFill/>
                        <a:ln w="38100">
                          <a:noFill/>
                          <a:miter/>
                        </a:ln>
                      </p:spPr>
                    </p:pic>
                  </p:oleObj>
                </mc:Fallback>
              </mc:AlternateContent>
            </a:graphicData>
          </a:graphic>
        </p:graphicFrame>
        <p:graphicFrame>
          <p:nvGraphicFramePr>
            <p:cNvPr id="50190" name="Object 22"/>
            <p:cNvGraphicFramePr/>
            <p:nvPr/>
          </p:nvGraphicFramePr>
          <p:xfrm>
            <a:off x="3537" y="846"/>
            <a:ext cx="304" cy="417"/>
          </p:xfrm>
          <a:graphic>
            <a:graphicData uri="http://schemas.openxmlformats.org/presentationml/2006/ole">
              <mc:AlternateContent xmlns:mc="http://schemas.openxmlformats.org/markup-compatibility/2006">
                <mc:Choice xmlns:v="urn:schemas-microsoft-com:vml" Requires="v">
                  <p:oleObj spid="_x0000_s3434" name="" r:id="rId5" imgW="241300" imgH="330200" progId="Equation.3">
                    <p:embed/>
                  </p:oleObj>
                </mc:Choice>
                <mc:Fallback>
                  <p:oleObj name="" r:id="rId5" imgW="241300" imgH="330200" progId="Equation.3">
                    <p:embed/>
                    <p:pic>
                      <p:nvPicPr>
                        <p:cNvPr id="0" name="图片 3433"/>
                        <p:cNvPicPr/>
                        <p:nvPr/>
                      </p:nvPicPr>
                      <p:blipFill>
                        <a:blip r:embed="rId6">
                          <a:clrChange>
                            <a:clrFrom>
                              <a:srgbClr val="000000"/>
                            </a:clrFrom>
                            <a:clrTo>
                              <a:srgbClr val="FFFFFF"/>
                            </a:clrTo>
                          </a:clrChange>
                        </a:blip>
                        <a:stretch>
                          <a:fillRect/>
                        </a:stretch>
                      </p:blipFill>
                      <p:spPr>
                        <a:xfrm>
                          <a:off x="3537" y="846"/>
                          <a:ext cx="304" cy="417"/>
                        </a:xfrm>
                        <a:prstGeom prst="rect">
                          <a:avLst/>
                        </a:prstGeom>
                        <a:noFill/>
                        <a:ln w="38100">
                          <a:noFill/>
                          <a:miter/>
                        </a:ln>
                      </p:spPr>
                    </p:pic>
                  </p:oleObj>
                </mc:Fallback>
              </mc:AlternateContent>
            </a:graphicData>
          </a:graphic>
        </p:graphicFrame>
        <p:graphicFrame>
          <p:nvGraphicFramePr>
            <p:cNvPr id="50191" name="Object 23"/>
            <p:cNvGraphicFramePr/>
            <p:nvPr/>
          </p:nvGraphicFramePr>
          <p:xfrm>
            <a:off x="1927" y="840"/>
            <a:ext cx="272" cy="417"/>
          </p:xfrm>
          <a:graphic>
            <a:graphicData uri="http://schemas.openxmlformats.org/presentationml/2006/ole">
              <mc:AlternateContent xmlns:mc="http://schemas.openxmlformats.org/markup-compatibility/2006">
                <mc:Choice xmlns:v="urn:schemas-microsoft-com:vml" Requires="v">
                  <p:oleObj spid="_x0000_s3438" name="" r:id="rId7" imgW="215900" imgH="329565" progId="Equation.3">
                    <p:embed/>
                  </p:oleObj>
                </mc:Choice>
                <mc:Fallback>
                  <p:oleObj name="" r:id="rId7" imgW="215900" imgH="329565" progId="Equation.3">
                    <p:embed/>
                    <p:pic>
                      <p:nvPicPr>
                        <p:cNvPr id="0" name="图片 3437"/>
                        <p:cNvPicPr/>
                        <p:nvPr/>
                      </p:nvPicPr>
                      <p:blipFill>
                        <a:blip r:embed="rId8">
                          <a:clrChange>
                            <a:clrFrom>
                              <a:srgbClr val="000000"/>
                            </a:clrFrom>
                            <a:clrTo>
                              <a:srgbClr val="FFFFFF"/>
                            </a:clrTo>
                          </a:clrChange>
                        </a:blip>
                        <a:stretch>
                          <a:fillRect/>
                        </a:stretch>
                      </p:blipFill>
                      <p:spPr>
                        <a:xfrm>
                          <a:off x="1927" y="840"/>
                          <a:ext cx="272" cy="417"/>
                        </a:xfrm>
                        <a:prstGeom prst="rect">
                          <a:avLst/>
                        </a:prstGeom>
                        <a:noFill/>
                        <a:ln w="38100">
                          <a:noFill/>
                          <a:miter/>
                        </a:ln>
                      </p:spPr>
                    </p:pic>
                  </p:oleObj>
                </mc:Fallback>
              </mc:AlternateContent>
            </a:graphicData>
          </a:graphic>
        </p:graphicFrame>
      </p:grpSp>
      <p:grpSp>
        <p:nvGrpSpPr>
          <p:cNvPr id="3" name="Group 92"/>
          <p:cNvGrpSpPr/>
          <p:nvPr/>
        </p:nvGrpSpPr>
        <p:grpSpPr>
          <a:xfrm>
            <a:off x="2055813" y="692150"/>
            <a:ext cx="1184275" cy="3197225"/>
            <a:chOff x="1295" y="436"/>
            <a:chExt cx="746" cy="2014"/>
          </a:xfrm>
        </p:grpSpPr>
        <p:sp>
          <p:nvSpPr>
            <p:cNvPr id="50234" name="Line 25"/>
            <p:cNvSpPr/>
            <p:nvPr/>
          </p:nvSpPr>
          <p:spPr>
            <a:xfrm>
              <a:off x="1461" y="793"/>
              <a:ext cx="574" cy="1"/>
            </a:xfrm>
            <a:prstGeom prst="line">
              <a:avLst/>
            </a:prstGeom>
            <a:ln w="28575" cap="flat" cmpd="sng">
              <a:solidFill>
                <a:srgbClr val="FF3300"/>
              </a:solidFill>
              <a:prstDash val="solid"/>
              <a:headEnd type="none" w="med" len="med"/>
              <a:tailEnd type="none" w="med" len="med"/>
            </a:ln>
          </p:spPr>
        </p:sp>
        <p:sp>
          <p:nvSpPr>
            <p:cNvPr id="50235" name="Line 26"/>
            <p:cNvSpPr/>
            <p:nvPr/>
          </p:nvSpPr>
          <p:spPr>
            <a:xfrm flipV="1">
              <a:off x="1479" y="2421"/>
              <a:ext cx="562" cy="0"/>
            </a:xfrm>
            <a:prstGeom prst="line">
              <a:avLst/>
            </a:prstGeom>
            <a:ln w="28575" cap="flat" cmpd="sng">
              <a:solidFill>
                <a:srgbClr val="FF3300"/>
              </a:solidFill>
              <a:prstDash val="solid"/>
              <a:headEnd type="none" w="med" len="med"/>
              <a:tailEnd type="none" w="med" len="med"/>
            </a:ln>
          </p:spPr>
        </p:sp>
        <p:sp>
          <p:nvSpPr>
            <p:cNvPr id="50236" name="Line 27"/>
            <p:cNvSpPr/>
            <p:nvPr/>
          </p:nvSpPr>
          <p:spPr>
            <a:xfrm>
              <a:off x="1519" y="790"/>
              <a:ext cx="294" cy="0"/>
            </a:xfrm>
            <a:prstGeom prst="line">
              <a:avLst/>
            </a:prstGeom>
            <a:ln w="28575" cap="flat" cmpd="sng">
              <a:solidFill>
                <a:srgbClr val="00FFFF"/>
              </a:solidFill>
              <a:prstDash val="solid"/>
              <a:headEnd type="none" w="med" len="med"/>
              <a:tailEnd type="triangle" w="med" len="med"/>
            </a:ln>
          </p:spPr>
        </p:sp>
        <p:sp>
          <p:nvSpPr>
            <p:cNvPr id="50237" name="Text Box 28"/>
            <p:cNvSpPr txBox="1"/>
            <p:nvPr/>
          </p:nvSpPr>
          <p:spPr>
            <a:xfrm>
              <a:off x="1302" y="849"/>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50238" name="Text Box 29"/>
            <p:cNvSpPr txBox="1"/>
            <p:nvPr/>
          </p:nvSpPr>
          <p:spPr>
            <a:xfrm>
              <a:off x="1325" y="2005"/>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graphicFrame>
          <p:nvGraphicFramePr>
            <p:cNvPr id="50186" name="Object 30"/>
            <p:cNvGraphicFramePr/>
            <p:nvPr/>
          </p:nvGraphicFramePr>
          <p:xfrm>
            <a:off x="1565" y="436"/>
            <a:ext cx="208" cy="371"/>
          </p:xfrm>
          <a:graphic>
            <a:graphicData uri="http://schemas.openxmlformats.org/presentationml/2006/ole">
              <mc:AlternateContent xmlns:mc="http://schemas.openxmlformats.org/markup-compatibility/2006">
                <mc:Choice xmlns:v="urn:schemas-microsoft-com:vml" Requires="v">
                  <p:oleObj spid="_x0000_s3436" name="" r:id="rId9" imgW="165100" imgH="291465" progId="Equation.3">
                    <p:embed/>
                  </p:oleObj>
                </mc:Choice>
                <mc:Fallback>
                  <p:oleObj name="" r:id="rId9" imgW="165100" imgH="291465" progId="Equation.3">
                    <p:embed/>
                    <p:pic>
                      <p:nvPicPr>
                        <p:cNvPr id="0" name="图片 3435"/>
                        <p:cNvPicPr/>
                        <p:nvPr/>
                      </p:nvPicPr>
                      <p:blipFill>
                        <a:blip r:embed="rId10">
                          <a:clrChange>
                            <a:clrFrom>
                              <a:srgbClr val="000000"/>
                            </a:clrFrom>
                            <a:clrTo>
                              <a:srgbClr val="FFFF00"/>
                            </a:clrTo>
                          </a:clrChange>
                        </a:blip>
                        <a:stretch>
                          <a:fillRect/>
                        </a:stretch>
                      </p:blipFill>
                      <p:spPr>
                        <a:xfrm>
                          <a:off x="1565" y="436"/>
                          <a:ext cx="208" cy="371"/>
                        </a:xfrm>
                        <a:prstGeom prst="rect">
                          <a:avLst/>
                        </a:prstGeom>
                        <a:noFill/>
                        <a:ln w="38100">
                          <a:noFill/>
                          <a:miter/>
                        </a:ln>
                      </p:spPr>
                    </p:pic>
                  </p:oleObj>
                </mc:Fallback>
              </mc:AlternateContent>
            </a:graphicData>
          </a:graphic>
        </p:graphicFrame>
        <p:sp>
          <p:nvSpPr>
            <p:cNvPr id="50239" name="Oval 31"/>
            <p:cNvSpPr/>
            <p:nvPr/>
          </p:nvSpPr>
          <p:spPr>
            <a:xfrm>
              <a:off x="1387" y="756"/>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40" name="Oval 32"/>
            <p:cNvSpPr/>
            <p:nvPr/>
          </p:nvSpPr>
          <p:spPr>
            <a:xfrm>
              <a:off x="1405" y="2382"/>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0187" name="Object 33"/>
            <p:cNvGraphicFramePr/>
            <p:nvPr/>
          </p:nvGraphicFramePr>
          <p:xfrm>
            <a:off x="1295" y="1380"/>
            <a:ext cx="272" cy="371"/>
          </p:xfrm>
          <a:graphic>
            <a:graphicData uri="http://schemas.openxmlformats.org/presentationml/2006/ole">
              <mc:AlternateContent xmlns:mc="http://schemas.openxmlformats.org/markup-compatibility/2006">
                <mc:Choice xmlns:v="urn:schemas-microsoft-com:vml" Requires="v">
                  <p:oleObj spid="_x0000_s3437" name="" r:id="rId11" imgW="215900" imgH="291465" progId="Equation.3">
                    <p:embed/>
                  </p:oleObj>
                </mc:Choice>
                <mc:Fallback>
                  <p:oleObj name="" r:id="rId11" imgW="215900" imgH="291465" progId="Equation.3">
                    <p:embed/>
                    <p:pic>
                      <p:nvPicPr>
                        <p:cNvPr id="0" name="图片 3436"/>
                        <p:cNvPicPr/>
                        <p:nvPr/>
                      </p:nvPicPr>
                      <p:blipFill>
                        <a:blip r:embed="rId12">
                          <a:clrChange>
                            <a:clrFrom>
                              <a:srgbClr val="000000"/>
                            </a:clrFrom>
                            <a:clrTo>
                              <a:srgbClr val="FFFF00"/>
                            </a:clrTo>
                          </a:clrChange>
                        </a:blip>
                        <a:stretch>
                          <a:fillRect/>
                        </a:stretch>
                      </p:blipFill>
                      <p:spPr>
                        <a:xfrm>
                          <a:off x="1295" y="1380"/>
                          <a:ext cx="272" cy="371"/>
                        </a:xfrm>
                        <a:prstGeom prst="rect">
                          <a:avLst/>
                        </a:prstGeom>
                        <a:noFill/>
                        <a:ln w="38100">
                          <a:noFill/>
                          <a:miter/>
                        </a:ln>
                      </p:spPr>
                    </p:pic>
                  </p:oleObj>
                </mc:Fallback>
              </mc:AlternateContent>
            </a:graphicData>
          </a:graphic>
        </p:graphicFrame>
      </p:grpSp>
      <p:grpSp>
        <p:nvGrpSpPr>
          <p:cNvPr id="4" name="Group 93"/>
          <p:cNvGrpSpPr/>
          <p:nvPr/>
        </p:nvGrpSpPr>
        <p:grpSpPr>
          <a:xfrm>
            <a:off x="5878513" y="692150"/>
            <a:ext cx="1214437" cy="3206750"/>
            <a:chOff x="3703" y="436"/>
            <a:chExt cx="765" cy="2020"/>
          </a:xfrm>
        </p:grpSpPr>
        <p:sp>
          <p:nvSpPr>
            <p:cNvPr id="50227" name="Line 35"/>
            <p:cNvSpPr/>
            <p:nvPr/>
          </p:nvSpPr>
          <p:spPr>
            <a:xfrm>
              <a:off x="3703" y="813"/>
              <a:ext cx="556" cy="1"/>
            </a:xfrm>
            <a:prstGeom prst="line">
              <a:avLst/>
            </a:prstGeom>
            <a:ln w="28575" cap="flat" cmpd="sng">
              <a:solidFill>
                <a:srgbClr val="FF3300"/>
              </a:solidFill>
              <a:prstDash val="solid"/>
              <a:headEnd type="none" w="med" len="med"/>
              <a:tailEnd type="none" w="med" len="med"/>
            </a:ln>
          </p:spPr>
        </p:sp>
        <p:sp>
          <p:nvSpPr>
            <p:cNvPr id="50228" name="Line 36"/>
            <p:cNvSpPr/>
            <p:nvPr/>
          </p:nvSpPr>
          <p:spPr>
            <a:xfrm>
              <a:off x="3713" y="2426"/>
              <a:ext cx="550" cy="1"/>
            </a:xfrm>
            <a:prstGeom prst="line">
              <a:avLst/>
            </a:prstGeom>
            <a:ln w="28575" cap="flat" cmpd="sng">
              <a:solidFill>
                <a:srgbClr val="FF3300"/>
              </a:solidFill>
              <a:prstDash val="solid"/>
              <a:headEnd type="none" w="med" len="med"/>
              <a:tailEnd type="none" w="med" len="med"/>
            </a:ln>
          </p:spPr>
        </p:sp>
        <p:sp>
          <p:nvSpPr>
            <p:cNvPr id="50229" name="Line 37"/>
            <p:cNvSpPr/>
            <p:nvPr/>
          </p:nvSpPr>
          <p:spPr>
            <a:xfrm flipH="1">
              <a:off x="3878" y="817"/>
              <a:ext cx="294" cy="0"/>
            </a:xfrm>
            <a:prstGeom prst="line">
              <a:avLst/>
            </a:prstGeom>
            <a:ln w="28575" cap="flat" cmpd="sng">
              <a:solidFill>
                <a:srgbClr val="00FFFF"/>
              </a:solidFill>
              <a:prstDash val="solid"/>
              <a:headEnd type="none" w="med" len="med"/>
              <a:tailEnd type="triangle" w="med" len="med"/>
            </a:ln>
          </p:spPr>
        </p:sp>
        <p:sp>
          <p:nvSpPr>
            <p:cNvPr id="50230" name="Text Box 38"/>
            <p:cNvSpPr txBox="1"/>
            <p:nvPr/>
          </p:nvSpPr>
          <p:spPr>
            <a:xfrm>
              <a:off x="4157" y="879"/>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50231" name="Text Box 39"/>
            <p:cNvSpPr txBox="1"/>
            <p:nvPr/>
          </p:nvSpPr>
          <p:spPr>
            <a:xfrm>
              <a:off x="4186" y="2101"/>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50232" name="Oval 40"/>
            <p:cNvSpPr/>
            <p:nvPr/>
          </p:nvSpPr>
          <p:spPr>
            <a:xfrm>
              <a:off x="4254" y="774"/>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33" name="Oval 41"/>
            <p:cNvSpPr/>
            <p:nvPr/>
          </p:nvSpPr>
          <p:spPr>
            <a:xfrm>
              <a:off x="4266" y="2388"/>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0184" name="Object 42"/>
            <p:cNvGraphicFramePr/>
            <p:nvPr/>
          </p:nvGraphicFramePr>
          <p:xfrm>
            <a:off x="3969" y="436"/>
            <a:ext cx="240" cy="370"/>
          </p:xfrm>
          <a:graphic>
            <a:graphicData uri="http://schemas.openxmlformats.org/presentationml/2006/ole">
              <mc:AlternateContent xmlns:mc="http://schemas.openxmlformats.org/markup-compatibility/2006">
                <mc:Choice xmlns:v="urn:schemas-microsoft-com:vml" Requires="v">
                  <p:oleObj spid="_x0000_s3442" name="" r:id="rId13" imgW="190500" imgH="292100" progId="Equation.3">
                    <p:embed/>
                  </p:oleObj>
                </mc:Choice>
                <mc:Fallback>
                  <p:oleObj name="" r:id="rId13" imgW="190500" imgH="292100" progId="Equation.3">
                    <p:embed/>
                    <p:pic>
                      <p:nvPicPr>
                        <p:cNvPr id="0" name="图片 3441"/>
                        <p:cNvPicPr/>
                        <p:nvPr/>
                      </p:nvPicPr>
                      <p:blipFill>
                        <a:blip r:embed="rId14">
                          <a:clrChange>
                            <a:clrFrom>
                              <a:srgbClr val="000000"/>
                            </a:clrFrom>
                            <a:clrTo>
                              <a:srgbClr val="FFFF00"/>
                            </a:clrTo>
                          </a:clrChange>
                        </a:blip>
                        <a:stretch>
                          <a:fillRect/>
                        </a:stretch>
                      </p:blipFill>
                      <p:spPr>
                        <a:xfrm>
                          <a:off x="3969" y="436"/>
                          <a:ext cx="240" cy="370"/>
                        </a:xfrm>
                        <a:prstGeom prst="rect">
                          <a:avLst/>
                        </a:prstGeom>
                        <a:noFill/>
                        <a:ln w="38100">
                          <a:noFill/>
                          <a:miter/>
                        </a:ln>
                      </p:spPr>
                    </p:pic>
                  </p:oleObj>
                </mc:Fallback>
              </mc:AlternateContent>
            </a:graphicData>
          </a:graphic>
        </p:graphicFrame>
        <p:graphicFrame>
          <p:nvGraphicFramePr>
            <p:cNvPr id="50185" name="Object 43"/>
            <p:cNvGraphicFramePr/>
            <p:nvPr/>
          </p:nvGraphicFramePr>
          <p:xfrm>
            <a:off x="4164" y="1446"/>
            <a:ext cx="304" cy="371"/>
          </p:xfrm>
          <a:graphic>
            <a:graphicData uri="http://schemas.openxmlformats.org/presentationml/2006/ole">
              <mc:AlternateContent xmlns:mc="http://schemas.openxmlformats.org/markup-compatibility/2006">
                <mc:Choice xmlns:v="urn:schemas-microsoft-com:vml" Requires="v">
                  <p:oleObj spid="_x0000_s3444" name="" r:id="rId15" imgW="241300" imgH="292100" progId="Equation.3">
                    <p:embed/>
                  </p:oleObj>
                </mc:Choice>
                <mc:Fallback>
                  <p:oleObj name="" r:id="rId15" imgW="241300" imgH="292100" progId="Equation.3">
                    <p:embed/>
                    <p:pic>
                      <p:nvPicPr>
                        <p:cNvPr id="0" name="图片 3443"/>
                        <p:cNvPicPr/>
                        <p:nvPr/>
                      </p:nvPicPr>
                      <p:blipFill>
                        <a:blip r:embed="rId16">
                          <a:clrChange>
                            <a:clrFrom>
                              <a:srgbClr val="000000"/>
                            </a:clrFrom>
                            <a:clrTo>
                              <a:srgbClr val="FFFF00"/>
                            </a:clrTo>
                          </a:clrChange>
                        </a:blip>
                        <a:stretch>
                          <a:fillRect/>
                        </a:stretch>
                      </p:blipFill>
                      <p:spPr>
                        <a:xfrm>
                          <a:off x="4164" y="1446"/>
                          <a:ext cx="304" cy="371"/>
                        </a:xfrm>
                        <a:prstGeom prst="rect">
                          <a:avLst/>
                        </a:prstGeom>
                        <a:noFill/>
                        <a:ln w="38100">
                          <a:noFill/>
                          <a:miter/>
                        </a:ln>
                      </p:spPr>
                    </p:pic>
                  </p:oleObj>
                </mc:Fallback>
              </mc:AlternateContent>
            </a:graphicData>
          </a:graphic>
        </p:graphicFrame>
      </p:grpSp>
      <p:grpSp>
        <p:nvGrpSpPr>
          <p:cNvPr id="5" name="Group 91"/>
          <p:cNvGrpSpPr/>
          <p:nvPr/>
        </p:nvGrpSpPr>
        <p:grpSpPr>
          <a:xfrm>
            <a:off x="3063875" y="2276475"/>
            <a:ext cx="3054350" cy="1770063"/>
            <a:chOff x="1930" y="1434"/>
            <a:chExt cx="1924" cy="1115"/>
          </a:xfrm>
        </p:grpSpPr>
        <p:sp>
          <p:nvSpPr>
            <p:cNvPr id="50211" name="Rectangle 45"/>
            <p:cNvSpPr/>
            <p:nvPr/>
          </p:nvSpPr>
          <p:spPr>
            <a:xfrm>
              <a:off x="2505" y="1717"/>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50212" name="Rectangle 46"/>
            <p:cNvSpPr/>
            <p:nvPr/>
          </p:nvSpPr>
          <p:spPr>
            <a:xfrm>
              <a:off x="2653" y="1914"/>
              <a:ext cx="445" cy="346"/>
            </a:xfrm>
            <a:prstGeom prst="rect">
              <a:avLst/>
            </a:prstGeom>
            <a:noFill/>
            <a:ln w="28575">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50213" name="Line 47"/>
            <p:cNvSpPr/>
            <p:nvPr/>
          </p:nvSpPr>
          <p:spPr>
            <a:xfrm>
              <a:off x="2099" y="1835"/>
              <a:ext cx="418" cy="1"/>
            </a:xfrm>
            <a:prstGeom prst="line">
              <a:avLst/>
            </a:prstGeom>
            <a:ln w="28575" cap="flat" cmpd="sng">
              <a:solidFill>
                <a:srgbClr val="FFCC00"/>
              </a:solidFill>
              <a:prstDash val="solid"/>
              <a:headEnd type="none" w="med" len="med"/>
              <a:tailEnd type="none" w="med" len="med"/>
            </a:ln>
          </p:spPr>
        </p:sp>
        <p:sp>
          <p:nvSpPr>
            <p:cNvPr id="50214" name="Line 48"/>
            <p:cNvSpPr/>
            <p:nvPr/>
          </p:nvSpPr>
          <p:spPr>
            <a:xfrm flipV="1">
              <a:off x="2093" y="2425"/>
              <a:ext cx="418" cy="0"/>
            </a:xfrm>
            <a:prstGeom prst="line">
              <a:avLst/>
            </a:prstGeom>
            <a:ln w="28575" cap="flat" cmpd="sng">
              <a:solidFill>
                <a:srgbClr val="FFCC00"/>
              </a:solidFill>
              <a:prstDash val="solid"/>
              <a:headEnd type="none" w="med" len="med"/>
              <a:tailEnd type="none" w="med" len="med"/>
            </a:ln>
          </p:spPr>
        </p:sp>
        <p:sp>
          <p:nvSpPr>
            <p:cNvPr id="50215" name="Line 49"/>
            <p:cNvSpPr/>
            <p:nvPr/>
          </p:nvSpPr>
          <p:spPr>
            <a:xfrm>
              <a:off x="2154" y="1842"/>
              <a:ext cx="294" cy="0"/>
            </a:xfrm>
            <a:prstGeom prst="line">
              <a:avLst/>
            </a:prstGeom>
            <a:ln w="28575" cap="flat" cmpd="sng">
              <a:solidFill>
                <a:srgbClr val="00FFFF"/>
              </a:solidFill>
              <a:prstDash val="solid"/>
              <a:headEnd type="none" w="med" len="med"/>
              <a:tailEnd type="triangle" w="med" len="med"/>
            </a:ln>
          </p:spPr>
        </p:sp>
        <p:sp>
          <p:nvSpPr>
            <p:cNvPr id="50216" name="Text Box 50"/>
            <p:cNvSpPr txBox="1"/>
            <p:nvPr/>
          </p:nvSpPr>
          <p:spPr>
            <a:xfrm>
              <a:off x="1940" y="1813"/>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0217" name="Text Box 51"/>
            <p:cNvSpPr txBox="1"/>
            <p:nvPr/>
          </p:nvSpPr>
          <p:spPr>
            <a:xfrm>
              <a:off x="1945" y="2177"/>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50218" name="Line 52"/>
            <p:cNvSpPr/>
            <p:nvPr/>
          </p:nvSpPr>
          <p:spPr>
            <a:xfrm flipV="1">
              <a:off x="3220" y="1844"/>
              <a:ext cx="418" cy="5"/>
            </a:xfrm>
            <a:prstGeom prst="line">
              <a:avLst/>
            </a:prstGeom>
            <a:ln w="28575" cap="flat" cmpd="sng">
              <a:solidFill>
                <a:srgbClr val="FFCC00"/>
              </a:solidFill>
              <a:prstDash val="solid"/>
              <a:headEnd type="none" w="med" len="med"/>
              <a:tailEnd type="none" w="med" len="med"/>
            </a:ln>
          </p:spPr>
        </p:sp>
        <p:sp>
          <p:nvSpPr>
            <p:cNvPr id="50219" name="Line 53"/>
            <p:cNvSpPr/>
            <p:nvPr/>
          </p:nvSpPr>
          <p:spPr>
            <a:xfrm>
              <a:off x="3224" y="2430"/>
              <a:ext cx="418" cy="1"/>
            </a:xfrm>
            <a:prstGeom prst="line">
              <a:avLst/>
            </a:prstGeom>
            <a:ln w="28575" cap="flat" cmpd="sng">
              <a:solidFill>
                <a:srgbClr val="FFCC00"/>
              </a:solidFill>
              <a:prstDash val="solid"/>
              <a:headEnd type="none" w="med" len="med"/>
              <a:tailEnd type="none" w="med" len="med"/>
            </a:ln>
          </p:spPr>
        </p:sp>
        <p:sp>
          <p:nvSpPr>
            <p:cNvPr id="50220" name="Line 54"/>
            <p:cNvSpPr/>
            <p:nvPr/>
          </p:nvSpPr>
          <p:spPr>
            <a:xfrm flipH="1">
              <a:off x="3288" y="1842"/>
              <a:ext cx="294" cy="0"/>
            </a:xfrm>
            <a:prstGeom prst="line">
              <a:avLst/>
            </a:prstGeom>
            <a:ln w="28575" cap="flat" cmpd="sng">
              <a:solidFill>
                <a:srgbClr val="00FFFF"/>
              </a:solidFill>
              <a:prstDash val="solid"/>
              <a:headEnd type="none" w="med" len="med"/>
              <a:tailEnd type="triangle" w="med" len="med"/>
            </a:ln>
          </p:spPr>
        </p:sp>
        <p:sp>
          <p:nvSpPr>
            <p:cNvPr id="50221" name="Text Box 55"/>
            <p:cNvSpPr txBox="1"/>
            <p:nvPr/>
          </p:nvSpPr>
          <p:spPr>
            <a:xfrm>
              <a:off x="3560" y="1819"/>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0222" name="Text Box 56"/>
            <p:cNvSpPr txBox="1"/>
            <p:nvPr/>
          </p:nvSpPr>
          <p:spPr>
            <a:xfrm>
              <a:off x="3571" y="2165"/>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50180" name="Object 57"/>
            <p:cNvGraphicFramePr/>
            <p:nvPr/>
          </p:nvGraphicFramePr>
          <p:xfrm>
            <a:off x="2154" y="1434"/>
            <a:ext cx="226" cy="417"/>
          </p:xfrm>
          <a:graphic>
            <a:graphicData uri="http://schemas.openxmlformats.org/presentationml/2006/ole">
              <mc:AlternateContent xmlns:mc="http://schemas.openxmlformats.org/markup-compatibility/2006">
                <mc:Choice xmlns:v="urn:schemas-microsoft-com:vml" Requires="v">
                  <p:oleObj spid="_x0000_s3443" name="" r:id="rId17" imgW="177800" imgH="329565" progId="Equation.3">
                    <p:embed/>
                  </p:oleObj>
                </mc:Choice>
                <mc:Fallback>
                  <p:oleObj name="" r:id="rId17" imgW="177800" imgH="329565" progId="Equation.3">
                    <p:embed/>
                    <p:pic>
                      <p:nvPicPr>
                        <p:cNvPr id="0" name="图片 3442"/>
                        <p:cNvPicPr/>
                        <p:nvPr/>
                      </p:nvPicPr>
                      <p:blipFill>
                        <a:blip r:embed="rId18">
                          <a:clrChange>
                            <a:clrFrom>
                              <a:srgbClr val="000000"/>
                            </a:clrFrom>
                            <a:clrTo>
                              <a:srgbClr val="FFFFFF"/>
                            </a:clrTo>
                          </a:clrChange>
                        </a:blip>
                        <a:stretch>
                          <a:fillRect/>
                        </a:stretch>
                      </p:blipFill>
                      <p:spPr>
                        <a:xfrm>
                          <a:off x="2154" y="1434"/>
                          <a:ext cx="226" cy="417"/>
                        </a:xfrm>
                        <a:prstGeom prst="rect">
                          <a:avLst/>
                        </a:prstGeom>
                        <a:noFill/>
                        <a:ln w="38100">
                          <a:noFill/>
                          <a:miter/>
                        </a:ln>
                      </p:spPr>
                    </p:pic>
                  </p:oleObj>
                </mc:Fallback>
              </mc:AlternateContent>
            </a:graphicData>
          </a:graphic>
        </p:graphicFrame>
        <p:sp>
          <p:nvSpPr>
            <p:cNvPr id="50223" name="Oval 58"/>
            <p:cNvSpPr/>
            <p:nvPr/>
          </p:nvSpPr>
          <p:spPr>
            <a:xfrm>
              <a:off x="2025" y="179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24" name="Oval 59"/>
            <p:cNvSpPr/>
            <p:nvPr/>
          </p:nvSpPr>
          <p:spPr>
            <a:xfrm>
              <a:off x="2025" y="2392"/>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25" name="Oval 60"/>
            <p:cNvSpPr/>
            <p:nvPr/>
          </p:nvSpPr>
          <p:spPr>
            <a:xfrm>
              <a:off x="3639" y="181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0226" name="Oval 61"/>
            <p:cNvSpPr/>
            <p:nvPr/>
          </p:nvSpPr>
          <p:spPr>
            <a:xfrm>
              <a:off x="3645" y="2392"/>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0181" name="Object 62"/>
            <p:cNvGraphicFramePr/>
            <p:nvPr/>
          </p:nvGraphicFramePr>
          <p:xfrm>
            <a:off x="3288" y="1434"/>
            <a:ext cx="242" cy="417"/>
          </p:xfrm>
          <a:graphic>
            <a:graphicData uri="http://schemas.openxmlformats.org/presentationml/2006/ole">
              <mc:AlternateContent xmlns:mc="http://schemas.openxmlformats.org/markup-compatibility/2006">
                <mc:Choice xmlns:v="urn:schemas-microsoft-com:vml" Requires="v">
                  <p:oleObj spid="_x0000_s3446" name="" r:id="rId19" imgW="190500" imgH="330200" progId="Equation.3">
                    <p:embed/>
                  </p:oleObj>
                </mc:Choice>
                <mc:Fallback>
                  <p:oleObj name="" r:id="rId19" imgW="190500" imgH="330200" progId="Equation.3">
                    <p:embed/>
                    <p:pic>
                      <p:nvPicPr>
                        <p:cNvPr id="0" name="图片 3445"/>
                        <p:cNvPicPr/>
                        <p:nvPr/>
                      </p:nvPicPr>
                      <p:blipFill>
                        <a:blip r:embed="rId20">
                          <a:clrChange>
                            <a:clrFrom>
                              <a:srgbClr val="000000"/>
                            </a:clrFrom>
                            <a:clrTo>
                              <a:srgbClr val="FFFFFF"/>
                            </a:clrTo>
                          </a:clrChange>
                        </a:blip>
                        <a:stretch>
                          <a:fillRect/>
                        </a:stretch>
                      </p:blipFill>
                      <p:spPr>
                        <a:xfrm>
                          <a:off x="3288" y="1434"/>
                          <a:ext cx="242" cy="417"/>
                        </a:xfrm>
                        <a:prstGeom prst="rect">
                          <a:avLst/>
                        </a:prstGeom>
                        <a:noFill/>
                        <a:ln w="38100">
                          <a:noFill/>
                          <a:miter/>
                        </a:ln>
                      </p:spPr>
                    </p:pic>
                  </p:oleObj>
                </mc:Fallback>
              </mc:AlternateContent>
            </a:graphicData>
          </a:graphic>
        </p:graphicFrame>
        <p:graphicFrame>
          <p:nvGraphicFramePr>
            <p:cNvPr id="50182" name="Object 63"/>
            <p:cNvGraphicFramePr/>
            <p:nvPr/>
          </p:nvGraphicFramePr>
          <p:xfrm>
            <a:off x="3548" y="1889"/>
            <a:ext cx="306" cy="417"/>
          </p:xfrm>
          <a:graphic>
            <a:graphicData uri="http://schemas.openxmlformats.org/presentationml/2006/ole">
              <mc:AlternateContent xmlns:mc="http://schemas.openxmlformats.org/markup-compatibility/2006">
                <mc:Choice xmlns:v="urn:schemas-microsoft-com:vml" Requires="v">
                  <p:oleObj spid="_x0000_s3447" name="" r:id="rId21" imgW="241300" imgH="330200" progId="Equation.3">
                    <p:embed/>
                  </p:oleObj>
                </mc:Choice>
                <mc:Fallback>
                  <p:oleObj name="" r:id="rId21" imgW="241300" imgH="330200" progId="Equation.3">
                    <p:embed/>
                    <p:pic>
                      <p:nvPicPr>
                        <p:cNvPr id="0" name="图片 3446"/>
                        <p:cNvPicPr/>
                        <p:nvPr/>
                      </p:nvPicPr>
                      <p:blipFill>
                        <a:blip r:embed="rId22">
                          <a:clrChange>
                            <a:clrFrom>
                              <a:srgbClr val="000000"/>
                            </a:clrFrom>
                            <a:clrTo>
                              <a:srgbClr val="FFFFFF"/>
                            </a:clrTo>
                          </a:clrChange>
                        </a:blip>
                        <a:stretch>
                          <a:fillRect/>
                        </a:stretch>
                      </p:blipFill>
                      <p:spPr>
                        <a:xfrm>
                          <a:off x="3548" y="1889"/>
                          <a:ext cx="306" cy="417"/>
                        </a:xfrm>
                        <a:prstGeom prst="rect">
                          <a:avLst/>
                        </a:prstGeom>
                        <a:noFill/>
                        <a:ln w="38100">
                          <a:noFill/>
                          <a:miter/>
                        </a:ln>
                      </p:spPr>
                    </p:pic>
                  </p:oleObj>
                </mc:Fallback>
              </mc:AlternateContent>
            </a:graphicData>
          </a:graphic>
        </p:graphicFrame>
        <p:graphicFrame>
          <p:nvGraphicFramePr>
            <p:cNvPr id="50183" name="Object 64"/>
            <p:cNvGraphicFramePr/>
            <p:nvPr/>
          </p:nvGraphicFramePr>
          <p:xfrm>
            <a:off x="1930" y="1883"/>
            <a:ext cx="290" cy="417"/>
          </p:xfrm>
          <a:graphic>
            <a:graphicData uri="http://schemas.openxmlformats.org/presentationml/2006/ole">
              <mc:AlternateContent xmlns:mc="http://schemas.openxmlformats.org/markup-compatibility/2006">
                <mc:Choice xmlns:v="urn:schemas-microsoft-com:vml" Requires="v">
                  <p:oleObj spid="_x0000_s3445" name="" r:id="rId23" imgW="228600" imgH="330200" progId="Equation.3">
                    <p:embed/>
                  </p:oleObj>
                </mc:Choice>
                <mc:Fallback>
                  <p:oleObj name="" r:id="rId23" imgW="228600" imgH="330200" progId="Equation.3">
                    <p:embed/>
                    <p:pic>
                      <p:nvPicPr>
                        <p:cNvPr id="0" name="图片 3444"/>
                        <p:cNvPicPr/>
                        <p:nvPr/>
                      </p:nvPicPr>
                      <p:blipFill>
                        <a:blip r:embed="rId24">
                          <a:clrChange>
                            <a:clrFrom>
                              <a:srgbClr val="000000"/>
                            </a:clrFrom>
                            <a:clrTo>
                              <a:srgbClr val="FFFFFF"/>
                            </a:clrTo>
                          </a:clrChange>
                        </a:blip>
                        <a:stretch>
                          <a:fillRect/>
                        </a:stretch>
                      </p:blipFill>
                      <p:spPr>
                        <a:xfrm>
                          <a:off x="1930" y="1883"/>
                          <a:ext cx="290" cy="417"/>
                        </a:xfrm>
                        <a:prstGeom prst="rect">
                          <a:avLst/>
                        </a:prstGeom>
                        <a:noFill/>
                        <a:ln w="38100">
                          <a:noFill/>
                          <a:miter/>
                        </a:ln>
                      </p:spPr>
                    </p:pic>
                  </p:oleObj>
                </mc:Fallback>
              </mc:AlternateContent>
            </a:graphicData>
          </a:graphic>
        </p:graphicFrame>
      </p:grpSp>
      <p:sp>
        <p:nvSpPr>
          <p:cNvPr id="54337" name="Rectangle 65"/>
          <p:cNvSpPr/>
          <p:nvPr/>
        </p:nvSpPr>
        <p:spPr>
          <a:xfrm>
            <a:off x="2982913" y="638175"/>
            <a:ext cx="3143250" cy="3562350"/>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54338" name="Line 66"/>
          <p:cNvSpPr/>
          <p:nvPr/>
        </p:nvSpPr>
        <p:spPr>
          <a:xfrm>
            <a:off x="3260725" y="2262188"/>
            <a:ext cx="0" cy="609600"/>
          </a:xfrm>
          <a:prstGeom prst="line">
            <a:avLst/>
          </a:prstGeom>
          <a:ln w="38100" cap="flat" cmpd="sng">
            <a:solidFill>
              <a:srgbClr val="FF3300"/>
            </a:solidFill>
            <a:prstDash val="solid"/>
            <a:headEnd type="none" w="med" len="med"/>
            <a:tailEnd type="none" w="med" len="med"/>
          </a:ln>
        </p:spPr>
      </p:sp>
      <p:sp>
        <p:nvSpPr>
          <p:cNvPr id="54339" name="Line 67"/>
          <p:cNvSpPr/>
          <p:nvPr/>
        </p:nvSpPr>
        <p:spPr>
          <a:xfrm>
            <a:off x="5838825" y="2262188"/>
            <a:ext cx="0" cy="609600"/>
          </a:xfrm>
          <a:prstGeom prst="line">
            <a:avLst/>
          </a:prstGeom>
          <a:ln w="38100" cap="flat" cmpd="sng">
            <a:solidFill>
              <a:srgbClr val="FF3300"/>
            </a:solidFill>
            <a:prstDash val="solid"/>
            <a:headEnd type="none" w="med" len="med"/>
            <a:tailEnd type="none" w="med" len="med"/>
          </a:ln>
        </p:spPr>
      </p:sp>
      <p:graphicFrame>
        <p:nvGraphicFramePr>
          <p:cNvPr id="54340" name="Object 68"/>
          <p:cNvGraphicFramePr/>
          <p:nvPr/>
        </p:nvGraphicFramePr>
        <p:xfrm>
          <a:off x="395288" y="4797425"/>
          <a:ext cx="4257675" cy="1362075"/>
        </p:xfrm>
        <a:graphic>
          <a:graphicData uri="http://schemas.openxmlformats.org/presentationml/2006/ole">
            <mc:AlternateContent xmlns:mc="http://schemas.openxmlformats.org/markup-compatibility/2006">
              <mc:Choice xmlns:v="urn:schemas-microsoft-com:vml" Requires="v">
                <p:oleObj spid="_x0000_s3440" name="" r:id="rId25" imgW="1624965" imgH="520700" progId="Equation.3">
                  <p:embed/>
                </p:oleObj>
              </mc:Choice>
              <mc:Fallback>
                <p:oleObj name="" r:id="rId25" imgW="1624965" imgH="520700" progId="Equation.3">
                  <p:embed/>
                  <p:pic>
                    <p:nvPicPr>
                      <p:cNvPr id="0" name="图片 3439"/>
                      <p:cNvPicPr/>
                      <p:nvPr/>
                    </p:nvPicPr>
                    <p:blipFill>
                      <a:blip r:embed="rId26">
                        <a:clrChange>
                          <a:clrFrom>
                            <a:srgbClr val="000000"/>
                          </a:clrFrom>
                          <a:clrTo>
                            <a:srgbClr val="FFFFFF"/>
                          </a:clrTo>
                        </a:clrChange>
                      </a:blip>
                      <a:stretch>
                        <a:fillRect/>
                      </a:stretch>
                    </p:blipFill>
                    <p:spPr>
                      <a:xfrm>
                        <a:off x="395288" y="4797425"/>
                        <a:ext cx="4257675" cy="1362075"/>
                      </a:xfrm>
                      <a:prstGeom prst="rect">
                        <a:avLst/>
                      </a:prstGeom>
                      <a:noFill/>
                      <a:ln w="38100">
                        <a:noFill/>
                        <a:miter/>
                      </a:ln>
                    </p:spPr>
                  </p:pic>
                </p:oleObj>
              </mc:Fallback>
            </mc:AlternateContent>
          </a:graphicData>
        </a:graphic>
      </p:graphicFrame>
      <p:graphicFrame>
        <p:nvGraphicFramePr>
          <p:cNvPr id="54341" name="Object 69"/>
          <p:cNvGraphicFramePr/>
          <p:nvPr/>
        </p:nvGraphicFramePr>
        <p:xfrm>
          <a:off x="4859338" y="4868863"/>
          <a:ext cx="3949700" cy="1263650"/>
        </p:xfrm>
        <a:graphic>
          <a:graphicData uri="http://schemas.openxmlformats.org/presentationml/2006/ole">
            <mc:AlternateContent xmlns:mc="http://schemas.openxmlformats.org/markup-compatibility/2006">
              <mc:Choice xmlns:v="urn:schemas-microsoft-com:vml" Requires="v">
                <p:oleObj spid="_x0000_s3441" name="" r:id="rId27" imgW="1624965" imgH="520700" progId="Equation.3">
                  <p:embed/>
                </p:oleObj>
              </mc:Choice>
              <mc:Fallback>
                <p:oleObj name="" r:id="rId27" imgW="1624965" imgH="520700" progId="Equation.3">
                  <p:embed/>
                  <p:pic>
                    <p:nvPicPr>
                      <p:cNvPr id="0" name="图片 3440"/>
                      <p:cNvPicPr/>
                      <p:nvPr/>
                    </p:nvPicPr>
                    <p:blipFill>
                      <a:blip r:embed="rId28">
                        <a:clrChange>
                          <a:clrFrom>
                            <a:srgbClr val="000000"/>
                          </a:clrFrom>
                          <a:clrTo>
                            <a:srgbClr val="FFFFFF"/>
                          </a:clrTo>
                        </a:clrChange>
                      </a:blip>
                      <a:stretch>
                        <a:fillRect/>
                      </a:stretch>
                    </p:blipFill>
                    <p:spPr>
                      <a:xfrm>
                        <a:off x="4859338" y="4868863"/>
                        <a:ext cx="3949700" cy="1263650"/>
                      </a:xfrm>
                      <a:prstGeom prst="rect">
                        <a:avLst/>
                      </a:prstGeom>
                      <a:noFill/>
                      <a:ln w="38100">
                        <a:noFill/>
                        <a:miter/>
                      </a:ln>
                    </p:spPr>
                  </p:pic>
                </p:oleObj>
              </mc:Fallback>
            </mc:AlternateContent>
          </a:graphicData>
        </a:graphic>
      </p:graphicFrame>
      <p:sp>
        <p:nvSpPr>
          <p:cNvPr id="54342" name="Text Box 70"/>
          <p:cNvSpPr txBox="1"/>
          <p:nvPr/>
        </p:nvSpPr>
        <p:spPr>
          <a:xfrm>
            <a:off x="755650" y="4365625"/>
            <a:ext cx="3816350"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串联采用</a:t>
            </a:r>
            <a:r>
              <a:rPr lang="en-US" altLang="zh-CN" b="0" i="1" dirty="0">
                <a:latin typeface="Times New Roman" panose="02020603050405020304" pitchFamily="18" charset="0"/>
              </a:rPr>
              <a:t>Z</a:t>
            </a:r>
            <a:r>
              <a:rPr lang="en-US" altLang="zh-CN" b="0"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参数方便。</a:t>
            </a:r>
            <a:endParaRPr lang="zh-CN" altLang="en-US" dirty="0">
              <a:solidFill>
                <a:srgbClr val="FFFF00"/>
              </a:solidFill>
              <a:latin typeface="楷体_GB2312" pitchFamily="49" charset="-122"/>
            </a:endParaRPr>
          </a:p>
        </p:txBody>
      </p:sp>
      <p:grpSp>
        <p:nvGrpSpPr>
          <p:cNvPr id="50201" name="Group 75"/>
          <p:cNvGrpSpPr/>
          <p:nvPr/>
        </p:nvGrpSpPr>
        <p:grpSpPr>
          <a:xfrm>
            <a:off x="8316913" y="6446838"/>
            <a:ext cx="792162" cy="366712"/>
            <a:chOff x="5193" y="4020"/>
            <a:chExt cx="499" cy="231"/>
          </a:xfrm>
        </p:grpSpPr>
        <p:pic>
          <p:nvPicPr>
            <p:cNvPr id="50209" name="Picture 76" descr="78900"/>
            <p:cNvPicPr>
              <a:picLocks noChangeAspect="1"/>
            </p:cNvPicPr>
            <p:nvPr/>
          </p:nvPicPr>
          <p:blipFill>
            <a:blip r:embed="rId29"/>
            <a:stretch>
              <a:fillRect/>
            </a:stretch>
          </p:blipFill>
          <p:spPr>
            <a:xfrm>
              <a:off x="5193" y="4066"/>
              <a:ext cx="499" cy="181"/>
            </a:xfrm>
            <a:prstGeom prst="rect">
              <a:avLst/>
            </a:prstGeom>
            <a:noFill/>
            <a:ln w="9525">
              <a:noFill/>
            </a:ln>
          </p:spPr>
        </p:pic>
        <p:sp>
          <p:nvSpPr>
            <p:cNvPr id="50210" name="Text Box 7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0202" name="Group 78"/>
          <p:cNvGrpSpPr/>
          <p:nvPr/>
        </p:nvGrpSpPr>
        <p:grpSpPr>
          <a:xfrm>
            <a:off x="7453313" y="6446838"/>
            <a:ext cx="792162" cy="366712"/>
            <a:chOff x="4649" y="4020"/>
            <a:chExt cx="499" cy="231"/>
          </a:xfrm>
        </p:grpSpPr>
        <p:pic>
          <p:nvPicPr>
            <p:cNvPr id="50207" name="Picture 79" descr="78900"/>
            <p:cNvPicPr>
              <a:picLocks noChangeAspect="1"/>
            </p:cNvPicPr>
            <p:nvPr/>
          </p:nvPicPr>
          <p:blipFill>
            <a:blip r:embed="rId29"/>
            <a:stretch>
              <a:fillRect/>
            </a:stretch>
          </p:blipFill>
          <p:spPr>
            <a:xfrm>
              <a:off x="4649" y="4066"/>
              <a:ext cx="499" cy="181"/>
            </a:xfrm>
            <a:prstGeom prst="rect">
              <a:avLst/>
            </a:prstGeom>
            <a:noFill/>
            <a:ln w="9525">
              <a:noFill/>
            </a:ln>
          </p:spPr>
        </p:pic>
        <p:sp>
          <p:nvSpPr>
            <p:cNvPr id="50208" name="Text Box 8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0203" name="Group 87"/>
          <p:cNvGrpSpPr/>
          <p:nvPr/>
        </p:nvGrpSpPr>
        <p:grpSpPr>
          <a:xfrm>
            <a:off x="6588125" y="6446838"/>
            <a:ext cx="792163" cy="366712"/>
            <a:chOff x="4649" y="4020"/>
            <a:chExt cx="499" cy="231"/>
          </a:xfrm>
        </p:grpSpPr>
        <p:pic>
          <p:nvPicPr>
            <p:cNvPr id="50205" name="Picture 88" descr="78900"/>
            <p:cNvPicPr>
              <a:picLocks noChangeAspect="1"/>
            </p:cNvPicPr>
            <p:nvPr/>
          </p:nvPicPr>
          <p:blipFill>
            <a:blip r:embed="rId29"/>
            <a:stretch>
              <a:fillRect/>
            </a:stretch>
          </p:blipFill>
          <p:spPr>
            <a:xfrm>
              <a:off x="4649" y="4066"/>
              <a:ext cx="499" cy="181"/>
            </a:xfrm>
            <a:prstGeom prst="rect">
              <a:avLst/>
            </a:prstGeom>
            <a:noFill/>
            <a:ln w="9525">
              <a:noFill/>
            </a:ln>
          </p:spPr>
        </p:pic>
        <p:sp>
          <p:nvSpPr>
            <p:cNvPr id="50206" name="Text Box 8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
        <p:nvSpPr>
          <p:cNvPr id="54366" name="Text Box 94"/>
          <p:cNvSpPr txBox="1"/>
          <p:nvPr/>
        </p:nvSpPr>
        <p:spPr>
          <a:xfrm>
            <a:off x="4572000" y="5229225"/>
            <a:ext cx="287338" cy="519113"/>
          </a:xfrm>
          <a:prstGeom prst="rect">
            <a:avLst/>
          </a:prstGeom>
          <a:noFill/>
          <a:ln w="9525">
            <a:noFill/>
          </a:ln>
        </p:spPr>
        <p:txBody>
          <a:bodyPr>
            <a:spAutoFit/>
          </a:bodyPr>
          <a:p>
            <a:pPr>
              <a:spcBef>
                <a:spcPct val="50000"/>
              </a:spcBef>
            </a:pPr>
            <a:r>
              <a:rPr lang="zh-CN" altLang="en-US" dirty="0">
                <a:latin typeface="Arial" panose="020B0604020202020204" pitchFamily="34" charset="0"/>
              </a:rPr>
              <a:t>，</a:t>
            </a: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additive="base">
                                        <p:cTn id="7" dur="500" fill="hold"/>
                                        <p:tgtEl>
                                          <p:spTgt spid="54274"/>
                                        </p:tgtEl>
                                        <p:attrNameLst>
                                          <p:attrName>ppt_x</p:attrName>
                                        </p:attrNameLst>
                                      </p:cBhvr>
                                      <p:tavLst>
                                        <p:tav tm="0">
                                          <p:val>
                                            <p:strVal val="0-#ppt_w/2"/>
                                          </p:val>
                                        </p:tav>
                                        <p:tav tm="100000">
                                          <p:val>
                                            <p:strVal val="#ppt_x"/>
                                          </p:val>
                                        </p:tav>
                                      </p:tavLst>
                                    </p:anim>
                                    <p:anim calcmode="lin" valueType="num">
                                      <p:cBhvr additive="base">
                                        <p:cTn id="8" dur="500" fill="hold"/>
                                        <p:tgtEl>
                                          <p:spTgt spid="542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4338"/>
                                        </p:tgtEl>
                                        <p:attrNameLst>
                                          <p:attrName>style.visibility</p:attrName>
                                        </p:attrNameLst>
                                      </p:cBhvr>
                                      <p:to>
                                        <p:strVal val="visible"/>
                                      </p:to>
                                    </p:set>
                                    <p:animEffect transition="in" filter="wipe(up)">
                                      <p:cBhvr>
                                        <p:cTn id="22" dur="500"/>
                                        <p:tgtEl>
                                          <p:spTgt spid="543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4339"/>
                                        </p:tgtEl>
                                        <p:attrNameLst>
                                          <p:attrName>style.visibility</p:attrName>
                                        </p:attrNameLst>
                                      </p:cBhvr>
                                      <p:to>
                                        <p:strVal val="visible"/>
                                      </p:to>
                                    </p:set>
                                    <p:animEffect transition="in" filter="wipe(up)">
                                      <p:cBhvr>
                                        <p:cTn id="27" dur="500"/>
                                        <p:tgtEl>
                                          <p:spTgt spid="5433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500" fill="hold"/>
                                        <p:tgtEl>
                                          <p:spTgt spid="3"/>
                                        </p:tgtEl>
                                        <p:attrNameLst>
                                          <p:attrName>ppt_x</p:attrName>
                                        </p:attrNameLst>
                                      </p:cBhvr>
                                      <p:tavLst>
                                        <p:tav tm="0">
                                          <p:val>
                                            <p:strVal val="0-#ppt_w/2"/>
                                          </p:val>
                                        </p:tav>
                                        <p:tav tm="100000">
                                          <p:val>
                                            <p:strVal val="#ppt_x"/>
                                          </p:val>
                                        </p:tav>
                                      </p:tavLst>
                                    </p:anim>
                                    <p:anim calcmode="lin" valueType="num">
                                      <p:cBhvr additive="base">
                                        <p:cTn id="33" dur="500" fill="hold"/>
                                        <p:tgtEl>
                                          <p:spTgt spid="3"/>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 presetClass="entr" presetSubtype="2"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1+#ppt_w/2"/>
                                          </p:val>
                                        </p:tav>
                                        <p:tav tm="100000">
                                          <p:val>
                                            <p:strVal val="#ppt_x"/>
                                          </p:val>
                                        </p:tav>
                                      </p:tavLst>
                                    </p:anim>
                                    <p:anim calcmode="lin" valueType="num">
                                      <p:cBhvr additive="base">
                                        <p:cTn id="3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54337"/>
                                        </p:tgtEl>
                                        <p:attrNameLst>
                                          <p:attrName>style.visibility</p:attrName>
                                        </p:attrNameLst>
                                      </p:cBhvr>
                                      <p:to>
                                        <p:strVal val="visible"/>
                                      </p:to>
                                    </p:set>
                                    <p:animEffect transition="in" filter="box(out)">
                                      <p:cBhvr>
                                        <p:cTn id="43" dur="500"/>
                                        <p:tgtEl>
                                          <p:spTgt spid="54337"/>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54342"/>
                                        </p:tgtEl>
                                        <p:attrNameLst>
                                          <p:attrName>style.visibility</p:attrName>
                                        </p:attrNameLst>
                                      </p:cBhvr>
                                      <p:to>
                                        <p:strVal val="visible"/>
                                      </p:to>
                                    </p:set>
                                    <p:anim calcmode="lin" valueType="num">
                                      <p:cBhvr additive="base">
                                        <p:cTn id="48" dur="500" fill="hold"/>
                                        <p:tgtEl>
                                          <p:spTgt spid="54342"/>
                                        </p:tgtEl>
                                        <p:attrNameLst>
                                          <p:attrName>ppt_x</p:attrName>
                                        </p:attrNameLst>
                                      </p:cBhvr>
                                      <p:tavLst>
                                        <p:tav tm="0">
                                          <p:val>
                                            <p:strVal val="0-#ppt_w/2"/>
                                          </p:val>
                                        </p:tav>
                                        <p:tav tm="100000">
                                          <p:val>
                                            <p:strVal val="#ppt_x"/>
                                          </p:val>
                                        </p:tav>
                                      </p:tavLst>
                                    </p:anim>
                                    <p:anim calcmode="lin" valueType="num">
                                      <p:cBhvr additive="base">
                                        <p:cTn id="49" dur="500" fill="hold"/>
                                        <p:tgtEl>
                                          <p:spTgt spid="54342"/>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54340"/>
                                        </p:tgtEl>
                                        <p:attrNameLst>
                                          <p:attrName>style.visibility</p:attrName>
                                        </p:attrNameLst>
                                      </p:cBhvr>
                                      <p:to>
                                        <p:strVal val="visible"/>
                                      </p:to>
                                    </p:set>
                                    <p:anim calcmode="lin" valueType="num">
                                      <p:cBhvr additive="base">
                                        <p:cTn id="54" dur="500" fill="hold"/>
                                        <p:tgtEl>
                                          <p:spTgt spid="54340"/>
                                        </p:tgtEl>
                                        <p:attrNameLst>
                                          <p:attrName>ppt_x</p:attrName>
                                        </p:attrNameLst>
                                      </p:cBhvr>
                                      <p:tavLst>
                                        <p:tav tm="0">
                                          <p:val>
                                            <p:strVal val="#ppt_x"/>
                                          </p:val>
                                        </p:tav>
                                        <p:tav tm="100000">
                                          <p:val>
                                            <p:strVal val="#ppt_x"/>
                                          </p:val>
                                        </p:tav>
                                      </p:tavLst>
                                    </p:anim>
                                    <p:anim calcmode="lin" valueType="num">
                                      <p:cBhvr additive="base">
                                        <p:cTn id="55" dur="500" fill="hold"/>
                                        <p:tgtEl>
                                          <p:spTgt spid="54340"/>
                                        </p:tgtEl>
                                        <p:attrNameLst>
                                          <p:attrName>ppt_y</p:attrName>
                                        </p:attrNameLst>
                                      </p:cBhvr>
                                      <p:tavLst>
                                        <p:tav tm="0">
                                          <p:val>
                                            <p:strVal val="1+#ppt_h/2"/>
                                          </p:val>
                                        </p:tav>
                                        <p:tav tm="100000">
                                          <p:val>
                                            <p:strVal val="#ppt_y"/>
                                          </p:val>
                                        </p:tav>
                                      </p:tavLst>
                                    </p:anim>
                                  </p:childTnLst>
                                </p:cTn>
                              </p:par>
                            </p:childTnLst>
                          </p:cTn>
                        </p:par>
                        <p:par>
                          <p:cTn id="56" fill="hold">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54366"/>
                                        </p:tgtEl>
                                        <p:attrNameLst>
                                          <p:attrName>style.visibility</p:attrName>
                                        </p:attrNameLst>
                                      </p:cBhvr>
                                      <p:to>
                                        <p:strVal val="visible"/>
                                      </p:to>
                                    </p:set>
                                    <p:animEffect transition="in" filter="blinds(horizontal)">
                                      <p:cBhvr>
                                        <p:cTn id="59" dur="500"/>
                                        <p:tgtEl>
                                          <p:spTgt spid="54366"/>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54341"/>
                                        </p:tgtEl>
                                        <p:attrNameLst>
                                          <p:attrName>style.visibility</p:attrName>
                                        </p:attrNameLst>
                                      </p:cBhvr>
                                      <p:to>
                                        <p:strVal val="visible"/>
                                      </p:to>
                                    </p:set>
                                    <p:anim calcmode="lin" valueType="num">
                                      <p:cBhvr additive="base">
                                        <p:cTn id="64" dur="500" fill="hold"/>
                                        <p:tgtEl>
                                          <p:spTgt spid="54341"/>
                                        </p:tgtEl>
                                        <p:attrNameLst>
                                          <p:attrName>ppt_x</p:attrName>
                                        </p:attrNameLst>
                                      </p:cBhvr>
                                      <p:tavLst>
                                        <p:tav tm="0">
                                          <p:val>
                                            <p:strVal val="#ppt_x"/>
                                          </p:val>
                                        </p:tav>
                                        <p:tav tm="100000">
                                          <p:val>
                                            <p:strVal val="#ppt_x"/>
                                          </p:val>
                                        </p:tav>
                                      </p:tavLst>
                                    </p:anim>
                                    <p:anim calcmode="lin" valueType="num">
                                      <p:cBhvr additive="base">
                                        <p:cTn id="65" dur="500" fill="hold"/>
                                        <p:tgtEl>
                                          <p:spTgt spid="54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54337" grpId="0" animBg="1"/>
      <p:bldP spid="54342" grpId="0"/>
      <p:bldP spid="5436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536" name="Object 72"/>
          <p:cNvGraphicFramePr/>
          <p:nvPr/>
        </p:nvGraphicFramePr>
        <p:xfrm>
          <a:off x="860425" y="4492625"/>
          <a:ext cx="3175000" cy="1303338"/>
        </p:xfrm>
        <a:graphic>
          <a:graphicData uri="http://schemas.openxmlformats.org/presentationml/2006/ole">
            <mc:AlternateContent xmlns:mc="http://schemas.openxmlformats.org/markup-compatibility/2006">
              <mc:Choice xmlns:v="urn:schemas-microsoft-com:vml" Requires="v">
                <p:oleObj spid="_x0000_s3449" name="" r:id="rId1" imgW="1269365" imgH="520700" progId="Equation.3">
                  <p:embed/>
                </p:oleObj>
              </mc:Choice>
              <mc:Fallback>
                <p:oleObj name="" r:id="rId1" imgW="1269365" imgH="520700" progId="Equation.3">
                  <p:embed/>
                  <p:pic>
                    <p:nvPicPr>
                      <p:cNvPr id="0" name="图片 3448"/>
                      <p:cNvPicPr/>
                      <p:nvPr/>
                    </p:nvPicPr>
                    <p:blipFill>
                      <a:blip r:embed="rId2">
                        <a:clrChange>
                          <a:clrFrom>
                            <a:srgbClr val="000000"/>
                          </a:clrFrom>
                          <a:clrTo>
                            <a:srgbClr val="FFFFFF"/>
                          </a:clrTo>
                        </a:clrChange>
                      </a:blip>
                      <a:stretch>
                        <a:fillRect/>
                      </a:stretch>
                    </p:blipFill>
                    <p:spPr>
                      <a:xfrm>
                        <a:off x="860425" y="4492625"/>
                        <a:ext cx="3175000" cy="1303338"/>
                      </a:xfrm>
                      <a:prstGeom prst="rect">
                        <a:avLst/>
                      </a:prstGeom>
                      <a:noFill/>
                      <a:ln w="38100">
                        <a:noFill/>
                        <a:miter/>
                      </a:ln>
                    </p:spPr>
                  </p:pic>
                </p:oleObj>
              </mc:Fallback>
            </mc:AlternateContent>
          </a:graphicData>
        </a:graphic>
      </p:graphicFrame>
      <p:graphicFrame>
        <p:nvGraphicFramePr>
          <p:cNvPr id="62537" name="Object 73"/>
          <p:cNvGraphicFramePr/>
          <p:nvPr/>
        </p:nvGraphicFramePr>
        <p:xfrm>
          <a:off x="4551363" y="4494213"/>
          <a:ext cx="3355975" cy="1239837"/>
        </p:xfrm>
        <a:graphic>
          <a:graphicData uri="http://schemas.openxmlformats.org/presentationml/2006/ole">
            <mc:AlternateContent xmlns:mc="http://schemas.openxmlformats.org/markup-compatibility/2006">
              <mc:Choice xmlns:v="urn:schemas-microsoft-com:vml" Requires="v">
                <p:oleObj spid="_x0000_s3448" name="" r:id="rId3" imgW="1409065" imgH="520700" progId="Equation.3">
                  <p:embed/>
                </p:oleObj>
              </mc:Choice>
              <mc:Fallback>
                <p:oleObj name="" r:id="rId3" imgW="1409065" imgH="520700" progId="Equation.3">
                  <p:embed/>
                  <p:pic>
                    <p:nvPicPr>
                      <p:cNvPr id="0" name="图片 3447"/>
                      <p:cNvPicPr/>
                      <p:nvPr/>
                    </p:nvPicPr>
                    <p:blipFill>
                      <a:blip r:embed="rId4">
                        <a:clrChange>
                          <a:clrFrom>
                            <a:srgbClr val="000000"/>
                          </a:clrFrom>
                          <a:clrTo>
                            <a:srgbClr val="FFFFFF"/>
                          </a:clrTo>
                        </a:clrChange>
                      </a:blip>
                      <a:stretch>
                        <a:fillRect/>
                      </a:stretch>
                    </p:blipFill>
                    <p:spPr>
                      <a:xfrm>
                        <a:off x="4551363" y="4494213"/>
                        <a:ext cx="3355975" cy="1239837"/>
                      </a:xfrm>
                      <a:prstGeom prst="rect">
                        <a:avLst/>
                      </a:prstGeom>
                      <a:noFill/>
                      <a:ln w="38100">
                        <a:noFill/>
                        <a:miter/>
                      </a:ln>
                    </p:spPr>
                  </p:pic>
                </p:oleObj>
              </mc:Fallback>
            </mc:AlternateContent>
          </a:graphicData>
        </a:graphic>
      </p:graphicFrame>
      <p:grpSp>
        <p:nvGrpSpPr>
          <p:cNvPr id="51216" name="Group 78"/>
          <p:cNvGrpSpPr/>
          <p:nvPr/>
        </p:nvGrpSpPr>
        <p:grpSpPr>
          <a:xfrm>
            <a:off x="8316913" y="6446838"/>
            <a:ext cx="792162" cy="366712"/>
            <a:chOff x="5193" y="4020"/>
            <a:chExt cx="499" cy="231"/>
          </a:xfrm>
        </p:grpSpPr>
        <p:pic>
          <p:nvPicPr>
            <p:cNvPr id="51277" name="Picture 79"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51278" name="Text Box 8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1217" name="Group 81"/>
          <p:cNvGrpSpPr/>
          <p:nvPr/>
        </p:nvGrpSpPr>
        <p:grpSpPr>
          <a:xfrm>
            <a:off x="7453313" y="6446838"/>
            <a:ext cx="792162" cy="366712"/>
            <a:chOff x="4649" y="4020"/>
            <a:chExt cx="499" cy="231"/>
          </a:xfrm>
        </p:grpSpPr>
        <p:pic>
          <p:nvPicPr>
            <p:cNvPr id="51275" name="Picture 82"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1276" name="Text Box 83">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51218" name="Group 222"/>
          <p:cNvGrpSpPr/>
          <p:nvPr/>
        </p:nvGrpSpPr>
        <p:grpSpPr>
          <a:xfrm>
            <a:off x="6588125" y="6446838"/>
            <a:ext cx="792163" cy="366712"/>
            <a:chOff x="4649" y="4020"/>
            <a:chExt cx="499" cy="231"/>
          </a:xfrm>
        </p:grpSpPr>
        <p:pic>
          <p:nvPicPr>
            <p:cNvPr id="51273" name="Picture 223" descr="78900"/>
            <p:cNvPicPr>
              <a:picLocks noChangeAspect="1"/>
            </p:cNvPicPr>
            <p:nvPr/>
          </p:nvPicPr>
          <p:blipFill>
            <a:blip r:embed="rId5"/>
            <a:stretch>
              <a:fillRect/>
            </a:stretch>
          </p:blipFill>
          <p:spPr>
            <a:xfrm>
              <a:off x="4649" y="4066"/>
              <a:ext cx="499" cy="181"/>
            </a:xfrm>
            <a:prstGeom prst="rect">
              <a:avLst/>
            </a:prstGeom>
            <a:noFill/>
            <a:ln w="9525">
              <a:noFill/>
            </a:ln>
          </p:spPr>
        </p:pic>
        <p:sp>
          <p:nvSpPr>
            <p:cNvPr id="51274" name="Text Box 22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1219" name="Group 290"/>
          <p:cNvGrpSpPr/>
          <p:nvPr/>
        </p:nvGrpSpPr>
        <p:grpSpPr>
          <a:xfrm>
            <a:off x="1979613" y="620713"/>
            <a:ext cx="5037137" cy="3651250"/>
            <a:chOff x="1247" y="391"/>
            <a:chExt cx="3173" cy="2300"/>
          </a:xfrm>
        </p:grpSpPr>
        <p:grpSp>
          <p:nvGrpSpPr>
            <p:cNvPr id="51220" name="Group 225"/>
            <p:cNvGrpSpPr/>
            <p:nvPr/>
          </p:nvGrpSpPr>
          <p:grpSpPr>
            <a:xfrm>
              <a:off x="1879" y="391"/>
              <a:ext cx="1914" cy="1160"/>
              <a:chOff x="1927" y="346"/>
              <a:chExt cx="1914" cy="1160"/>
            </a:xfrm>
          </p:grpSpPr>
          <p:sp>
            <p:nvSpPr>
              <p:cNvPr id="51257" name="Rectangle 226"/>
              <p:cNvSpPr/>
              <p:nvPr/>
            </p:nvSpPr>
            <p:spPr>
              <a:xfrm>
                <a:off x="2493" y="674"/>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51258" name="Rectangle 227"/>
              <p:cNvSpPr/>
              <p:nvPr/>
            </p:nvSpPr>
            <p:spPr>
              <a:xfrm>
                <a:off x="2726" y="871"/>
                <a:ext cx="256" cy="346"/>
              </a:xfrm>
              <a:prstGeom prst="rect">
                <a:avLst/>
              </a:prstGeom>
              <a:noFill/>
              <a:ln w="28575">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51259" name="Line 228"/>
              <p:cNvSpPr/>
              <p:nvPr/>
            </p:nvSpPr>
            <p:spPr>
              <a:xfrm>
                <a:off x="2087" y="792"/>
                <a:ext cx="418" cy="1"/>
              </a:xfrm>
              <a:prstGeom prst="line">
                <a:avLst/>
              </a:prstGeom>
              <a:ln w="28575" cap="flat" cmpd="sng">
                <a:solidFill>
                  <a:srgbClr val="FFCC00"/>
                </a:solidFill>
                <a:prstDash val="solid"/>
                <a:headEnd type="none" w="med" len="med"/>
                <a:tailEnd type="none" w="med" len="med"/>
              </a:ln>
            </p:spPr>
          </p:sp>
          <p:sp>
            <p:nvSpPr>
              <p:cNvPr id="51260" name="Line 229"/>
              <p:cNvSpPr/>
              <p:nvPr/>
            </p:nvSpPr>
            <p:spPr>
              <a:xfrm flipV="1">
                <a:off x="2081" y="1382"/>
                <a:ext cx="418" cy="0"/>
              </a:xfrm>
              <a:prstGeom prst="line">
                <a:avLst/>
              </a:prstGeom>
              <a:ln w="28575" cap="flat" cmpd="sng">
                <a:solidFill>
                  <a:srgbClr val="FFCC00"/>
                </a:solidFill>
                <a:prstDash val="solid"/>
                <a:headEnd type="none" w="med" len="med"/>
                <a:tailEnd type="none" w="med" len="med"/>
              </a:ln>
            </p:spPr>
          </p:sp>
          <p:sp>
            <p:nvSpPr>
              <p:cNvPr id="51261" name="Line 230"/>
              <p:cNvSpPr/>
              <p:nvPr/>
            </p:nvSpPr>
            <p:spPr>
              <a:xfrm>
                <a:off x="2154" y="790"/>
                <a:ext cx="294" cy="0"/>
              </a:xfrm>
              <a:prstGeom prst="line">
                <a:avLst/>
              </a:prstGeom>
              <a:ln w="28575" cap="flat" cmpd="sng">
                <a:solidFill>
                  <a:srgbClr val="00FFFF"/>
                </a:solidFill>
                <a:prstDash val="solid"/>
                <a:headEnd type="none" w="med" len="med"/>
                <a:tailEnd type="triangle" w="med" len="med"/>
              </a:ln>
            </p:spPr>
          </p:sp>
          <p:sp>
            <p:nvSpPr>
              <p:cNvPr id="51262" name="Text Box 231"/>
              <p:cNvSpPr txBox="1"/>
              <p:nvPr/>
            </p:nvSpPr>
            <p:spPr>
              <a:xfrm>
                <a:off x="1928" y="770"/>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1263" name="Text Box 232"/>
              <p:cNvSpPr txBox="1"/>
              <p:nvPr/>
            </p:nvSpPr>
            <p:spPr>
              <a:xfrm>
                <a:off x="1933" y="1134"/>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51264" name="Line 233"/>
              <p:cNvSpPr/>
              <p:nvPr/>
            </p:nvSpPr>
            <p:spPr>
              <a:xfrm flipV="1">
                <a:off x="3208" y="801"/>
                <a:ext cx="418" cy="5"/>
              </a:xfrm>
              <a:prstGeom prst="line">
                <a:avLst/>
              </a:prstGeom>
              <a:ln w="28575" cap="flat" cmpd="sng">
                <a:solidFill>
                  <a:srgbClr val="FFCC00"/>
                </a:solidFill>
                <a:prstDash val="solid"/>
                <a:headEnd type="none" w="med" len="med"/>
                <a:tailEnd type="none" w="med" len="med"/>
              </a:ln>
            </p:spPr>
          </p:sp>
          <p:sp>
            <p:nvSpPr>
              <p:cNvPr id="51265" name="Line 234"/>
              <p:cNvSpPr/>
              <p:nvPr/>
            </p:nvSpPr>
            <p:spPr>
              <a:xfrm>
                <a:off x="3212" y="1387"/>
                <a:ext cx="418" cy="1"/>
              </a:xfrm>
              <a:prstGeom prst="line">
                <a:avLst/>
              </a:prstGeom>
              <a:ln w="28575" cap="flat" cmpd="sng">
                <a:solidFill>
                  <a:srgbClr val="FFCC00"/>
                </a:solidFill>
                <a:prstDash val="solid"/>
                <a:headEnd type="none" w="med" len="med"/>
                <a:tailEnd type="none" w="med" len="med"/>
              </a:ln>
            </p:spPr>
          </p:sp>
          <p:sp>
            <p:nvSpPr>
              <p:cNvPr id="51266" name="Line 235"/>
              <p:cNvSpPr/>
              <p:nvPr/>
            </p:nvSpPr>
            <p:spPr>
              <a:xfrm flipH="1">
                <a:off x="3243" y="799"/>
                <a:ext cx="294" cy="0"/>
              </a:xfrm>
              <a:prstGeom prst="line">
                <a:avLst/>
              </a:prstGeom>
              <a:ln w="28575" cap="flat" cmpd="sng">
                <a:solidFill>
                  <a:srgbClr val="00FFFF"/>
                </a:solidFill>
                <a:prstDash val="solid"/>
                <a:headEnd type="none" w="med" len="med"/>
                <a:tailEnd type="triangle" w="med" len="med"/>
              </a:ln>
            </p:spPr>
          </p:sp>
          <p:sp>
            <p:nvSpPr>
              <p:cNvPr id="51267" name="Text Box 236"/>
              <p:cNvSpPr txBox="1"/>
              <p:nvPr/>
            </p:nvSpPr>
            <p:spPr>
              <a:xfrm>
                <a:off x="3548" y="776"/>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1268" name="Text Box 237"/>
              <p:cNvSpPr txBox="1"/>
              <p:nvPr/>
            </p:nvSpPr>
            <p:spPr>
              <a:xfrm>
                <a:off x="3559" y="1122"/>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51212" name="Object 238"/>
              <p:cNvGraphicFramePr/>
              <p:nvPr/>
            </p:nvGraphicFramePr>
            <p:xfrm>
              <a:off x="2200" y="346"/>
              <a:ext cx="208" cy="417"/>
            </p:xfrm>
            <a:graphic>
              <a:graphicData uri="http://schemas.openxmlformats.org/presentationml/2006/ole">
                <mc:AlternateContent xmlns:mc="http://schemas.openxmlformats.org/markup-compatibility/2006">
                  <mc:Choice xmlns:v="urn:schemas-microsoft-com:vml" Requires="v">
                    <p:oleObj spid="_x0000_s3450" name="" r:id="rId6" imgW="165100" imgH="329565" progId="Equation.3">
                      <p:embed/>
                    </p:oleObj>
                  </mc:Choice>
                  <mc:Fallback>
                    <p:oleObj name="" r:id="rId6" imgW="165100" imgH="329565" progId="Equation.3">
                      <p:embed/>
                      <p:pic>
                        <p:nvPicPr>
                          <p:cNvPr id="0" name="图片 3449"/>
                          <p:cNvPicPr/>
                          <p:nvPr/>
                        </p:nvPicPr>
                        <p:blipFill>
                          <a:blip r:embed="rId7">
                            <a:clrChange>
                              <a:clrFrom>
                                <a:srgbClr val="000000"/>
                              </a:clrFrom>
                              <a:clrTo>
                                <a:srgbClr val="FFFFFF"/>
                              </a:clrTo>
                            </a:clrChange>
                          </a:blip>
                          <a:stretch>
                            <a:fillRect/>
                          </a:stretch>
                        </p:blipFill>
                        <p:spPr>
                          <a:xfrm>
                            <a:off x="2200" y="346"/>
                            <a:ext cx="208" cy="417"/>
                          </a:xfrm>
                          <a:prstGeom prst="rect">
                            <a:avLst/>
                          </a:prstGeom>
                          <a:noFill/>
                          <a:ln w="38100">
                            <a:noFill/>
                            <a:miter/>
                          </a:ln>
                        </p:spPr>
                      </p:pic>
                    </p:oleObj>
                  </mc:Fallback>
                </mc:AlternateContent>
              </a:graphicData>
            </a:graphic>
          </p:graphicFrame>
          <p:sp>
            <p:nvSpPr>
              <p:cNvPr id="51269" name="Oval 239"/>
              <p:cNvSpPr/>
              <p:nvPr/>
            </p:nvSpPr>
            <p:spPr>
              <a:xfrm>
                <a:off x="2013" y="755"/>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70" name="Oval 240"/>
              <p:cNvSpPr/>
              <p:nvPr/>
            </p:nvSpPr>
            <p:spPr>
              <a:xfrm>
                <a:off x="2013" y="1349"/>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71" name="Oval 241"/>
              <p:cNvSpPr/>
              <p:nvPr/>
            </p:nvSpPr>
            <p:spPr>
              <a:xfrm>
                <a:off x="3627" y="76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72" name="Oval 242"/>
              <p:cNvSpPr/>
              <p:nvPr/>
            </p:nvSpPr>
            <p:spPr>
              <a:xfrm>
                <a:off x="3633" y="1349"/>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1213" name="Object 243"/>
              <p:cNvGraphicFramePr/>
              <p:nvPr/>
            </p:nvGraphicFramePr>
            <p:xfrm>
              <a:off x="3288" y="391"/>
              <a:ext cx="240" cy="417"/>
            </p:xfrm>
            <a:graphic>
              <a:graphicData uri="http://schemas.openxmlformats.org/presentationml/2006/ole">
                <mc:AlternateContent xmlns:mc="http://schemas.openxmlformats.org/markup-compatibility/2006">
                  <mc:Choice xmlns:v="urn:schemas-microsoft-com:vml" Requires="v">
                    <p:oleObj spid="_x0000_s3456" name="" r:id="rId8" imgW="190500" imgH="330200" progId="Equation.3">
                      <p:embed/>
                    </p:oleObj>
                  </mc:Choice>
                  <mc:Fallback>
                    <p:oleObj name="" r:id="rId8" imgW="190500" imgH="330200" progId="Equation.3">
                      <p:embed/>
                      <p:pic>
                        <p:nvPicPr>
                          <p:cNvPr id="0" name="图片 3455"/>
                          <p:cNvPicPr/>
                          <p:nvPr/>
                        </p:nvPicPr>
                        <p:blipFill>
                          <a:blip r:embed="rId9">
                            <a:clrChange>
                              <a:clrFrom>
                                <a:srgbClr val="000000"/>
                              </a:clrFrom>
                              <a:clrTo>
                                <a:srgbClr val="FFFFFF"/>
                              </a:clrTo>
                            </a:clrChange>
                          </a:blip>
                          <a:stretch>
                            <a:fillRect/>
                          </a:stretch>
                        </p:blipFill>
                        <p:spPr>
                          <a:xfrm>
                            <a:off x="3288" y="391"/>
                            <a:ext cx="240" cy="417"/>
                          </a:xfrm>
                          <a:prstGeom prst="rect">
                            <a:avLst/>
                          </a:prstGeom>
                          <a:noFill/>
                          <a:ln w="38100">
                            <a:noFill/>
                            <a:miter/>
                          </a:ln>
                        </p:spPr>
                      </p:pic>
                    </p:oleObj>
                  </mc:Fallback>
                </mc:AlternateContent>
              </a:graphicData>
            </a:graphic>
          </p:graphicFrame>
          <p:graphicFrame>
            <p:nvGraphicFramePr>
              <p:cNvPr id="51214" name="Object 244"/>
              <p:cNvGraphicFramePr/>
              <p:nvPr/>
            </p:nvGraphicFramePr>
            <p:xfrm>
              <a:off x="3537" y="846"/>
              <a:ext cx="304" cy="417"/>
            </p:xfrm>
            <a:graphic>
              <a:graphicData uri="http://schemas.openxmlformats.org/presentationml/2006/ole">
                <mc:AlternateContent xmlns:mc="http://schemas.openxmlformats.org/markup-compatibility/2006">
                  <mc:Choice xmlns:v="urn:schemas-microsoft-com:vml" Requires="v">
                    <p:oleObj spid="_x0000_s3453" name="" r:id="rId10" imgW="241300" imgH="330200" progId="Equation.3">
                      <p:embed/>
                    </p:oleObj>
                  </mc:Choice>
                  <mc:Fallback>
                    <p:oleObj name="" r:id="rId10" imgW="241300" imgH="330200" progId="Equation.3">
                      <p:embed/>
                      <p:pic>
                        <p:nvPicPr>
                          <p:cNvPr id="0" name="图片 3452"/>
                          <p:cNvPicPr/>
                          <p:nvPr/>
                        </p:nvPicPr>
                        <p:blipFill>
                          <a:blip r:embed="rId11">
                            <a:clrChange>
                              <a:clrFrom>
                                <a:srgbClr val="000000"/>
                              </a:clrFrom>
                              <a:clrTo>
                                <a:srgbClr val="FFFFFF"/>
                              </a:clrTo>
                            </a:clrChange>
                          </a:blip>
                          <a:stretch>
                            <a:fillRect/>
                          </a:stretch>
                        </p:blipFill>
                        <p:spPr>
                          <a:xfrm>
                            <a:off x="3537" y="846"/>
                            <a:ext cx="304" cy="417"/>
                          </a:xfrm>
                          <a:prstGeom prst="rect">
                            <a:avLst/>
                          </a:prstGeom>
                          <a:noFill/>
                          <a:ln w="38100">
                            <a:noFill/>
                            <a:miter/>
                          </a:ln>
                        </p:spPr>
                      </p:pic>
                    </p:oleObj>
                  </mc:Fallback>
                </mc:AlternateContent>
              </a:graphicData>
            </a:graphic>
          </p:graphicFrame>
          <p:graphicFrame>
            <p:nvGraphicFramePr>
              <p:cNvPr id="51215" name="Object 245"/>
              <p:cNvGraphicFramePr/>
              <p:nvPr/>
            </p:nvGraphicFramePr>
            <p:xfrm>
              <a:off x="1927" y="840"/>
              <a:ext cx="272" cy="417"/>
            </p:xfrm>
            <a:graphic>
              <a:graphicData uri="http://schemas.openxmlformats.org/presentationml/2006/ole">
                <mc:AlternateContent xmlns:mc="http://schemas.openxmlformats.org/markup-compatibility/2006">
                  <mc:Choice xmlns:v="urn:schemas-microsoft-com:vml" Requires="v">
                    <p:oleObj spid="_x0000_s3451" name="" r:id="rId12" imgW="215900" imgH="329565" progId="Equation.3">
                      <p:embed/>
                    </p:oleObj>
                  </mc:Choice>
                  <mc:Fallback>
                    <p:oleObj name="" r:id="rId12" imgW="215900" imgH="329565" progId="Equation.3">
                      <p:embed/>
                      <p:pic>
                        <p:nvPicPr>
                          <p:cNvPr id="0" name="图片 3450"/>
                          <p:cNvPicPr/>
                          <p:nvPr/>
                        </p:nvPicPr>
                        <p:blipFill>
                          <a:blip r:embed="rId13">
                            <a:clrChange>
                              <a:clrFrom>
                                <a:srgbClr val="000000"/>
                              </a:clrFrom>
                              <a:clrTo>
                                <a:srgbClr val="FFFFFF"/>
                              </a:clrTo>
                            </a:clrChange>
                          </a:blip>
                          <a:stretch>
                            <a:fillRect/>
                          </a:stretch>
                        </p:blipFill>
                        <p:spPr>
                          <a:xfrm>
                            <a:off x="1927" y="840"/>
                            <a:ext cx="272" cy="417"/>
                          </a:xfrm>
                          <a:prstGeom prst="rect">
                            <a:avLst/>
                          </a:prstGeom>
                          <a:noFill/>
                          <a:ln w="38100">
                            <a:noFill/>
                            <a:miter/>
                          </a:ln>
                        </p:spPr>
                      </p:pic>
                    </p:oleObj>
                  </mc:Fallback>
                </mc:AlternateContent>
              </a:graphicData>
            </a:graphic>
          </p:graphicFrame>
        </p:grpSp>
        <p:grpSp>
          <p:nvGrpSpPr>
            <p:cNvPr id="51221" name="Group 246"/>
            <p:cNvGrpSpPr/>
            <p:nvPr/>
          </p:nvGrpSpPr>
          <p:grpSpPr>
            <a:xfrm>
              <a:off x="1247" y="481"/>
              <a:ext cx="746" cy="2014"/>
              <a:chOff x="1295" y="436"/>
              <a:chExt cx="746" cy="2014"/>
            </a:xfrm>
          </p:grpSpPr>
          <p:sp>
            <p:nvSpPr>
              <p:cNvPr id="51250" name="Line 247"/>
              <p:cNvSpPr/>
              <p:nvPr/>
            </p:nvSpPr>
            <p:spPr>
              <a:xfrm>
                <a:off x="1461" y="793"/>
                <a:ext cx="574" cy="1"/>
              </a:xfrm>
              <a:prstGeom prst="line">
                <a:avLst/>
              </a:prstGeom>
              <a:ln w="28575" cap="flat" cmpd="sng">
                <a:solidFill>
                  <a:srgbClr val="FF3300"/>
                </a:solidFill>
                <a:prstDash val="solid"/>
                <a:headEnd type="none" w="med" len="med"/>
                <a:tailEnd type="none" w="med" len="med"/>
              </a:ln>
            </p:spPr>
          </p:sp>
          <p:sp>
            <p:nvSpPr>
              <p:cNvPr id="51251" name="Line 248"/>
              <p:cNvSpPr/>
              <p:nvPr/>
            </p:nvSpPr>
            <p:spPr>
              <a:xfrm flipV="1">
                <a:off x="1479" y="2421"/>
                <a:ext cx="562" cy="0"/>
              </a:xfrm>
              <a:prstGeom prst="line">
                <a:avLst/>
              </a:prstGeom>
              <a:ln w="28575" cap="flat" cmpd="sng">
                <a:solidFill>
                  <a:srgbClr val="FF3300"/>
                </a:solidFill>
                <a:prstDash val="solid"/>
                <a:headEnd type="none" w="med" len="med"/>
                <a:tailEnd type="none" w="med" len="med"/>
              </a:ln>
            </p:spPr>
          </p:sp>
          <p:sp>
            <p:nvSpPr>
              <p:cNvPr id="51252" name="Line 249"/>
              <p:cNvSpPr/>
              <p:nvPr/>
            </p:nvSpPr>
            <p:spPr>
              <a:xfrm>
                <a:off x="1519" y="790"/>
                <a:ext cx="294" cy="0"/>
              </a:xfrm>
              <a:prstGeom prst="line">
                <a:avLst/>
              </a:prstGeom>
              <a:ln w="28575" cap="flat" cmpd="sng">
                <a:solidFill>
                  <a:srgbClr val="00FFFF"/>
                </a:solidFill>
                <a:prstDash val="solid"/>
                <a:headEnd type="none" w="med" len="med"/>
                <a:tailEnd type="triangle" w="med" len="med"/>
              </a:ln>
            </p:spPr>
          </p:sp>
          <p:sp>
            <p:nvSpPr>
              <p:cNvPr id="51253" name="Text Box 250"/>
              <p:cNvSpPr txBox="1"/>
              <p:nvPr/>
            </p:nvSpPr>
            <p:spPr>
              <a:xfrm>
                <a:off x="1302" y="849"/>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51254" name="Text Box 251"/>
              <p:cNvSpPr txBox="1"/>
              <p:nvPr/>
            </p:nvSpPr>
            <p:spPr>
              <a:xfrm>
                <a:off x="1325" y="2005"/>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graphicFrame>
            <p:nvGraphicFramePr>
              <p:cNvPr id="51210" name="Object 252"/>
              <p:cNvGraphicFramePr/>
              <p:nvPr/>
            </p:nvGraphicFramePr>
            <p:xfrm>
              <a:off x="1565" y="436"/>
              <a:ext cx="208" cy="371"/>
            </p:xfrm>
            <a:graphic>
              <a:graphicData uri="http://schemas.openxmlformats.org/presentationml/2006/ole">
                <mc:AlternateContent xmlns:mc="http://schemas.openxmlformats.org/markup-compatibility/2006">
                  <mc:Choice xmlns:v="urn:schemas-microsoft-com:vml" Requires="v">
                    <p:oleObj spid="_x0000_s3454" name="" r:id="rId14" imgW="165100" imgH="291465" progId="Equation.3">
                      <p:embed/>
                    </p:oleObj>
                  </mc:Choice>
                  <mc:Fallback>
                    <p:oleObj name="" r:id="rId14" imgW="165100" imgH="291465" progId="Equation.3">
                      <p:embed/>
                      <p:pic>
                        <p:nvPicPr>
                          <p:cNvPr id="0" name="图片 3453"/>
                          <p:cNvPicPr/>
                          <p:nvPr/>
                        </p:nvPicPr>
                        <p:blipFill>
                          <a:blip r:embed="rId15">
                            <a:clrChange>
                              <a:clrFrom>
                                <a:srgbClr val="000000"/>
                              </a:clrFrom>
                              <a:clrTo>
                                <a:srgbClr val="FFFF00"/>
                              </a:clrTo>
                            </a:clrChange>
                          </a:blip>
                          <a:stretch>
                            <a:fillRect/>
                          </a:stretch>
                        </p:blipFill>
                        <p:spPr>
                          <a:xfrm>
                            <a:off x="1565" y="436"/>
                            <a:ext cx="208" cy="371"/>
                          </a:xfrm>
                          <a:prstGeom prst="rect">
                            <a:avLst/>
                          </a:prstGeom>
                          <a:noFill/>
                          <a:ln w="38100">
                            <a:noFill/>
                            <a:miter/>
                          </a:ln>
                        </p:spPr>
                      </p:pic>
                    </p:oleObj>
                  </mc:Fallback>
                </mc:AlternateContent>
              </a:graphicData>
            </a:graphic>
          </p:graphicFrame>
          <p:sp>
            <p:nvSpPr>
              <p:cNvPr id="51255" name="Oval 253"/>
              <p:cNvSpPr/>
              <p:nvPr/>
            </p:nvSpPr>
            <p:spPr>
              <a:xfrm>
                <a:off x="1387" y="756"/>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56" name="Oval 254"/>
              <p:cNvSpPr/>
              <p:nvPr/>
            </p:nvSpPr>
            <p:spPr>
              <a:xfrm>
                <a:off x="1405" y="2382"/>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1211" name="Object 255"/>
              <p:cNvGraphicFramePr/>
              <p:nvPr/>
            </p:nvGraphicFramePr>
            <p:xfrm>
              <a:off x="1295" y="1380"/>
              <a:ext cx="272" cy="371"/>
            </p:xfrm>
            <a:graphic>
              <a:graphicData uri="http://schemas.openxmlformats.org/presentationml/2006/ole">
                <mc:AlternateContent xmlns:mc="http://schemas.openxmlformats.org/markup-compatibility/2006">
                  <mc:Choice xmlns:v="urn:schemas-microsoft-com:vml" Requires="v">
                    <p:oleObj spid="_x0000_s3455" name="" r:id="rId16" imgW="215900" imgH="291465" progId="Equation.3">
                      <p:embed/>
                    </p:oleObj>
                  </mc:Choice>
                  <mc:Fallback>
                    <p:oleObj name="" r:id="rId16" imgW="215900" imgH="291465" progId="Equation.3">
                      <p:embed/>
                      <p:pic>
                        <p:nvPicPr>
                          <p:cNvPr id="0" name="图片 3454"/>
                          <p:cNvPicPr/>
                          <p:nvPr/>
                        </p:nvPicPr>
                        <p:blipFill>
                          <a:blip r:embed="rId17">
                            <a:clrChange>
                              <a:clrFrom>
                                <a:srgbClr val="000000"/>
                              </a:clrFrom>
                              <a:clrTo>
                                <a:srgbClr val="FFFF00"/>
                              </a:clrTo>
                            </a:clrChange>
                          </a:blip>
                          <a:stretch>
                            <a:fillRect/>
                          </a:stretch>
                        </p:blipFill>
                        <p:spPr>
                          <a:xfrm>
                            <a:off x="1295" y="1380"/>
                            <a:ext cx="272" cy="371"/>
                          </a:xfrm>
                          <a:prstGeom prst="rect">
                            <a:avLst/>
                          </a:prstGeom>
                          <a:noFill/>
                          <a:ln w="38100">
                            <a:noFill/>
                            <a:miter/>
                          </a:ln>
                        </p:spPr>
                      </p:pic>
                    </p:oleObj>
                  </mc:Fallback>
                </mc:AlternateContent>
              </a:graphicData>
            </a:graphic>
          </p:graphicFrame>
        </p:grpSp>
        <p:grpSp>
          <p:nvGrpSpPr>
            <p:cNvPr id="51222" name="Group 256"/>
            <p:cNvGrpSpPr/>
            <p:nvPr/>
          </p:nvGrpSpPr>
          <p:grpSpPr>
            <a:xfrm>
              <a:off x="3655" y="481"/>
              <a:ext cx="765" cy="2020"/>
              <a:chOff x="3703" y="436"/>
              <a:chExt cx="765" cy="2020"/>
            </a:xfrm>
          </p:grpSpPr>
          <p:sp>
            <p:nvSpPr>
              <p:cNvPr id="51243" name="Line 257"/>
              <p:cNvSpPr/>
              <p:nvPr/>
            </p:nvSpPr>
            <p:spPr>
              <a:xfrm>
                <a:off x="3703" y="813"/>
                <a:ext cx="556" cy="1"/>
              </a:xfrm>
              <a:prstGeom prst="line">
                <a:avLst/>
              </a:prstGeom>
              <a:ln w="28575" cap="flat" cmpd="sng">
                <a:solidFill>
                  <a:srgbClr val="FF3300"/>
                </a:solidFill>
                <a:prstDash val="solid"/>
                <a:headEnd type="none" w="med" len="med"/>
                <a:tailEnd type="none" w="med" len="med"/>
              </a:ln>
            </p:spPr>
          </p:sp>
          <p:sp>
            <p:nvSpPr>
              <p:cNvPr id="51244" name="Line 258"/>
              <p:cNvSpPr/>
              <p:nvPr/>
            </p:nvSpPr>
            <p:spPr>
              <a:xfrm>
                <a:off x="3713" y="2426"/>
                <a:ext cx="550" cy="1"/>
              </a:xfrm>
              <a:prstGeom prst="line">
                <a:avLst/>
              </a:prstGeom>
              <a:ln w="28575" cap="flat" cmpd="sng">
                <a:solidFill>
                  <a:srgbClr val="FF3300"/>
                </a:solidFill>
                <a:prstDash val="solid"/>
                <a:headEnd type="none" w="med" len="med"/>
                <a:tailEnd type="none" w="med" len="med"/>
              </a:ln>
            </p:spPr>
          </p:sp>
          <p:sp>
            <p:nvSpPr>
              <p:cNvPr id="51245" name="Line 259"/>
              <p:cNvSpPr/>
              <p:nvPr/>
            </p:nvSpPr>
            <p:spPr>
              <a:xfrm flipH="1">
                <a:off x="3878" y="817"/>
                <a:ext cx="294" cy="0"/>
              </a:xfrm>
              <a:prstGeom prst="line">
                <a:avLst/>
              </a:prstGeom>
              <a:ln w="28575" cap="flat" cmpd="sng">
                <a:solidFill>
                  <a:srgbClr val="00FFFF"/>
                </a:solidFill>
                <a:prstDash val="solid"/>
                <a:headEnd type="none" w="med" len="med"/>
                <a:tailEnd type="triangle" w="med" len="med"/>
              </a:ln>
            </p:spPr>
          </p:sp>
          <p:sp>
            <p:nvSpPr>
              <p:cNvPr id="51246" name="Text Box 260"/>
              <p:cNvSpPr txBox="1"/>
              <p:nvPr/>
            </p:nvSpPr>
            <p:spPr>
              <a:xfrm>
                <a:off x="4157" y="879"/>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51247" name="Text Box 261"/>
              <p:cNvSpPr txBox="1"/>
              <p:nvPr/>
            </p:nvSpPr>
            <p:spPr>
              <a:xfrm>
                <a:off x="4186" y="2101"/>
                <a:ext cx="267" cy="288"/>
              </a:xfrm>
              <a:prstGeom prst="rect">
                <a:avLst/>
              </a:prstGeom>
              <a:noFill/>
              <a:ln w="28575">
                <a:noFill/>
              </a:ln>
            </p:spPr>
            <p:txBody>
              <a:bodyPr>
                <a:spAutoFit/>
              </a:bodyPr>
              <a:p>
                <a:pPr>
                  <a:spcBef>
                    <a:spcPct val="50000"/>
                  </a:spcBef>
                </a:pPr>
                <a:r>
                  <a:rPr lang="en-US" altLang="zh-CN" sz="2400" dirty="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solidFill>
                    <a:srgbClr val="FFFF00"/>
                  </a:solidFill>
                  <a:latin typeface="Times New Roman" panose="02020603050405020304" pitchFamily="18" charset="0"/>
                  <a:ea typeface="宋体" panose="02010600030101010101" pitchFamily="2" charset="-122"/>
                </a:endParaRPr>
              </a:p>
            </p:txBody>
          </p:sp>
          <p:sp>
            <p:nvSpPr>
              <p:cNvPr id="51248" name="Oval 262"/>
              <p:cNvSpPr/>
              <p:nvPr/>
            </p:nvSpPr>
            <p:spPr>
              <a:xfrm>
                <a:off x="4254" y="774"/>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49" name="Oval 263"/>
              <p:cNvSpPr/>
              <p:nvPr/>
            </p:nvSpPr>
            <p:spPr>
              <a:xfrm>
                <a:off x="4266" y="2388"/>
                <a:ext cx="68" cy="68"/>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1208" name="Object 264"/>
              <p:cNvGraphicFramePr/>
              <p:nvPr/>
            </p:nvGraphicFramePr>
            <p:xfrm>
              <a:off x="3969" y="436"/>
              <a:ext cx="240" cy="370"/>
            </p:xfrm>
            <a:graphic>
              <a:graphicData uri="http://schemas.openxmlformats.org/presentationml/2006/ole">
                <mc:AlternateContent xmlns:mc="http://schemas.openxmlformats.org/markup-compatibility/2006">
                  <mc:Choice xmlns:v="urn:schemas-microsoft-com:vml" Requires="v">
                    <p:oleObj spid="_x0000_s3452" name="" r:id="rId18" imgW="190500" imgH="292100" progId="Equation.3">
                      <p:embed/>
                    </p:oleObj>
                  </mc:Choice>
                  <mc:Fallback>
                    <p:oleObj name="" r:id="rId18" imgW="190500" imgH="292100" progId="Equation.3">
                      <p:embed/>
                      <p:pic>
                        <p:nvPicPr>
                          <p:cNvPr id="0" name="图片 3451"/>
                          <p:cNvPicPr/>
                          <p:nvPr/>
                        </p:nvPicPr>
                        <p:blipFill>
                          <a:blip r:embed="rId19">
                            <a:clrChange>
                              <a:clrFrom>
                                <a:srgbClr val="000000"/>
                              </a:clrFrom>
                              <a:clrTo>
                                <a:srgbClr val="FFFF00"/>
                              </a:clrTo>
                            </a:clrChange>
                          </a:blip>
                          <a:stretch>
                            <a:fillRect/>
                          </a:stretch>
                        </p:blipFill>
                        <p:spPr>
                          <a:xfrm>
                            <a:off x="3969" y="436"/>
                            <a:ext cx="240" cy="370"/>
                          </a:xfrm>
                          <a:prstGeom prst="rect">
                            <a:avLst/>
                          </a:prstGeom>
                          <a:noFill/>
                          <a:ln w="38100">
                            <a:noFill/>
                            <a:miter/>
                          </a:ln>
                        </p:spPr>
                      </p:pic>
                    </p:oleObj>
                  </mc:Fallback>
                </mc:AlternateContent>
              </a:graphicData>
            </a:graphic>
          </p:graphicFrame>
          <p:graphicFrame>
            <p:nvGraphicFramePr>
              <p:cNvPr id="51209" name="Object 265"/>
              <p:cNvGraphicFramePr/>
              <p:nvPr/>
            </p:nvGraphicFramePr>
            <p:xfrm>
              <a:off x="4164" y="1446"/>
              <a:ext cx="304" cy="371"/>
            </p:xfrm>
            <a:graphic>
              <a:graphicData uri="http://schemas.openxmlformats.org/presentationml/2006/ole">
                <mc:AlternateContent xmlns:mc="http://schemas.openxmlformats.org/markup-compatibility/2006">
                  <mc:Choice xmlns:v="urn:schemas-microsoft-com:vml" Requires="v">
                    <p:oleObj spid="_x0000_s3457" name="" r:id="rId20" imgW="241300" imgH="292100" progId="Equation.3">
                      <p:embed/>
                    </p:oleObj>
                  </mc:Choice>
                  <mc:Fallback>
                    <p:oleObj name="" r:id="rId20" imgW="241300" imgH="292100" progId="Equation.3">
                      <p:embed/>
                      <p:pic>
                        <p:nvPicPr>
                          <p:cNvPr id="0" name="图片 3456"/>
                          <p:cNvPicPr/>
                          <p:nvPr/>
                        </p:nvPicPr>
                        <p:blipFill>
                          <a:blip r:embed="rId21">
                            <a:clrChange>
                              <a:clrFrom>
                                <a:srgbClr val="000000"/>
                              </a:clrFrom>
                              <a:clrTo>
                                <a:srgbClr val="FFFF00"/>
                              </a:clrTo>
                            </a:clrChange>
                          </a:blip>
                          <a:stretch>
                            <a:fillRect/>
                          </a:stretch>
                        </p:blipFill>
                        <p:spPr>
                          <a:xfrm>
                            <a:off x="4164" y="1446"/>
                            <a:ext cx="304" cy="371"/>
                          </a:xfrm>
                          <a:prstGeom prst="rect">
                            <a:avLst/>
                          </a:prstGeom>
                          <a:noFill/>
                          <a:ln w="38100">
                            <a:noFill/>
                            <a:miter/>
                          </a:ln>
                        </p:spPr>
                      </p:pic>
                    </p:oleObj>
                  </mc:Fallback>
                </mc:AlternateContent>
              </a:graphicData>
            </a:graphic>
          </p:graphicFrame>
        </p:grpSp>
        <p:grpSp>
          <p:nvGrpSpPr>
            <p:cNvPr id="51223" name="Group 266"/>
            <p:cNvGrpSpPr/>
            <p:nvPr/>
          </p:nvGrpSpPr>
          <p:grpSpPr>
            <a:xfrm>
              <a:off x="1882" y="1479"/>
              <a:ext cx="1924" cy="1115"/>
              <a:chOff x="1930" y="1434"/>
              <a:chExt cx="1924" cy="1115"/>
            </a:xfrm>
          </p:grpSpPr>
          <p:sp>
            <p:nvSpPr>
              <p:cNvPr id="51227" name="Rectangle 267"/>
              <p:cNvSpPr/>
              <p:nvPr/>
            </p:nvSpPr>
            <p:spPr>
              <a:xfrm>
                <a:off x="2505" y="1717"/>
                <a:ext cx="713" cy="832"/>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51228" name="Rectangle 268"/>
              <p:cNvSpPr/>
              <p:nvPr/>
            </p:nvSpPr>
            <p:spPr>
              <a:xfrm>
                <a:off x="2653" y="1914"/>
                <a:ext cx="445" cy="346"/>
              </a:xfrm>
              <a:prstGeom prst="rect">
                <a:avLst/>
              </a:prstGeom>
              <a:noFill/>
              <a:ln w="28575">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51229" name="Line 269"/>
              <p:cNvSpPr/>
              <p:nvPr/>
            </p:nvSpPr>
            <p:spPr>
              <a:xfrm>
                <a:off x="2099" y="1835"/>
                <a:ext cx="418" cy="1"/>
              </a:xfrm>
              <a:prstGeom prst="line">
                <a:avLst/>
              </a:prstGeom>
              <a:ln w="28575" cap="flat" cmpd="sng">
                <a:solidFill>
                  <a:srgbClr val="FFCC00"/>
                </a:solidFill>
                <a:prstDash val="solid"/>
                <a:headEnd type="none" w="med" len="med"/>
                <a:tailEnd type="none" w="med" len="med"/>
              </a:ln>
            </p:spPr>
          </p:sp>
          <p:sp>
            <p:nvSpPr>
              <p:cNvPr id="51230" name="Line 270"/>
              <p:cNvSpPr/>
              <p:nvPr/>
            </p:nvSpPr>
            <p:spPr>
              <a:xfrm flipV="1">
                <a:off x="2093" y="2425"/>
                <a:ext cx="418" cy="0"/>
              </a:xfrm>
              <a:prstGeom prst="line">
                <a:avLst/>
              </a:prstGeom>
              <a:ln w="28575" cap="flat" cmpd="sng">
                <a:solidFill>
                  <a:srgbClr val="FFCC00"/>
                </a:solidFill>
                <a:prstDash val="solid"/>
                <a:headEnd type="none" w="med" len="med"/>
                <a:tailEnd type="none" w="med" len="med"/>
              </a:ln>
            </p:spPr>
          </p:sp>
          <p:sp>
            <p:nvSpPr>
              <p:cNvPr id="51231" name="Line 271"/>
              <p:cNvSpPr/>
              <p:nvPr/>
            </p:nvSpPr>
            <p:spPr>
              <a:xfrm>
                <a:off x="2154" y="1842"/>
                <a:ext cx="294" cy="0"/>
              </a:xfrm>
              <a:prstGeom prst="line">
                <a:avLst/>
              </a:prstGeom>
              <a:ln w="28575" cap="flat" cmpd="sng">
                <a:solidFill>
                  <a:srgbClr val="00FFFF"/>
                </a:solidFill>
                <a:prstDash val="solid"/>
                <a:headEnd type="none" w="med" len="med"/>
                <a:tailEnd type="triangle" w="med" len="med"/>
              </a:ln>
            </p:spPr>
          </p:sp>
          <p:sp>
            <p:nvSpPr>
              <p:cNvPr id="51232" name="Text Box 272"/>
              <p:cNvSpPr txBox="1"/>
              <p:nvPr/>
            </p:nvSpPr>
            <p:spPr>
              <a:xfrm>
                <a:off x="1940" y="1813"/>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1233" name="Text Box 273"/>
              <p:cNvSpPr txBox="1"/>
              <p:nvPr/>
            </p:nvSpPr>
            <p:spPr>
              <a:xfrm>
                <a:off x="1945" y="2177"/>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sp>
            <p:nvSpPr>
              <p:cNvPr id="51234" name="Line 274"/>
              <p:cNvSpPr/>
              <p:nvPr/>
            </p:nvSpPr>
            <p:spPr>
              <a:xfrm flipV="1">
                <a:off x="3220" y="1844"/>
                <a:ext cx="418" cy="5"/>
              </a:xfrm>
              <a:prstGeom prst="line">
                <a:avLst/>
              </a:prstGeom>
              <a:ln w="28575" cap="flat" cmpd="sng">
                <a:solidFill>
                  <a:srgbClr val="FFCC00"/>
                </a:solidFill>
                <a:prstDash val="solid"/>
                <a:headEnd type="none" w="med" len="med"/>
                <a:tailEnd type="none" w="med" len="med"/>
              </a:ln>
            </p:spPr>
          </p:sp>
          <p:sp>
            <p:nvSpPr>
              <p:cNvPr id="51235" name="Line 275"/>
              <p:cNvSpPr/>
              <p:nvPr/>
            </p:nvSpPr>
            <p:spPr>
              <a:xfrm>
                <a:off x="3224" y="2430"/>
                <a:ext cx="418" cy="1"/>
              </a:xfrm>
              <a:prstGeom prst="line">
                <a:avLst/>
              </a:prstGeom>
              <a:ln w="28575" cap="flat" cmpd="sng">
                <a:solidFill>
                  <a:srgbClr val="FFCC00"/>
                </a:solidFill>
                <a:prstDash val="solid"/>
                <a:headEnd type="none" w="med" len="med"/>
                <a:tailEnd type="none" w="med" len="med"/>
              </a:ln>
            </p:spPr>
          </p:sp>
          <p:sp>
            <p:nvSpPr>
              <p:cNvPr id="51236" name="Line 276"/>
              <p:cNvSpPr/>
              <p:nvPr/>
            </p:nvSpPr>
            <p:spPr>
              <a:xfrm flipH="1">
                <a:off x="3288" y="1842"/>
                <a:ext cx="294" cy="0"/>
              </a:xfrm>
              <a:prstGeom prst="line">
                <a:avLst/>
              </a:prstGeom>
              <a:ln w="28575" cap="flat" cmpd="sng">
                <a:solidFill>
                  <a:srgbClr val="00FFFF"/>
                </a:solidFill>
                <a:prstDash val="solid"/>
                <a:headEnd type="none" w="med" len="med"/>
                <a:tailEnd type="triangle" w="med" len="med"/>
              </a:ln>
            </p:spPr>
          </p:sp>
          <p:sp>
            <p:nvSpPr>
              <p:cNvPr id="51237" name="Text Box 277"/>
              <p:cNvSpPr txBox="1"/>
              <p:nvPr/>
            </p:nvSpPr>
            <p:spPr>
              <a:xfrm>
                <a:off x="3560" y="1819"/>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51238" name="Text Box 278"/>
              <p:cNvSpPr txBox="1"/>
              <p:nvPr/>
            </p:nvSpPr>
            <p:spPr>
              <a:xfrm>
                <a:off x="3571" y="2165"/>
                <a:ext cx="267" cy="288"/>
              </a:xfrm>
              <a:prstGeom prst="rect">
                <a:avLst/>
              </a:prstGeom>
              <a:noFill/>
              <a:ln w="28575">
                <a:noFill/>
              </a:ln>
            </p:spPr>
            <p:txBody>
              <a:bodyPr>
                <a:spAutoFit/>
              </a:bodyPr>
              <a:p>
                <a:pPr>
                  <a:spcBef>
                    <a:spcPct val="50000"/>
                  </a:spcBef>
                </a:pP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51204" name="Object 279"/>
              <p:cNvGraphicFramePr/>
              <p:nvPr/>
            </p:nvGraphicFramePr>
            <p:xfrm>
              <a:off x="2154" y="1434"/>
              <a:ext cx="226" cy="417"/>
            </p:xfrm>
            <a:graphic>
              <a:graphicData uri="http://schemas.openxmlformats.org/presentationml/2006/ole">
                <mc:AlternateContent xmlns:mc="http://schemas.openxmlformats.org/markup-compatibility/2006">
                  <mc:Choice xmlns:v="urn:schemas-microsoft-com:vml" Requires="v">
                    <p:oleObj spid="_x0000_s3402" name="" r:id="rId22" imgW="177800" imgH="329565" progId="Equation.3">
                      <p:embed/>
                    </p:oleObj>
                  </mc:Choice>
                  <mc:Fallback>
                    <p:oleObj name="" r:id="rId22" imgW="177800" imgH="329565" progId="Equation.3">
                      <p:embed/>
                      <p:pic>
                        <p:nvPicPr>
                          <p:cNvPr id="0" name="图片 3401"/>
                          <p:cNvPicPr/>
                          <p:nvPr/>
                        </p:nvPicPr>
                        <p:blipFill>
                          <a:blip r:embed="rId23">
                            <a:clrChange>
                              <a:clrFrom>
                                <a:srgbClr val="000000"/>
                              </a:clrFrom>
                              <a:clrTo>
                                <a:srgbClr val="FFFFFF"/>
                              </a:clrTo>
                            </a:clrChange>
                          </a:blip>
                          <a:stretch>
                            <a:fillRect/>
                          </a:stretch>
                        </p:blipFill>
                        <p:spPr>
                          <a:xfrm>
                            <a:off x="2154" y="1434"/>
                            <a:ext cx="226" cy="417"/>
                          </a:xfrm>
                          <a:prstGeom prst="rect">
                            <a:avLst/>
                          </a:prstGeom>
                          <a:noFill/>
                          <a:ln w="38100">
                            <a:noFill/>
                            <a:miter/>
                          </a:ln>
                        </p:spPr>
                      </p:pic>
                    </p:oleObj>
                  </mc:Fallback>
                </mc:AlternateContent>
              </a:graphicData>
            </a:graphic>
          </p:graphicFrame>
          <p:sp>
            <p:nvSpPr>
              <p:cNvPr id="51239" name="Oval 280"/>
              <p:cNvSpPr/>
              <p:nvPr/>
            </p:nvSpPr>
            <p:spPr>
              <a:xfrm>
                <a:off x="2025" y="179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40" name="Oval 281"/>
              <p:cNvSpPr/>
              <p:nvPr/>
            </p:nvSpPr>
            <p:spPr>
              <a:xfrm>
                <a:off x="2025" y="2392"/>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41" name="Oval 282"/>
              <p:cNvSpPr/>
              <p:nvPr/>
            </p:nvSpPr>
            <p:spPr>
              <a:xfrm>
                <a:off x="3639" y="181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51242" name="Oval 283"/>
              <p:cNvSpPr/>
              <p:nvPr/>
            </p:nvSpPr>
            <p:spPr>
              <a:xfrm>
                <a:off x="3645" y="2392"/>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aphicFrame>
            <p:nvGraphicFramePr>
              <p:cNvPr id="51205" name="Object 284"/>
              <p:cNvGraphicFramePr/>
              <p:nvPr/>
            </p:nvGraphicFramePr>
            <p:xfrm>
              <a:off x="3288" y="1434"/>
              <a:ext cx="242" cy="417"/>
            </p:xfrm>
            <a:graphic>
              <a:graphicData uri="http://schemas.openxmlformats.org/presentationml/2006/ole">
                <mc:AlternateContent xmlns:mc="http://schemas.openxmlformats.org/markup-compatibility/2006">
                  <mc:Choice xmlns:v="urn:schemas-microsoft-com:vml" Requires="v">
                    <p:oleObj spid="_x0000_s3397" name="" r:id="rId24" imgW="190500" imgH="330200" progId="Equation.3">
                      <p:embed/>
                    </p:oleObj>
                  </mc:Choice>
                  <mc:Fallback>
                    <p:oleObj name="" r:id="rId24" imgW="190500" imgH="330200" progId="Equation.3">
                      <p:embed/>
                      <p:pic>
                        <p:nvPicPr>
                          <p:cNvPr id="0" name="图片 3396"/>
                          <p:cNvPicPr/>
                          <p:nvPr/>
                        </p:nvPicPr>
                        <p:blipFill>
                          <a:blip r:embed="rId25">
                            <a:clrChange>
                              <a:clrFrom>
                                <a:srgbClr val="000000"/>
                              </a:clrFrom>
                              <a:clrTo>
                                <a:srgbClr val="FFFFFF"/>
                              </a:clrTo>
                            </a:clrChange>
                          </a:blip>
                          <a:stretch>
                            <a:fillRect/>
                          </a:stretch>
                        </p:blipFill>
                        <p:spPr>
                          <a:xfrm>
                            <a:off x="3288" y="1434"/>
                            <a:ext cx="242" cy="417"/>
                          </a:xfrm>
                          <a:prstGeom prst="rect">
                            <a:avLst/>
                          </a:prstGeom>
                          <a:noFill/>
                          <a:ln w="38100">
                            <a:noFill/>
                            <a:miter/>
                          </a:ln>
                        </p:spPr>
                      </p:pic>
                    </p:oleObj>
                  </mc:Fallback>
                </mc:AlternateContent>
              </a:graphicData>
            </a:graphic>
          </p:graphicFrame>
          <p:graphicFrame>
            <p:nvGraphicFramePr>
              <p:cNvPr id="51206" name="Object 285"/>
              <p:cNvGraphicFramePr/>
              <p:nvPr/>
            </p:nvGraphicFramePr>
            <p:xfrm>
              <a:off x="3548" y="1889"/>
              <a:ext cx="306" cy="417"/>
            </p:xfrm>
            <a:graphic>
              <a:graphicData uri="http://schemas.openxmlformats.org/presentationml/2006/ole">
                <mc:AlternateContent xmlns:mc="http://schemas.openxmlformats.org/markup-compatibility/2006">
                  <mc:Choice xmlns:v="urn:schemas-microsoft-com:vml" Requires="v">
                    <p:oleObj spid="_x0000_s3400" name="" r:id="rId26" imgW="241300" imgH="330200" progId="Equation.3">
                      <p:embed/>
                    </p:oleObj>
                  </mc:Choice>
                  <mc:Fallback>
                    <p:oleObj name="" r:id="rId26" imgW="241300" imgH="330200" progId="Equation.3">
                      <p:embed/>
                      <p:pic>
                        <p:nvPicPr>
                          <p:cNvPr id="0" name="图片 3399"/>
                          <p:cNvPicPr/>
                          <p:nvPr/>
                        </p:nvPicPr>
                        <p:blipFill>
                          <a:blip r:embed="rId27">
                            <a:clrChange>
                              <a:clrFrom>
                                <a:srgbClr val="000000"/>
                              </a:clrFrom>
                              <a:clrTo>
                                <a:srgbClr val="FFFFFF"/>
                              </a:clrTo>
                            </a:clrChange>
                          </a:blip>
                          <a:stretch>
                            <a:fillRect/>
                          </a:stretch>
                        </p:blipFill>
                        <p:spPr>
                          <a:xfrm>
                            <a:off x="3548" y="1889"/>
                            <a:ext cx="306" cy="417"/>
                          </a:xfrm>
                          <a:prstGeom prst="rect">
                            <a:avLst/>
                          </a:prstGeom>
                          <a:noFill/>
                          <a:ln w="38100">
                            <a:noFill/>
                            <a:miter/>
                          </a:ln>
                        </p:spPr>
                      </p:pic>
                    </p:oleObj>
                  </mc:Fallback>
                </mc:AlternateContent>
              </a:graphicData>
            </a:graphic>
          </p:graphicFrame>
          <p:graphicFrame>
            <p:nvGraphicFramePr>
              <p:cNvPr id="51207" name="Object 286"/>
              <p:cNvGraphicFramePr/>
              <p:nvPr/>
            </p:nvGraphicFramePr>
            <p:xfrm>
              <a:off x="1930" y="1883"/>
              <a:ext cx="290" cy="417"/>
            </p:xfrm>
            <a:graphic>
              <a:graphicData uri="http://schemas.openxmlformats.org/presentationml/2006/ole">
                <mc:AlternateContent xmlns:mc="http://schemas.openxmlformats.org/markup-compatibility/2006">
                  <mc:Choice xmlns:v="urn:schemas-microsoft-com:vml" Requires="v">
                    <p:oleObj spid="_x0000_s3399" name="" r:id="rId28" imgW="228600" imgH="330200" progId="Equation.3">
                      <p:embed/>
                    </p:oleObj>
                  </mc:Choice>
                  <mc:Fallback>
                    <p:oleObj name="" r:id="rId28" imgW="228600" imgH="330200" progId="Equation.3">
                      <p:embed/>
                      <p:pic>
                        <p:nvPicPr>
                          <p:cNvPr id="0" name="图片 3398"/>
                          <p:cNvPicPr/>
                          <p:nvPr/>
                        </p:nvPicPr>
                        <p:blipFill>
                          <a:blip r:embed="rId29">
                            <a:clrChange>
                              <a:clrFrom>
                                <a:srgbClr val="000000"/>
                              </a:clrFrom>
                              <a:clrTo>
                                <a:srgbClr val="FFFFFF"/>
                              </a:clrTo>
                            </a:clrChange>
                          </a:blip>
                          <a:stretch>
                            <a:fillRect/>
                          </a:stretch>
                        </p:blipFill>
                        <p:spPr>
                          <a:xfrm>
                            <a:off x="1930" y="1883"/>
                            <a:ext cx="290" cy="417"/>
                          </a:xfrm>
                          <a:prstGeom prst="rect">
                            <a:avLst/>
                          </a:prstGeom>
                          <a:noFill/>
                          <a:ln w="38100">
                            <a:noFill/>
                            <a:miter/>
                          </a:ln>
                        </p:spPr>
                      </p:pic>
                    </p:oleObj>
                  </mc:Fallback>
                </mc:AlternateContent>
              </a:graphicData>
            </a:graphic>
          </p:graphicFrame>
        </p:grpSp>
        <p:sp>
          <p:nvSpPr>
            <p:cNvPr id="51224" name="Rectangle 287"/>
            <p:cNvSpPr/>
            <p:nvPr/>
          </p:nvSpPr>
          <p:spPr>
            <a:xfrm>
              <a:off x="1831" y="447"/>
              <a:ext cx="1980" cy="2244"/>
            </a:xfrm>
            <a:prstGeom prst="rect">
              <a:avLst/>
            </a:prstGeom>
            <a:noFill/>
            <a:ln w="28575" cap="flat" cmpd="sng">
              <a:solidFill>
                <a:srgbClr val="66FF33"/>
              </a:solidFill>
              <a:prstDash val="dash"/>
              <a:miter/>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51225" name="Line 288"/>
            <p:cNvSpPr/>
            <p:nvPr/>
          </p:nvSpPr>
          <p:spPr>
            <a:xfrm>
              <a:off x="2006" y="1470"/>
              <a:ext cx="0" cy="384"/>
            </a:xfrm>
            <a:prstGeom prst="line">
              <a:avLst/>
            </a:prstGeom>
            <a:ln w="38100" cap="flat" cmpd="sng">
              <a:solidFill>
                <a:srgbClr val="FF3300"/>
              </a:solidFill>
              <a:prstDash val="solid"/>
              <a:headEnd type="none" w="med" len="med"/>
              <a:tailEnd type="none" w="med" len="med"/>
            </a:ln>
          </p:spPr>
        </p:sp>
        <p:sp>
          <p:nvSpPr>
            <p:cNvPr id="51226" name="Line 289"/>
            <p:cNvSpPr/>
            <p:nvPr/>
          </p:nvSpPr>
          <p:spPr>
            <a:xfrm>
              <a:off x="3630" y="1470"/>
              <a:ext cx="0" cy="384"/>
            </a:xfrm>
            <a:prstGeom prst="line">
              <a:avLst/>
            </a:prstGeom>
            <a:ln w="38100" cap="flat" cmpd="sng">
              <a:solidFill>
                <a:srgbClr val="FF33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2536"/>
                                        </p:tgtEl>
                                        <p:attrNameLst>
                                          <p:attrName>style.visibility</p:attrName>
                                        </p:attrNameLst>
                                      </p:cBhvr>
                                      <p:to>
                                        <p:strVal val="visible"/>
                                      </p:to>
                                    </p:set>
                                    <p:anim calcmode="lin" valueType="num">
                                      <p:cBhvr additive="base">
                                        <p:cTn id="7" dur="500" fill="hold"/>
                                        <p:tgtEl>
                                          <p:spTgt spid="62536"/>
                                        </p:tgtEl>
                                        <p:attrNameLst>
                                          <p:attrName>ppt_x</p:attrName>
                                        </p:attrNameLst>
                                      </p:cBhvr>
                                      <p:tavLst>
                                        <p:tav tm="0">
                                          <p:val>
                                            <p:strVal val="0-#ppt_w/2"/>
                                          </p:val>
                                        </p:tav>
                                        <p:tav tm="100000">
                                          <p:val>
                                            <p:strVal val="#ppt_x"/>
                                          </p:val>
                                        </p:tav>
                                      </p:tavLst>
                                    </p:anim>
                                    <p:anim calcmode="lin" valueType="num">
                                      <p:cBhvr additive="base">
                                        <p:cTn id="8" dur="500" fill="hold"/>
                                        <p:tgtEl>
                                          <p:spTgt spid="625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2537"/>
                                        </p:tgtEl>
                                        <p:attrNameLst>
                                          <p:attrName>style.visibility</p:attrName>
                                        </p:attrNameLst>
                                      </p:cBhvr>
                                      <p:to>
                                        <p:strVal val="visible"/>
                                      </p:to>
                                    </p:set>
                                    <p:anim calcmode="lin" valueType="num">
                                      <p:cBhvr additive="base">
                                        <p:cTn id="13" dur="500" fill="hold"/>
                                        <p:tgtEl>
                                          <p:spTgt spid="62537"/>
                                        </p:tgtEl>
                                        <p:attrNameLst>
                                          <p:attrName>ppt_x</p:attrName>
                                        </p:attrNameLst>
                                      </p:cBhvr>
                                      <p:tavLst>
                                        <p:tav tm="0">
                                          <p:val>
                                            <p:strVal val="1+#ppt_w/2"/>
                                          </p:val>
                                        </p:tav>
                                        <p:tav tm="100000">
                                          <p:val>
                                            <p:strVal val="#ppt_x"/>
                                          </p:val>
                                        </p:tav>
                                      </p:tavLst>
                                    </p:anim>
                                    <p:anim calcmode="lin" valueType="num">
                                      <p:cBhvr additive="base">
                                        <p:cTn id="14" dur="500" fill="hold"/>
                                        <p:tgtEl>
                                          <p:spTgt spid="625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5366" name="Object 70"/>
          <p:cNvGraphicFramePr/>
          <p:nvPr/>
        </p:nvGraphicFramePr>
        <p:xfrm>
          <a:off x="1298575" y="615950"/>
          <a:ext cx="6513513" cy="1268413"/>
        </p:xfrm>
        <a:graphic>
          <a:graphicData uri="http://schemas.openxmlformats.org/presentationml/2006/ole">
            <mc:AlternateContent xmlns:mc="http://schemas.openxmlformats.org/markup-compatibility/2006">
              <mc:Choice xmlns:v="urn:schemas-microsoft-com:vml" Requires="v">
                <p:oleObj spid="_x0000_s3403" name="" r:id="rId1" imgW="2475230" imgH="482600" progId="Equation.DSMT4">
                  <p:embed/>
                </p:oleObj>
              </mc:Choice>
              <mc:Fallback>
                <p:oleObj name="" r:id="rId1" imgW="2475230" imgH="482600" progId="Equation.DSMT4">
                  <p:embed/>
                  <p:pic>
                    <p:nvPicPr>
                      <p:cNvPr id="0" name="图片 3402"/>
                      <p:cNvPicPr/>
                      <p:nvPr/>
                    </p:nvPicPr>
                    <p:blipFill>
                      <a:blip r:embed="rId2">
                        <a:clrChange>
                          <a:clrFrom>
                            <a:srgbClr val="000000"/>
                          </a:clrFrom>
                          <a:clrTo>
                            <a:srgbClr val="FFFFFF"/>
                          </a:clrTo>
                        </a:clrChange>
                      </a:blip>
                      <a:stretch>
                        <a:fillRect/>
                      </a:stretch>
                    </p:blipFill>
                    <p:spPr>
                      <a:xfrm>
                        <a:off x="1298575" y="615950"/>
                        <a:ext cx="6513513" cy="1268413"/>
                      </a:xfrm>
                      <a:prstGeom prst="rect">
                        <a:avLst/>
                      </a:prstGeom>
                      <a:noFill/>
                      <a:ln w="38100">
                        <a:noFill/>
                        <a:miter/>
                      </a:ln>
                    </p:spPr>
                  </p:pic>
                </p:oleObj>
              </mc:Fallback>
            </mc:AlternateContent>
          </a:graphicData>
        </a:graphic>
      </p:graphicFrame>
      <p:graphicFrame>
        <p:nvGraphicFramePr>
          <p:cNvPr id="55367" name="Object 71"/>
          <p:cNvGraphicFramePr/>
          <p:nvPr/>
        </p:nvGraphicFramePr>
        <p:xfrm>
          <a:off x="2268538" y="1989138"/>
          <a:ext cx="4248150" cy="1293812"/>
        </p:xfrm>
        <a:graphic>
          <a:graphicData uri="http://schemas.openxmlformats.org/presentationml/2006/ole">
            <mc:AlternateContent xmlns:mc="http://schemas.openxmlformats.org/markup-compatibility/2006">
              <mc:Choice xmlns:v="urn:schemas-microsoft-com:vml" Requires="v">
                <p:oleObj spid="_x0000_s3401" name="" r:id="rId3" imgW="1586865" imgH="482600" progId="Equation.DSMT4">
                  <p:embed/>
                </p:oleObj>
              </mc:Choice>
              <mc:Fallback>
                <p:oleObj name="" r:id="rId3" imgW="1586865" imgH="482600" progId="Equation.DSMT4">
                  <p:embed/>
                  <p:pic>
                    <p:nvPicPr>
                      <p:cNvPr id="0" name="图片 3400"/>
                      <p:cNvPicPr/>
                      <p:nvPr/>
                    </p:nvPicPr>
                    <p:blipFill>
                      <a:blip r:embed="rId4">
                        <a:clrChange>
                          <a:clrFrom>
                            <a:srgbClr val="000000"/>
                          </a:clrFrom>
                          <a:clrTo>
                            <a:srgbClr val="FFFFFF"/>
                          </a:clrTo>
                        </a:clrChange>
                      </a:blip>
                      <a:stretch>
                        <a:fillRect/>
                      </a:stretch>
                    </p:blipFill>
                    <p:spPr>
                      <a:xfrm>
                        <a:off x="2268538" y="1989138"/>
                        <a:ext cx="4248150" cy="1293812"/>
                      </a:xfrm>
                      <a:prstGeom prst="rect">
                        <a:avLst/>
                      </a:prstGeom>
                      <a:noFill/>
                      <a:ln w="38100">
                        <a:noFill/>
                        <a:miter/>
                      </a:ln>
                    </p:spPr>
                  </p:pic>
                </p:oleObj>
              </mc:Fallback>
            </mc:AlternateContent>
          </a:graphicData>
        </a:graphic>
      </p:graphicFrame>
      <p:sp>
        <p:nvSpPr>
          <p:cNvPr id="55368" name="Text Box 72"/>
          <p:cNvSpPr txBox="1"/>
          <p:nvPr/>
        </p:nvSpPr>
        <p:spPr>
          <a:xfrm>
            <a:off x="1187450" y="3500438"/>
            <a:ext cx="990600"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则</a:t>
            </a:r>
            <a:endParaRPr lang="zh-CN" altLang="en-US" dirty="0">
              <a:solidFill>
                <a:srgbClr val="FFFF00"/>
              </a:solidFill>
              <a:latin typeface="Times New Roman" panose="02020603050405020304" pitchFamily="18" charset="0"/>
            </a:endParaRPr>
          </a:p>
        </p:txBody>
      </p:sp>
      <p:graphicFrame>
        <p:nvGraphicFramePr>
          <p:cNvPr id="55369" name="Object 73"/>
          <p:cNvGraphicFramePr/>
          <p:nvPr/>
        </p:nvGraphicFramePr>
        <p:xfrm>
          <a:off x="2484438" y="3429000"/>
          <a:ext cx="3309937" cy="698500"/>
        </p:xfrm>
        <a:graphic>
          <a:graphicData uri="http://schemas.openxmlformats.org/presentationml/2006/ole">
            <mc:AlternateContent xmlns:mc="http://schemas.openxmlformats.org/markup-compatibility/2006">
              <mc:Choice xmlns:v="urn:schemas-microsoft-com:vml" Requires="v">
                <p:oleObj spid="_x0000_s3398" name="" r:id="rId5" imgW="773430" imgH="165100" progId="Equation.DSMT4">
                  <p:embed/>
                </p:oleObj>
              </mc:Choice>
              <mc:Fallback>
                <p:oleObj name="" r:id="rId5" imgW="773430" imgH="165100" progId="Equation.DSMT4">
                  <p:embed/>
                  <p:pic>
                    <p:nvPicPr>
                      <p:cNvPr id="0" name="图片 3397"/>
                      <p:cNvPicPr/>
                      <p:nvPr/>
                    </p:nvPicPr>
                    <p:blipFill>
                      <a:blip r:embed="rId6">
                        <a:clrChange>
                          <a:clrFrom>
                            <a:srgbClr val="000000"/>
                          </a:clrFrom>
                          <a:clrTo>
                            <a:srgbClr val="990033"/>
                          </a:clrTo>
                        </a:clrChange>
                      </a:blip>
                      <a:stretch>
                        <a:fillRect/>
                      </a:stretch>
                    </p:blipFill>
                    <p:spPr>
                      <a:xfrm>
                        <a:off x="2484438" y="3429000"/>
                        <a:ext cx="3309937" cy="698500"/>
                      </a:xfrm>
                      <a:prstGeom prst="rect">
                        <a:avLst/>
                      </a:prstGeom>
                      <a:gradFill rotWithShape="1">
                        <a:gsLst>
                          <a:gs pos="0">
                            <a:srgbClr val="3399FF"/>
                          </a:gs>
                          <a:gs pos="50000">
                            <a:schemeClr val="bg1"/>
                          </a:gs>
                          <a:gs pos="100000">
                            <a:srgbClr val="3399FF"/>
                          </a:gs>
                        </a:gsLst>
                        <a:lin ang="5400000" scaled="1"/>
                        <a:tileRect/>
                      </a:gradFill>
                      <a:ln w="38100">
                        <a:noFill/>
                        <a:miter/>
                      </a:ln>
                    </p:spPr>
                  </p:pic>
                </p:oleObj>
              </mc:Fallback>
            </mc:AlternateContent>
          </a:graphicData>
        </a:graphic>
      </p:graphicFrame>
      <p:sp>
        <p:nvSpPr>
          <p:cNvPr id="55371" name="Text Box 75"/>
          <p:cNvSpPr txBox="1"/>
          <p:nvPr/>
        </p:nvSpPr>
        <p:spPr>
          <a:xfrm>
            <a:off x="1187450" y="4724400"/>
            <a:ext cx="7559675" cy="1117600"/>
          </a:xfrm>
          <a:prstGeom prst="rect">
            <a:avLst/>
          </a:prstGeom>
          <a:noFill/>
          <a:ln w="9525">
            <a:noFill/>
          </a:ln>
        </p:spPr>
        <p:txBody>
          <a:bodyPr>
            <a:spAutoFit/>
          </a:bodyPr>
          <a:p>
            <a:pPr algn="just">
              <a:lnSpc>
                <a:spcPct val="120000"/>
              </a:lnSpc>
              <a:spcBef>
                <a:spcPct val="50000"/>
              </a:spcBef>
            </a:pPr>
            <a:r>
              <a:rPr lang="en-US" altLang="zh-CN" dirty="0">
                <a:solidFill>
                  <a:srgbClr val="FFFF00"/>
                </a:solidFill>
                <a:latin typeface="楷体_GB2312" pitchFamily="49" charset="-122"/>
              </a:rPr>
              <a:t>       </a:t>
            </a:r>
            <a:r>
              <a:rPr lang="zh-CN" altLang="en-US" dirty="0">
                <a:solidFill>
                  <a:srgbClr val="FFFF00"/>
                </a:solidFill>
                <a:latin typeface="楷体_GB2312" pitchFamily="49" charset="-122"/>
              </a:rPr>
              <a:t>串联后复合二端口</a:t>
            </a:r>
            <a:r>
              <a:rPr lang="en-US" altLang="zh-CN" b="0" i="1" dirty="0">
                <a:latin typeface="Times New Roman" panose="02020603050405020304" pitchFamily="18" charset="0"/>
              </a:rPr>
              <a:t>Z</a:t>
            </a:r>
            <a:r>
              <a:rPr lang="en-US" altLang="zh-CN" b="0" dirty="0">
                <a:latin typeface="Times New Roman" panose="02020603050405020304" pitchFamily="18" charset="0"/>
              </a:rPr>
              <a:t> </a:t>
            </a:r>
            <a:r>
              <a:rPr lang="zh-CN" altLang="en-US" dirty="0">
                <a:solidFill>
                  <a:srgbClr val="FFFF00"/>
                </a:solidFill>
                <a:latin typeface="楷体_GB2312" pitchFamily="49" charset="-122"/>
              </a:rPr>
              <a:t>参数矩阵等于原二端口</a:t>
            </a:r>
            <a:r>
              <a:rPr lang="en-US" altLang="zh-CN" b="0" i="1" dirty="0">
                <a:latin typeface="Times New Roman" panose="02020603050405020304" pitchFamily="18" charset="0"/>
              </a:rPr>
              <a:t>Z</a:t>
            </a:r>
            <a:r>
              <a:rPr lang="en-US" altLang="zh-CN" b="0"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参数矩阵相加。可推广到 </a:t>
            </a:r>
            <a:r>
              <a:rPr lang="en-US" altLang="zh-CN" b="0" i="1" dirty="0">
                <a:latin typeface="Times New Roman" panose="02020603050405020304" pitchFamily="18" charset="0"/>
              </a:rPr>
              <a:t>n</a:t>
            </a:r>
            <a:r>
              <a:rPr lang="en-US" altLang="zh-CN" b="0" dirty="0">
                <a:solidFill>
                  <a:srgbClr val="FFFF00"/>
                </a:solidFill>
                <a:latin typeface="Times New Roman" panose="02020603050405020304" pitchFamily="18" charset="0"/>
              </a:rPr>
              <a:t> </a:t>
            </a:r>
            <a:r>
              <a:rPr lang="zh-CN" altLang="en-US" dirty="0">
                <a:solidFill>
                  <a:srgbClr val="FFFF00"/>
                </a:solidFill>
                <a:latin typeface="楷体_GB2312" pitchFamily="49" charset="-122"/>
              </a:rPr>
              <a:t>端口串联。</a:t>
            </a:r>
            <a:endParaRPr lang="zh-CN" altLang="en-US" dirty="0">
              <a:solidFill>
                <a:srgbClr val="FFFF00"/>
              </a:solidFill>
              <a:latin typeface="楷体_GB2312" pitchFamily="49" charset="-122"/>
            </a:endParaRPr>
          </a:p>
        </p:txBody>
      </p:sp>
      <p:grpSp>
        <p:nvGrpSpPr>
          <p:cNvPr id="52231" name="Group 80"/>
          <p:cNvGrpSpPr/>
          <p:nvPr/>
        </p:nvGrpSpPr>
        <p:grpSpPr>
          <a:xfrm>
            <a:off x="8316913" y="6446838"/>
            <a:ext cx="792162" cy="366712"/>
            <a:chOff x="5193" y="4020"/>
            <a:chExt cx="499" cy="231"/>
          </a:xfrm>
        </p:grpSpPr>
        <p:pic>
          <p:nvPicPr>
            <p:cNvPr id="52241" name="Picture 81"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2242" name="Text Box 8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2232" name="Group 83"/>
          <p:cNvGrpSpPr/>
          <p:nvPr/>
        </p:nvGrpSpPr>
        <p:grpSpPr>
          <a:xfrm>
            <a:off x="7453313" y="6446838"/>
            <a:ext cx="792162" cy="366712"/>
            <a:chOff x="4649" y="4020"/>
            <a:chExt cx="499" cy="231"/>
          </a:xfrm>
        </p:grpSpPr>
        <p:pic>
          <p:nvPicPr>
            <p:cNvPr id="52239" name="Picture 84"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52240" name="Text Box 8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89"/>
          <p:cNvGrpSpPr/>
          <p:nvPr/>
        </p:nvGrpSpPr>
        <p:grpSpPr>
          <a:xfrm>
            <a:off x="755650" y="4508500"/>
            <a:ext cx="1644650" cy="850900"/>
            <a:chOff x="385" y="3022"/>
            <a:chExt cx="1036" cy="536"/>
          </a:xfrm>
        </p:grpSpPr>
        <p:pic>
          <p:nvPicPr>
            <p:cNvPr id="52237" name="Picture 90" descr="123"/>
            <p:cNvPicPr>
              <a:picLocks noChangeAspect="1"/>
            </p:cNvPicPr>
            <p:nvPr/>
          </p:nvPicPr>
          <p:blipFill>
            <a:blip r:embed="rId8"/>
            <a:stretch>
              <a:fillRect/>
            </a:stretch>
          </p:blipFill>
          <p:spPr>
            <a:xfrm>
              <a:off x="385" y="3022"/>
              <a:ext cx="590" cy="536"/>
            </a:xfrm>
            <a:prstGeom prst="rect">
              <a:avLst/>
            </a:prstGeom>
            <a:noFill/>
            <a:ln w="9525">
              <a:noFill/>
            </a:ln>
          </p:spPr>
        </p:pic>
        <p:sp>
          <p:nvSpPr>
            <p:cNvPr id="52238" name="Text Box 91"/>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52234" name="Group 95"/>
          <p:cNvGrpSpPr/>
          <p:nvPr/>
        </p:nvGrpSpPr>
        <p:grpSpPr>
          <a:xfrm>
            <a:off x="6588125" y="6446838"/>
            <a:ext cx="792163" cy="366712"/>
            <a:chOff x="4649" y="4020"/>
            <a:chExt cx="499" cy="231"/>
          </a:xfrm>
        </p:grpSpPr>
        <p:pic>
          <p:nvPicPr>
            <p:cNvPr id="52235" name="Picture 96" descr="78900"/>
            <p:cNvPicPr>
              <a:picLocks noChangeAspect="1"/>
            </p:cNvPicPr>
            <p:nvPr/>
          </p:nvPicPr>
          <p:blipFill>
            <a:blip r:embed="rId7"/>
            <a:stretch>
              <a:fillRect/>
            </a:stretch>
          </p:blipFill>
          <p:spPr>
            <a:xfrm>
              <a:off x="4649" y="4066"/>
              <a:ext cx="499" cy="181"/>
            </a:xfrm>
            <a:prstGeom prst="rect">
              <a:avLst/>
            </a:prstGeom>
            <a:noFill/>
            <a:ln w="9525">
              <a:noFill/>
            </a:ln>
          </p:spPr>
        </p:pic>
        <p:sp>
          <p:nvSpPr>
            <p:cNvPr id="52236" name="Text Box 9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5366"/>
                                        </p:tgtEl>
                                        <p:attrNameLst>
                                          <p:attrName>style.visibility</p:attrName>
                                        </p:attrNameLst>
                                      </p:cBhvr>
                                      <p:to>
                                        <p:strVal val="visible"/>
                                      </p:to>
                                    </p:set>
                                    <p:animEffect transition="in" filter="wipe(left)">
                                      <p:cBhvr>
                                        <p:cTn id="7" dur="2000"/>
                                        <p:tgtEl>
                                          <p:spTgt spid="553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367"/>
                                        </p:tgtEl>
                                        <p:attrNameLst>
                                          <p:attrName>style.visibility</p:attrName>
                                        </p:attrNameLst>
                                      </p:cBhvr>
                                      <p:to>
                                        <p:strVal val="visible"/>
                                      </p:to>
                                    </p:set>
                                    <p:animEffect transition="in" filter="wipe(left)">
                                      <p:cBhvr>
                                        <p:cTn id="12" dur="2000"/>
                                        <p:tgtEl>
                                          <p:spTgt spid="5536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55368">
                                            <p:txEl>
                                              <p:charRg st="0" end="2"/>
                                            </p:txEl>
                                          </p:spTgt>
                                        </p:tgtEl>
                                        <p:attrNameLst>
                                          <p:attrName>style.visibility</p:attrName>
                                        </p:attrNameLst>
                                      </p:cBhvr>
                                      <p:to>
                                        <p:strVal val="visible"/>
                                      </p:to>
                                    </p:set>
                                    <p:animEffect transition="in" filter="slide(fromLeft)">
                                      <p:cBhvr>
                                        <p:cTn id="17" dur="500"/>
                                        <p:tgtEl>
                                          <p:spTgt spid="55368">
                                            <p:txEl>
                                              <p:charRg st="0" end="2"/>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5369"/>
                                        </p:tgtEl>
                                        <p:attrNameLst>
                                          <p:attrName>style.visibility</p:attrName>
                                        </p:attrNameLst>
                                      </p:cBhvr>
                                      <p:to>
                                        <p:strVal val="visible"/>
                                      </p:to>
                                    </p:set>
                                    <p:animEffect transition="in" filter="wipe(left)">
                                      <p:cBhvr>
                                        <p:cTn id="21" dur="2000"/>
                                        <p:tgtEl>
                                          <p:spTgt spid="5536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linds(horizontal)">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55371">
                                            <p:txEl>
                                              <p:charRg st="0" end="49"/>
                                            </p:txEl>
                                          </p:spTgt>
                                        </p:tgtEl>
                                        <p:attrNameLst>
                                          <p:attrName>style.visibility</p:attrName>
                                        </p:attrNameLst>
                                      </p:cBhvr>
                                      <p:to>
                                        <p:strVal val="visible"/>
                                      </p:to>
                                    </p:set>
                                    <p:animEffect transition="in" filter="slide(fromBottom)">
                                      <p:cBhvr>
                                        <p:cTn id="31" dur="2000"/>
                                        <p:tgtEl>
                                          <p:spTgt spid="55371">
                                            <p:txEl>
                                              <p:charRg st="0" end="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68" grpId="0" build="p"/>
      <p:bldP spid="55371"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Text Box 3"/>
          <p:cNvSpPr txBox="1"/>
          <p:nvPr/>
        </p:nvSpPr>
        <p:spPr>
          <a:xfrm>
            <a:off x="1979613" y="549275"/>
            <a:ext cx="6913562" cy="946150"/>
          </a:xfrm>
          <a:prstGeom prst="rect">
            <a:avLst/>
          </a:prstGeom>
          <a:noFill/>
          <a:ln w="9525">
            <a:noFill/>
          </a:ln>
        </p:spPr>
        <p:txBody>
          <a:bodyPr>
            <a:spAutoFit/>
          </a:bodyPr>
          <a:p>
            <a:pPr marL="342900" indent="-342900">
              <a:spcBef>
                <a:spcPct val="50000"/>
              </a:spcBef>
              <a:buAutoNum type="circleNumDbPlain"/>
            </a:pPr>
            <a:r>
              <a:rPr lang="zh-CN" altLang="en-US" dirty="0">
                <a:solidFill>
                  <a:srgbClr val="FFFF00"/>
                </a:solidFill>
                <a:latin typeface="楷体_GB2312" pitchFamily="49" charset="-122"/>
              </a:rPr>
              <a:t>串联后端口条件可能被破坏，</a:t>
            </a:r>
            <a:r>
              <a:rPr lang="zh-CN" altLang="en-US" dirty="0">
                <a:solidFill>
                  <a:srgbClr val="FFFF00"/>
                </a:solidFill>
                <a:latin typeface="Arial" panose="020B0604020202020204" pitchFamily="34" charset="0"/>
              </a:rPr>
              <a:t>此时上述关系式将不成立，</a:t>
            </a:r>
            <a:r>
              <a:rPr lang="zh-CN" altLang="en-US" dirty="0">
                <a:solidFill>
                  <a:srgbClr val="FFFF00"/>
                </a:solidFill>
                <a:latin typeface="楷体_GB2312" pitchFamily="49" charset="-122"/>
              </a:rPr>
              <a:t>需检查端口条件</a:t>
            </a:r>
            <a:r>
              <a:rPr lang="zh-CN" altLang="en-US" dirty="0">
                <a:solidFill>
                  <a:srgbClr val="FFFF00"/>
                </a:solidFill>
                <a:latin typeface="Arial" panose="020B0604020202020204" pitchFamily="34" charset="0"/>
              </a:rPr>
              <a:t>。</a:t>
            </a:r>
            <a:endParaRPr lang="zh-CN" altLang="en-US" dirty="0">
              <a:solidFill>
                <a:srgbClr val="FFFF00"/>
              </a:solidFill>
              <a:latin typeface="Arial" panose="020B0604020202020204" pitchFamily="34" charset="0"/>
            </a:endParaRPr>
          </a:p>
        </p:txBody>
      </p:sp>
      <p:sp>
        <p:nvSpPr>
          <p:cNvPr id="57348" name="Text Box 4"/>
          <p:cNvSpPr txBox="1"/>
          <p:nvPr/>
        </p:nvSpPr>
        <p:spPr>
          <a:xfrm>
            <a:off x="2700338" y="5661025"/>
            <a:ext cx="3600450" cy="519113"/>
          </a:xfrm>
          <a:prstGeom prst="rect">
            <a:avLst/>
          </a:prstGeom>
          <a:solidFill>
            <a:schemeClr val="hlink"/>
          </a:solidFill>
          <a:ln w="9525">
            <a:noFill/>
          </a:ln>
        </p:spPr>
        <p:txBody>
          <a:bodyPr>
            <a:spAutoFit/>
          </a:bodyPr>
          <a:p>
            <a:pPr algn="ctr">
              <a:spcBef>
                <a:spcPct val="50000"/>
              </a:spcBef>
            </a:pPr>
            <a:r>
              <a:rPr lang="zh-CN" altLang="en-US" dirty="0">
                <a:latin typeface="楷体_GB2312" pitchFamily="49" charset="-122"/>
              </a:rPr>
              <a:t>端口条件破坏 </a:t>
            </a:r>
            <a:r>
              <a:rPr lang="en-US" altLang="zh-CN" dirty="0">
                <a:latin typeface="楷体_GB2312" pitchFamily="49" charset="-122"/>
              </a:rPr>
              <a:t>!</a:t>
            </a:r>
            <a:endParaRPr lang="en-US" altLang="zh-CN" dirty="0">
              <a:latin typeface="楷体_GB2312" pitchFamily="49" charset="-122"/>
            </a:endParaRPr>
          </a:p>
        </p:txBody>
      </p:sp>
      <p:grpSp>
        <p:nvGrpSpPr>
          <p:cNvPr id="79876" name="Group 97"/>
          <p:cNvGrpSpPr/>
          <p:nvPr/>
        </p:nvGrpSpPr>
        <p:grpSpPr>
          <a:xfrm>
            <a:off x="8316913" y="6446838"/>
            <a:ext cx="792162" cy="366712"/>
            <a:chOff x="5193" y="4020"/>
            <a:chExt cx="499" cy="231"/>
          </a:xfrm>
        </p:grpSpPr>
        <p:pic>
          <p:nvPicPr>
            <p:cNvPr id="79963" name="Picture 9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9964" name="Text Box 9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79877" name="Group 100"/>
          <p:cNvGrpSpPr/>
          <p:nvPr/>
        </p:nvGrpSpPr>
        <p:grpSpPr>
          <a:xfrm>
            <a:off x="7453313" y="6446838"/>
            <a:ext cx="792162" cy="366712"/>
            <a:chOff x="4649" y="4020"/>
            <a:chExt cx="499" cy="231"/>
          </a:xfrm>
        </p:grpSpPr>
        <p:pic>
          <p:nvPicPr>
            <p:cNvPr id="79961" name="Picture 10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9962" name="Text Box 10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106"/>
          <p:cNvGrpSpPr/>
          <p:nvPr/>
        </p:nvGrpSpPr>
        <p:grpSpPr>
          <a:xfrm>
            <a:off x="468313" y="333375"/>
            <a:ext cx="1644650" cy="850900"/>
            <a:chOff x="385" y="3022"/>
            <a:chExt cx="1036" cy="536"/>
          </a:xfrm>
        </p:grpSpPr>
        <p:pic>
          <p:nvPicPr>
            <p:cNvPr id="79959" name="Picture 107"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79960" name="Text Box 108"/>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注意</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5" name="Group 196"/>
          <p:cNvGrpSpPr/>
          <p:nvPr/>
        </p:nvGrpSpPr>
        <p:grpSpPr>
          <a:xfrm>
            <a:off x="1258888" y="1484313"/>
            <a:ext cx="6337300" cy="3868737"/>
            <a:chOff x="793" y="935"/>
            <a:chExt cx="3992" cy="2437"/>
          </a:xfrm>
        </p:grpSpPr>
        <p:sp>
          <p:nvSpPr>
            <p:cNvPr id="79883" name="Line 110"/>
            <p:cNvSpPr/>
            <p:nvPr/>
          </p:nvSpPr>
          <p:spPr>
            <a:xfrm flipH="1">
              <a:off x="4467" y="1258"/>
              <a:ext cx="5" cy="2004"/>
            </a:xfrm>
            <a:prstGeom prst="line">
              <a:avLst/>
            </a:prstGeom>
            <a:ln w="28575" cap="flat" cmpd="sng">
              <a:solidFill>
                <a:srgbClr val="FFCC00"/>
              </a:solidFill>
              <a:prstDash val="solid"/>
              <a:headEnd type="none" w="med" len="med"/>
              <a:tailEnd type="none" w="med" len="med"/>
            </a:ln>
          </p:spPr>
        </p:sp>
        <p:sp>
          <p:nvSpPr>
            <p:cNvPr id="79884" name="Line 112"/>
            <p:cNvSpPr/>
            <p:nvPr/>
          </p:nvSpPr>
          <p:spPr>
            <a:xfrm>
              <a:off x="1110" y="1258"/>
              <a:ext cx="0" cy="1991"/>
            </a:xfrm>
            <a:prstGeom prst="line">
              <a:avLst/>
            </a:prstGeom>
            <a:ln w="28575" cap="flat" cmpd="sng">
              <a:solidFill>
                <a:srgbClr val="FFCC00"/>
              </a:solidFill>
              <a:prstDash val="solid"/>
              <a:headEnd type="none" w="med" len="med"/>
              <a:tailEnd type="none" w="med" len="med"/>
            </a:ln>
          </p:spPr>
        </p:sp>
        <p:sp>
          <p:nvSpPr>
            <p:cNvPr id="79885" name="Line 114"/>
            <p:cNvSpPr/>
            <p:nvPr/>
          </p:nvSpPr>
          <p:spPr>
            <a:xfrm flipH="1">
              <a:off x="1141" y="1212"/>
              <a:ext cx="740" cy="1"/>
            </a:xfrm>
            <a:prstGeom prst="line">
              <a:avLst/>
            </a:prstGeom>
            <a:ln w="28575" cap="flat" cmpd="sng">
              <a:solidFill>
                <a:srgbClr val="FFCC00"/>
              </a:solidFill>
              <a:prstDash val="solid"/>
              <a:headEnd type="none" w="med" len="med"/>
              <a:tailEnd type="none" w="med" len="med"/>
            </a:ln>
          </p:spPr>
        </p:sp>
        <p:sp>
          <p:nvSpPr>
            <p:cNvPr id="79886" name="Line 115"/>
            <p:cNvSpPr/>
            <p:nvPr/>
          </p:nvSpPr>
          <p:spPr>
            <a:xfrm flipH="1">
              <a:off x="1141" y="3288"/>
              <a:ext cx="726" cy="1"/>
            </a:xfrm>
            <a:prstGeom prst="line">
              <a:avLst/>
            </a:prstGeom>
            <a:ln w="28575" cap="flat" cmpd="sng">
              <a:solidFill>
                <a:srgbClr val="FFCC00"/>
              </a:solidFill>
              <a:prstDash val="solid"/>
              <a:headEnd type="none" w="med" len="med"/>
              <a:tailEnd type="none" w="med" len="med"/>
            </a:ln>
          </p:spPr>
        </p:sp>
        <p:sp>
          <p:nvSpPr>
            <p:cNvPr id="79887" name="Line 116"/>
            <p:cNvSpPr/>
            <p:nvPr/>
          </p:nvSpPr>
          <p:spPr>
            <a:xfrm>
              <a:off x="3702" y="1219"/>
              <a:ext cx="725" cy="1"/>
            </a:xfrm>
            <a:prstGeom prst="line">
              <a:avLst/>
            </a:prstGeom>
            <a:ln w="28575" cap="flat" cmpd="sng">
              <a:solidFill>
                <a:srgbClr val="FFCC00"/>
              </a:solidFill>
              <a:prstDash val="solid"/>
              <a:headEnd type="none" w="med" len="med"/>
              <a:tailEnd type="none" w="med" len="med"/>
            </a:ln>
          </p:spPr>
        </p:sp>
        <p:sp>
          <p:nvSpPr>
            <p:cNvPr id="79888" name="Line 117"/>
            <p:cNvSpPr/>
            <p:nvPr/>
          </p:nvSpPr>
          <p:spPr>
            <a:xfrm>
              <a:off x="3696" y="3299"/>
              <a:ext cx="725" cy="2"/>
            </a:xfrm>
            <a:prstGeom prst="line">
              <a:avLst/>
            </a:prstGeom>
            <a:ln w="28575" cap="flat" cmpd="sng">
              <a:solidFill>
                <a:srgbClr val="FFCC00"/>
              </a:solidFill>
              <a:prstDash val="solid"/>
              <a:headEnd type="none" w="med" len="med"/>
              <a:tailEnd type="none" w="med" len="med"/>
            </a:ln>
          </p:spPr>
        </p:sp>
        <p:sp>
          <p:nvSpPr>
            <p:cNvPr id="79889" name="Rectangle 118"/>
            <p:cNvSpPr/>
            <p:nvPr/>
          </p:nvSpPr>
          <p:spPr>
            <a:xfrm>
              <a:off x="1247" y="935"/>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a:t>
              </a:r>
              <a:endParaRPr lang="en-US" altLang="zh-CN" sz="2400" b="0" dirty="0">
                <a:latin typeface="Times New Roman" panose="02020603050405020304" pitchFamily="18" charset="0"/>
                <a:ea typeface="宋体" panose="02010600030101010101" pitchFamily="2" charset="-122"/>
              </a:endParaRPr>
            </a:p>
          </p:txBody>
        </p:sp>
        <p:sp>
          <p:nvSpPr>
            <p:cNvPr id="79890" name="Rectangle 119"/>
            <p:cNvSpPr/>
            <p:nvPr/>
          </p:nvSpPr>
          <p:spPr>
            <a:xfrm>
              <a:off x="1247" y="3022"/>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a:t>
              </a:r>
              <a:endParaRPr lang="en-US" altLang="zh-CN" sz="2400" b="0" dirty="0">
                <a:latin typeface="Times New Roman" panose="02020603050405020304" pitchFamily="18" charset="0"/>
                <a:ea typeface="宋体" panose="02010600030101010101" pitchFamily="2" charset="-122"/>
              </a:endParaRPr>
            </a:p>
          </p:txBody>
        </p:sp>
        <p:sp>
          <p:nvSpPr>
            <p:cNvPr id="79891" name="Rectangle 120"/>
            <p:cNvSpPr/>
            <p:nvPr/>
          </p:nvSpPr>
          <p:spPr>
            <a:xfrm>
              <a:off x="3833" y="3067"/>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9892" name="Rectangle 121"/>
            <p:cNvSpPr/>
            <p:nvPr/>
          </p:nvSpPr>
          <p:spPr>
            <a:xfrm>
              <a:off x="4059" y="940"/>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9893" name="Line 122"/>
            <p:cNvSpPr/>
            <p:nvPr/>
          </p:nvSpPr>
          <p:spPr>
            <a:xfrm rot="5400000" flipH="1">
              <a:off x="4180" y="1103"/>
              <a:ext cx="0" cy="243"/>
            </a:xfrm>
            <a:prstGeom prst="line">
              <a:avLst/>
            </a:prstGeom>
            <a:ln w="28575" cap="flat" cmpd="sng">
              <a:solidFill>
                <a:srgbClr val="00FFFF"/>
              </a:solidFill>
              <a:prstDash val="solid"/>
              <a:headEnd type="none" w="med" len="med"/>
              <a:tailEnd type="triangle" w="med" len="med"/>
            </a:ln>
          </p:spPr>
        </p:sp>
        <p:sp>
          <p:nvSpPr>
            <p:cNvPr id="79894" name="Oval 123"/>
            <p:cNvSpPr/>
            <p:nvPr/>
          </p:nvSpPr>
          <p:spPr>
            <a:xfrm>
              <a:off x="1079" y="1174"/>
              <a:ext cx="71" cy="76"/>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895" name="Oval 124"/>
            <p:cNvSpPr/>
            <p:nvPr/>
          </p:nvSpPr>
          <p:spPr>
            <a:xfrm>
              <a:off x="1079" y="3242"/>
              <a:ext cx="71" cy="76"/>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896" name="Oval 125"/>
            <p:cNvSpPr/>
            <p:nvPr/>
          </p:nvSpPr>
          <p:spPr>
            <a:xfrm>
              <a:off x="4425" y="1181"/>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897" name="Oval 126"/>
            <p:cNvSpPr/>
            <p:nvPr/>
          </p:nvSpPr>
          <p:spPr>
            <a:xfrm>
              <a:off x="4431" y="3249"/>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898" name="Line 127"/>
            <p:cNvSpPr/>
            <p:nvPr/>
          </p:nvSpPr>
          <p:spPr>
            <a:xfrm rot="-5400000">
              <a:off x="3954" y="3172"/>
              <a:ext cx="0" cy="243"/>
            </a:xfrm>
            <a:prstGeom prst="line">
              <a:avLst/>
            </a:prstGeom>
            <a:ln w="28575" cap="flat" cmpd="sng">
              <a:solidFill>
                <a:srgbClr val="00FFFF"/>
              </a:solidFill>
              <a:prstDash val="solid"/>
              <a:headEnd type="none" w="med" len="med"/>
              <a:tailEnd type="triangle" w="med" len="med"/>
            </a:ln>
          </p:spPr>
        </p:sp>
        <p:sp>
          <p:nvSpPr>
            <p:cNvPr id="79899" name="Line 128"/>
            <p:cNvSpPr/>
            <p:nvPr/>
          </p:nvSpPr>
          <p:spPr>
            <a:xfrm rot="-5400000">
              <a:off x="1368" y="1085"/>
              <a:ext cx="0" cy="243"/>
            </a:xfrm>
            <a:prstGeom prst="line">
              <a:avLst/>
            </a:prstGeom>
            <a:ln w="28575" cap="flat" cmpd="sng">
              <a:solidFill>
                <a:srgbClr val="00FFFF"/>
              </a:solidFill>
              <a:prstDash val="solid"/>
              <a:headEnd type="none" w="med" len="med"/>
              <a:tailEnd type="triangle" w="med" len="med"/>
            </a:ln>
          </p:spPr>
        </p:sp>
        <p:sp>
          <p:nvSpPr>
            <p:cNvPr id="79900" name="Line 129"/>
            <p:cNvSpPr/>
            <p:nvPr/>
          </p:nvSpPr>
          <p:spPr>
            <a:xfrm rot="5400000" flipH="1">
              <a:off x="1368" y="3172"/>
              <a:ext cx="0" cy="243"/>
            </a:xfrm>
            <a:prstGeom prst="line">
              <a:avLst/>
            </a:prstGeom>
            <a:ln w="28575" cap="flat" cmpd="sng">
              <a:solidFill>
                <a:srgbClr val="00FFFF"/>
              </a:solidFill>
              <a:prstDash val="solid"/>
              <a:headEnd type="none" w="med" len="med"/>
              <a:tailEnd type="triangle" w="med" len="med"/>
            </a:ln>
          </p:spPr>
        </p:sp>
        <p:sp>
          <p:nvSpPr>
            <p:cNvPr id="79901" name="Line 130"/>
            <p:cNvSpPr/>
            <p:nvPr/>
          </p:nvSpPr>
          <p:spPr>
            <a:xfrm flipH="1">
              <a:off x="2789" y="1213"/>
              <a:ext cx="4" cy="770"/>
            </a:xfrm>
            <a:prstGeom prst="line">
              <a:avLst/>
            </a:prstGeom>
            <a:ln w="28575" cap="flat" cmpd="sng">
              <a:solidFill>
                <a:srgbClr val="FFCC00"/>
              </a:solidFill>
              <a:prstDash val="solid"/>
              <a:headEnd type="oval" w="med" len="med"/>
              <a:tailEnd type="oval" w="med" len="med"/>
            </a:ln>
          </p:spPr>
        </p:sp>
        <p:sp>
          <p:nvSpPr>
            <p:cNvPr id="79902" name="Line 131"/>
            <p:cNvSpPr/>
            <p:nvPr/>
          </p:nvSpPr>
          <p:spPr>
            <a:xfrm>
              <a:off x="1927" y="1983"/>
              <a:ext cx="1724" cy="0"/>
            </a:xfrm>
            <a:prstGeom prst="line">
              <a:avLst/>
            </a:prstGeom>
            <a:ln w="28575" cap="flat" cmpd="sng">
              <a:solidFill>
                <a:srgbClr val="FFCC00"/>
              </a:solidFill>
              <a:prstDash val="solid"/>
              <a:headEnd type="none" w="med" len="med"/>
              <a:tailEnd type="none" w="med" len="med"/>
            </a:ln>
          </p:spPr>
        </p:sp>
        <p:sp>
          <p:nvSpPr>
            <p:cNvPr id="79903" name="Line 132"/>
            <p:cNvSpPr/>
            <p:nvPr/>
          </p:nvSpPr>
          <p:spPr>
            <a:xfrm>
              <a:off x="1927" y="1212"/>
              <a:ext cx="1700" cy="9"/>
            </a:xfrm>
            <a:prstGeom prst="line">
              <a:avLst/>
            </a:prstGeom>
            <a:ln w="28575" cap="flat" cmpd="sng">
              <a:solidFill>
                <a:srgbClr val="FFCC00"/>
              </a:solidFill>
              <a:prstDash val="solid"/>
              <a:headEnd type="none" w="med" len="med"/>
              <a:tailEnd type="none" w="med" len="med"/>
            </a:ln>
          </p:spPr>
        </p:sp>
        <p:sp>
          <p:nvSpPr>
            <p:cNvPr id="79904" name="Rectangle 133"/>
            <p:cNvSpPr/>
            <p:nvPr/>
          </p:nvSpPr>
          <p:spPr>
            <a:xfrm>
              <a:off x="2290" y="940"/>
              <a:ext cx="243"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t>
              </a:r>
              <a:r>
                <a:rPr lang="en-US" altLang="zh-CN" sz="24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latin typeface="Times New Roman" panose="02020603050405020304" pitchFamily="18" charset="0"/>
                <a:ea typeface="宋体" panose="02010600030101010101" pitchFamily="2" charset="-122"/>
              </a:endParaRPr>
            </a:p>
          </p:txBody>
        </p:sp>
        <p:sp>
          <p:nvSpPr>
            <p:cNvPr id="79905" name="Rectangle 134"/>
            <p:cNvSpPr/>
            <p:nvPr/>
          </p:nvSpPr>
          <p:spPr>
            <a:xfrm>
              <a:off x="2472" y="1434"/>
              <a:ext cx="235" cy="231"/>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3A</a:t>
              </a:r>
              <a:endParaRPr lang="en-US" altLang="zh-CN" sz="2400" b="0" dirty="0">
                <a:latin typeface="Times New Roman" panose="02020603050405020304" pitchFamily="18" charset="0"/>
                <a:ea typeface="宋体" panose="02010600030101010101" pitchFamily="2" charset="-122"/>
              </a:endParaRPr>
            </a:p>
          </p:txBody>
        </p:sp>
        <p:sp>
          <p:nvSpPr>
            <p:cNvPr id="79906" name="Rectangle 135"/>
            <p:cNvSpPr/>
            <p:nvPr/>
          </p:nvSpPr>
          <p:spPr>
            <a:xfrm>
              <a:off x="3334" y="1706"/>
              <a:ext cx="426"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 1.5A</a:t>
              </a:r>
              <a:endParaRPr lang="en-US" altLang="zh-CN" sz="2400" b="0" dirty="0">
                <a:latin typeface="Times New Roman" panose="02020603050405020304" pitchFamily="18" charset="0"/>
                <a:ea typeface="宋体" panose="02010600030101010101" pitchFamily="2" charset="-122"/>
              </a:endParaRPr>
            </a:p>
          </p:txBody>
        </p:sp>
        <p:sp>
          <p:nvSpPr>
            <p:cNvPr id="79907" name="Rectangle 136"/>
            <p:cNvSpPr/>
            <p:nvPr/>
          </p:nvSpPr>
          <p:spPr>
            <a:xfrm>
              <a:off x="1791" y="1706"/>
              <a:ext cx="379"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1.5A</a:t>
              </a:r>
              <a:endParaRPr lang="en-US" altLang="zh-CN" sz="2400" b="0" dirty="0">
                <a:latin typeface="Times New Roman" panose="02020603050405020304" pitchFamily="18" charset="0"/>
                <a:ea typeface="宋体" panose="02010600030101010101" pitchFamily="2" charset="-122"/>
              </a:endParaRPr>
            </a:p>
          </p:txBody>
        </p:sp>
        <p:sp>
          <p:nvSpPr>
            <p:cNvPr id="79908" name="Line 137"/>
            <p:cNvSpPr/>
            <p:nvPr/>
          </p:nvSpPr>
          <p:spPr>
            <a:xfrm>
              <a:off x="2789" y="1706"/>
              <a:ext cx="0" cy="259"/>
            </a:xfrm>
            <a:prstGeom prst="line">
              <a:avLst/>
            </a:prstGeom>
            <a:ln w="28575" cap="flat" cmpd="sng">
              <a:solidFill>
                <a:srgbClr val="00FFFF"/>
              </a:solidFill>
              <a:prstDash val="solid"/>
              <a:headEnd type="none" w="med" len="med"/>
              <a:tailEnd type="triangle" w="med" len="med"/>
            </a:ln>
          </p:spPr>
        </p:sp>
        <p:sp>
          <p:nvSpPr>
            <p:cNvPr id="79909" name="Rectangle 138"/>
            <p:cNvSpPr/>
            <p:nvPr/>
          </p:nvSpPr>
          <p:spPr>
            <a:xfrm>
              <a:off x="2925" y="1434"/>
              <a:ext cx="243"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3</a:t>
              </a:r>
              <a:r>
                <a:rPr lang="en-US" altLang="zh-CN" sz="24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latin typeface="Times New Roman" panose="02020603050405020304" pitchFamily="18" charset="0"/>
                <a:ea typeface="宋体" panose="02010600030101010101" pitchFamily="2" charset="-122"/>
              </a:endParaRPr>
            </a:p>
          </p:txBody>
        </p:sp>
        <p:sp>
          <p:nvSpPr>
            <p:cNvPr id="79910" name="Rectangle 139"/>
            <p:cNvSpPr/>
            <p:nvPr/>
          </p:nvSpPr>
          <p:spPr>
            <a:xfrm>
              <a:off x="3015" y="935"/>
              <a:ext cx="244"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2</a:t>
              </a:r>
              <a:endParaRPr lang="en-US" altLang="zh-CN" sz="2400" b="0" dirty="0">
                <a:latin typeface="Times New Roman" panose="02020603050405020304" pitchFamily="18" charset="0"/>
                <a:ea typeface="宋体" panose="02010600030101010101" pitchFamily="2" charset="-122"/>
              </a:endParaRPr>
            </a:p>
          </p:txBody>
        </p:sp>
        <p:sp>
          <p:nvSpPr>
            <p:cNvPr id="79911" name="Oval 140"/>
            <p:cNvSpPr/>
            <p:nvPr/>
          </p:nvSpPr>
          <p:spPr>
            <a:xfrm>
              <a:off x="1869" y="1181"/>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12" name="Oval 141"/>
            <p:cNvSpPr/>
            <p:nvPr/>
          </p:nvSpPr>
          <p:spPr>
            <a:xfrm>
              <a:off x="1869" y="1959"/>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13" name="Oval 142"/>
            <p:cNvSpPr/>
            <p:nvPr/>
          </p:nvSpPr>
          <p:spPr>
            <a:xfrm>
              <a:off x="3629" y="1181"/>
              <a:ext cx="70"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14" name="Oval 143"/>
            <p:cNvSpPr/>
            <p:nvPr/>
          </p:nvSpPr>
          <p:spPr>
            <a:xfrm>
              <a:off x="3635" y="1952"/>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15" name="Line 144"/>
            <p:cNvSpPr/>
            <p:nvPr/>
          </p:nvSpPr>
          <p:spPr>
            <a:xfrm rot="5400000" flipH="1">
              <a:off x="2048" y="1857"/>
              <a:ext cx="0" cy="243"/>
            </a:xfrm>
            <a:prstGeom prst="line">
              <a:avLst/>
            </a:prstGeom>
            <a:ln w="28575" cap="flat" cmpd="sng">
              <a:solidFill>
                <a:srgbClr val="00FFFF"/>
              </a:solidFill>
              <a:prstDash val="solid"/>
              <a:headEnd type="none" w="med" len="med"/>
              <a:tailEnd type="triangle" w="med" len="med"/>
            </a:ln>
          </p:spPr>
        </p:sp>
        <p:sp>
          <p:nvSpPr>
            <p:cNvPr id="79916" name="Line 145"/>
            <p:cNvSpPr/>
            <p:nvPr/>
          </p:nvSpPr>
          <p:spPr>
            <a:xfrm rot="-5400000">
              <a:off x="3500" y="1857"/>
              <a:ext cx="0" cy="243"/>
            </a:xfrm>
            <a:prstGeom prst="line">
              <a:avLst/>
            </a:prstGeom>
            <a:ln w="28575" cap="flat" cmpd="sng">
              <a:solidFill>
                <a:srgbClr val="00FFFF"/>
              </a:solidFill>
              <a:prstDash val="solid"/>
              <a:headEnd type="none" w="med" len="med"/>
              <a:tailEnd type="triangle" w="med" len="med"/>
            </a:ln>
          </p:spPr>
        </p:sp>
        <p:sp>
          <p:nvSpPr>
            <p:cNvPr id="79917" name="Rectangle 146"/>
            <p:cNvSpPr/>
            <p:nvPr/>
          </p:nvSpPr>
          <p:spPr>
            <a:xfrm>
              <a:off x="2267" y="1713"/>
              <a:ext cx="243"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b="0" dirty="0">
                <a:latin typeface="Times New Roman" panose="02020603050405020304" pitchFamily="18" charset="0"/>
                <a:ea typeface="宋体" panose="02010600030101010101" pitchFamily="2" charset="-122"/>
              </a:endParaRPr>
            </a:p>
          </p:txBody>
        </p:sp>
        <p:sp>
          <p:nvSpPr>
            <p:cNvPr id="79918" name="Rectangle 147"/>
            <p:cNvSpPr/>
            <p:nvPr/>
          </p:nvSpPr>
          <p:spPr>
            <a:xfrm>
              <a:off x="3040" y="1719"/>
              <a:ext cx="244"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b="0" dirty="0">
                <a:latin typeface="Times New Roman" panose="02020603050405020304" pitchFamily="18" charset="0"/>
                <a:ea typeface="宋体" panose="02010600030101010101" pitchFamily="2" charset="-122"/>
              </a:endParaRPr>
            </a:p>
          </p:txBody>
        </p:sp>
        <p:sp>
          <p:nvSpPr>
            <p:cNvPr id="79919" name="Line 148"/>
            <p:cNvSpPr/>
            <p:nvPr/>
          </p:nvSpPr>
          <p:spPr>
            <a:xfrm>
              <a:off x="2789" y="2528"/>
              <a:ext cx="8" cy="759"/>
            </a:xfrm>
            <a:prstGeom prst="line">
              <a:avLst/>
            </a:prstGeom>
            <a:ln w="28575" cap="flat" cmpd="sng">
              <a:solidFill>
                <a:srgbClr val="FFCC00"/>
              </a:solidFill>
              <a:prstDash val="solid"/>
              <a:headEnd type="oval" w="med" len="med"/>
              <a:tailEnd type="oval" w="med" len="med"/>
            </a:ln>
          </p:spPr>
        </p:sp>
        <p:sp>
          <p:nvSpPr>
            <p:cNvPr id="79920" name="Line 149"/>
            <p:cNvSpPr/>
            <p:nvPr/>
          </p:nvSpPr>
          <p:spPr>
            <a:xfrm flipV="1">
              <a:off x="1927" y="2528"/>
              <a:ext cx="1724" cy="0"/>
            </a:xfrm>
            <a:prstGeom prst="line">
              <a:avLst/>
            </a:prstGeom>
            <a:ln w="28575" cap="flat" cmpd="sng">
              <a:solidFill>
                <a:srgbClr val="FFCC00"/>
              </a:solidFill>
              <a:prstDash val="solid"/>
              <a:headEnd type="none" w="med" len="med"/>
              <a:tailEnd type="none" w="med" len="med"/>
            </a:ln>
          </p:spPr>
        </p:sp>
        <p:sp>
          <p:nvSpPr>
            <p:cNvPr id="79921" name="Rectangle 150"/>
            <p:cNvSpPr/>
            <p:nvPr/>
          </p:nvSpPr>
          <p:spPr>
            <a:xfrm>
              <a:off x="2300" y="2192"/>
              <a:ext cx="244"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t>
              </a:r>
              <a:r>
                <a:rPr lang="en-US" altLang="zh-CN" sz="24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latin typeface="Times New Roman" panose="02020603050405020304" pitchFamily="18" charset="0"/>
                <a:ea typeface="宋体" panose="02010600030101010101" pitchFamily="2" charset="-122"/>
              </a:endParaRPr>
            </a:p>
          </p:txBody>
        </p:sp>
        <p:sp>
          <p:nvSpPr>
            <p:cNvPr id="79922" name="Rectangle 151"/>
            <p:cNvSpPr/>
            <p:nvPr/>
          </p:nvSpPr>
          <p:spPr>
            <a:xfrm>
              <a:off x="2472" y="2840"/>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3A</a:t>
              </a:r>
              <a:endParaRPr lang="en-US" altLang="zh-CN" sz="2400" b="0" dirty="0">
                <a:latin typeface="Times New Roman" panose="02020603050405020304" pitchFamily="18" charset="0"/>
                <a:ea typeface="宋体" panose="02010600030101010101" pitchFamily="2" charset="-122"/>
              </a:endParaRPr>
            </a:p>
          </p:txBody>
        </p:sp>
        <p:sp>
          <p:nvSpPr>
            <p:cNvPr id="79923" name="Rectangle 152"/>
            <p:cNvSpPr/>
            <p:nvPr/>
          </p:nvSpPr>
          <p:spPr>
            <a:xfrm>
              <a:off x="3288" y="2523"/>
              <a:ext cx="426"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 1.5A</a:t>
              </a:r>
              <a:endParaRPr lang="en-US" altLang="zh-CN" sz="2400" b="0" dirty="0">
                <a:latin typeface="Times New Roman" panose="02020603050405020304" pitchFamily="18" charset="0"/>
                <a:ea typeface="宋体" panose="02010600030101010101" pitchFamily="2" charset="-122"/>
              </a:endParaRPr>
            </a:p>
          </p:txBody>
        </p:sp>
        <p:sp>
          <p:nvSpPr>
            <p:cNvPr id="79924" name="Rectangle 153"/>
            <p:cNvSpPr/>
            <p:nvPr/>
          </p:nvSpPr>
          <p:spPr>
            <a:xfrm>
              <a:off x="1837" y="2568"/>
              <a:ext cx="378"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1.5A</a:t>
              </a:r>
              <a:endParaRPr lang="en-US" altLang="zh-CN" sz="2400" b="0" dirty="0">
                <a:latin typeface="Times New Roman" panose="02020603050405020304" pitchFamily="18" charset="0"/>
                <a:ea typeface="宋体" panose="02010600030101010101" pitchFamily="2" charset="-122"/>
              </a:endParaRPr>
            </a:p>
          </p:txBody>
        </p:sp>
        <p:sp>
          <p:nvSpPr>
            <p:cNvPr id="79925" name="Line 154"/>
            <p:cNvSpPr/>
            <p:nvPr/>
          </p:nvSpPr>
          <p:spPr>
            <a:xfrm>
              <a:off x="2789" y="3022"/>
              <a:ext cx="0" cy="259"/>
            </a:xfrm>
            <a:prstGeom prst="line">
              <a:avLst/>
            </a:prstGeom>
            <a:ln w="28575" cap="flat" cmpd="sng">
              <a:solidFill>
                <a:srgbClr val="00FFFF"/>
              </a:solidFill>
              <a:prstDash val="solid"/>
              <a:headEnd type="none" w="med" len="med"/>
              <a:tailEnd type="triangle" w="med" len="med"/>
            </a:ln>
          </p:spPr>
        </p:sp>
        <p:sp>
          <p:nvSpPr>
            <p:cNvPr id="79926" name="Rectangle 155"/>
            <p:cNvSpPr/>
            <p:nvPr/>
          </p:nvSpPr>
          <p:spPr>
            <a:xfrm>
              <a:off x="2879" y="2755"/>
              <a:ext cx="243"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t>
              </a:r>
              <a:r>
                <a:rPr lang="en-US" altLang="zh-CN" sz="2400" b="0" dirty="0">
                  <a:latin typeface="Times New Roman" panose="02020603050405020304" pitchFamily="18" charset="0"/>
                  <a:ea typeface="宋体" panose="02010600030101010101" pitchFamily="2" charset="-122"/>
                  <a:sym typeface="Symbol" panose="05050102010706020507" pitchFamily="18" charset="2"/>
                </a:rPr>
                <a:t></a:t>
              </a:r>
              <a:endParaRPr lang="en-US" altLang="zh-CN" sz="2400" b="0" dirty="0">
                <a:latin typeface="Times New Roman" panose="02020603050405020304" pitchFamily="18" charset="0"/>
                <a:ea typeface="宋体" panose="02010600030101010101" pitchFamily="2" charset="-122"/>
              </a:endParaRPr>
            </a:p>
          </p:txBody>
        </p:sp>
        <p:sp>
          <p:nvSpPr>
            <p:cNvPr id="79927" name="Rectangle 156"/>
            <p:cNvSpPr/>
            <p:nvPr/>
          </p:nvSpPr>
          <p:spPr>
            <a:xfrm>
              <a:off x="3018" y="2232"/>
              <a:ext cx="244"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1</a:t>
              </a:r>
              <a:endParaRPr lang="en-US" altLang="zh-CN" sz="2400" b="0" dirty="0">
                <a:latin typeface="Times New Roman" panose="02020603050405020304" pitchFamily="18" charset="0"/>
                <a:ea typeface="宋体" panose="02010600030101010101" pitchFamily="2" charset="-122"/>
              </a:endParaRPr>
            </a:p>
          </p:txBody>
        </p:sp>
        <p:sp>
          <p:nvSpPr>
            <p:cNvPr id="79928" name="Oval 157"/>
            <p:cNvSpPr/>
            <p:nvPr/>
          </p:nvSpPr>
          <p:spPr>
            <a:xfrm>
              <a:off x="1872" y="2478"/>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29" name="Oval 158"/>
            <p:cNvSpPr/>
            <p:nvPr/>
          </p:nvSpPr>
          <p:spPr>
            <a:xfrm>
              <a:off x="1859" y="3249"/>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30" name="Oval 159"/>
            <p:cNvSpPr/>
            <p:nvPr/>
          </p:nvSpPr>
          <p:spPr>
            <a:xfrm>
              <a:off x="3632" y="2478"/>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31" name="Oval 160"/>
            <p:cNvSpPr/>
            <p:nvPr/>
          </p:nvSpPr>
          <p:spPr>
            <a:xfrm>
              <a:off x="3638" y="3249"/>
              <a:ext cx="71" cy="7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79932" name="Line 161"/>
            <p:cNvSpPr/>
            <p:nvPr/>
          </p:nvSpPr>
          <p:spPr>
            <a:xfrm rot="-5400000">
              <a:off x="2048" y="2401"/>
              <a:ext cx="0" cy="243"/>
            </a:xfrm>
            <a:prstGeom prst="line">
              <a:avLst/>
            </a:prstGeom>
            <a:ln w="28575" cap="flat" cmpd="sng">
              <a:solidFill>
                <a:srgbClr val="00FFFF"/>
              </a:solidFill>
              <a:prstDash val="solid"/>
              <a:headEnd type="none" w="med" len="med"/>
              <a:tailEnd type="triangle" w="med" len="med"/>
            </a:ln>
          </p:spPr>
        </p:sp>
        <p:sp>
          <p:nvSpPr>
            <p:cNvPr id="79933" name="Line 162"/>
            <p:cNvSpPr/>
            <p:nvPr/>
          </p:nvSpPr>
          <p:spPr>
            <a:xfrm rot="5400000" flipH="1">
              <a:off x="3500" y="2401"/>
              <a:ext cx="0" cy="243"/>
            </a:xfrm>
            <a:prstGeom prst="line">
              <a:avLst/>
            </a:prstGeom>
            <a:ln w="28575" cap="flat" cmpd="sng">
              <a:solidFill>
                <a:srgbClr val="00FFFF"/>
              </a:solidFill>
              <a:prstDash val="solid"/>
              <a:headEnd type="none" w="med" len="med"/>
              <a:tailEnd type="triangle" w="med" len="med"/>
            </a:ln>
          </p:spPr>
        </p:sp>
        <p:sp>
          <p:nvSpPr>
            <p:cNvPr id="79934" name="Rectangle 163"/>
            <p:cNvSpPr/>
            <p:nvPr/>
          </p:nvSpPr>
          <p:spPr>
            <a:xfrm>
              <a:off x="2269" y="3010"/>
              <a:ext cx="244"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2</a:t>
              </a:r>
              <a:endParaRPr lang="en-US" altLang="zh-CN" sz="2400" b="0" dirty="0">
                <a:latin typeface="Times New Roman" panose="02020603050405020304" pitchFamily="18" charset="0"/>
                <a:ea typeface="宋体" panose="02010600030101010101" pitchFamily="2" charset="-122"/>
              </a:endParaRPr>
            </a:p>
          </p:txBody>
        </p:sp>
        <p:sp>
          <p:nvSpPr>
            <p:cNvPr id="79935" name="Rectangle 164"/>
            <p:cNvSpPr/>
            <p:nvPr/>
          </p:nvSpPr>
          <p:spPr>
            <a:xfrm>
              <a:off x="3062" y="3023"/>
              <a:ext cx="243"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sym typeface="Symbol" panose="05050102010706020507" pitchFamily="18" charset="2"/>
                </a:rPr>
                <a:t>2</a:t>
              </a:r>
              <a:endParaRPr lang="en-US" altLang="zh-CN" sz="2400" b="0" dirty="0">
                <a:latin typeface="Times New Roman" panose="02020603050405020304" pitchFamily="18" charset="0"/>
                <a:ea typeface="宋体" panose="02010600030101010101" pitchFamily="2" charset="-122"/>
              </a:endParaRPr>
            </a:p>
          </p:txBody>
        </p:sp>
        <p:sp>
          <p:nvSpPr>
            <p:cNvPr id="79936" name="Line 165"/>
            <p:cNvSpPr/>
            <p:nvPr/>
          </p:nvSpPr>
          <p:spPr>
            <a:xfrm>
              <a:off x="1927" y="3299"/>
              <a:ext cx="1724" cy="0"/>
            </a:xfrm>
            <a:prstGeom prst="line">
              <a:avLst/>
            </a:prstGeom>
            <a:ln w="28575" cap="flat" cmpd="sng">
              <a:solidFill>
                <a:srgbClr val="FFCC00"/>
              </a:solidFill>
              <a:prstDash val="solid"/>
              <a:headEnd type="none" w="med" len="med"/>
              <a:tailEnd type="none" w="med" len="med"/>
            </a:ln>
          </p:spPr>
        </p:sp>
        <p:sp>
          <p:nvSpPr>
            <p:cNvPr id="79937" name="Line 166"/>
            <p:cNvSpPr/>
            <p:nvPr/>
          </p:nvSpPr>
          <p:spPr>
            <a:xfrm>
              <a:off x="1903" y="2025"/>
              <a:ext cx="0" cy="446"/>
            </a:xfrm>
            <a:prstGeom prst="line">
              <a:avLst/>
            </a:prstGeom>
            <a:ln w="28575" cap="flat" cmpd="sng">
              <a:solidFill>
                <a:srgbClr val="FFCC00"/>
              </a:solidFill>
              <a:prstDash val="solid"/>
              <a:headEnd type="none" w="med" len="med"/>
              <a:tailEnd type="none" w="med" len="med"/>
            </a:ln>
          </p:spPr>
        </p:sp>
        <p:sp>
          <p:nvSpPr>
            <p:cNvPr id="79938" name="Line 167"/>
            <p:cNvSpPr/>
            <p:nvPr/>
          </p:nvSpPr>
          <p:spPr>
            <a:xfrm>
              <a:off x="3670" y="2032"/>
              <a:ext cx="0" cy="446"/>
            </a:xfrm>
            <a:prstGeom prst="line">
              <a:avLst/>
            </a:prstGeom>
            <a:ln w="28575" cap="flat" cmpd="sng">
              <a:solidFill>
                <a:srgbClr val="FFCC00"/>
              </a:solidFill>
              <a:prstDash val="solid"/>
              <a:headEnd type="none" w="med" len="med"/>
              <a:tailEnd type="none" w="med" len="med"/>
            </a:ln>
          </p:spPr>
        </p:sp>
        <p:sp>
          <p:nvSpPr>
            <p:cNvPr id="79939" name="Rectangle 170"/>
            <p:cNvSpPr/>
            <p:nvPr/>
          </p:nvSpPr>
          <p:spPr>
            <a:xfrm>
              <a:off x="793" y="1797"/>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2A</a:t>
              </a:r>
              <a:endParaRPr lang="en-US" altLang="zh-CN" sz="2400" b="0" dirty="0">
                <a:latin typeface="Times New Roman" panose="02020603050405020304" pitchFamily="18" charset="0"/>
                <a:ea typeface="宋体" panose="02010600030101010101" pitchFamily="2" charset="-122"/>
              </a:endParaRPr>
            </a:p>
          </p:txBody>
        </p:sp>
        <p:sp>
          <p:nvSpPr>
            <p:cNvPr id="79940" name="Line 171"/>
            <p:cNvSpPr/>
            <p:nvPr/>
          </p:nvSpPr>
          <p:spPr>
            <a:xfrm rot="-10800000" flipH="1">
              <a:off x="1111" y="1757"/>
              <a:ext cx="0" cy="312"/>
            </a:xfrm>
            <a:prstGeom prst="line">
              <a:avLst/>
            </a:prstGeom>
            <a:ln w="28575" cap="flat" cmpd="sng">
              <a:solidFill>
                <a:srgbClr val="00FFFF"/>
              </a:solidFill>
              <a:prstDash val="solid"/>
              <a:headEnd type="none" w="med" len="med"/>
              <a:tailEnd type="triangle" w="med" len="med"/>
            </a:ln>
          </p:spPr>
        </p:sp>
        <p:sp>
          <p:nvSpPr>
            <p:cNvPr id="79941" name="Rectangle 172"/>
            <p:cNvSpPr/>
            <p:nvPr/>
          </p:nvSpPr>
          <p:spPr>
            <a:xfrm>
              <a:off x="4550" y="1797"/>
              <a:ext cx="235" cy="230"/>
            </a:xfrm>
            <a:prstGeom prst="rect">
              <a:avLst/>
            </a:prstGeom>
            <a:noFill/>
            <a:ln w="38100">
              <a:noFill/>
            </a:ln>
          </p:spPr>
          <p:txBody>
            <a:bodyPr wrap="none" lIns="0" tIns="0" rIns="0" bIns="0">
              <a:spAutoFit/>
            </a:bodyPr>
            <a:p>
              <a:pPr algn="ctr"/>
              <a:r>
                <a:rPr lang="en-US" altLang="zh-CN" sz="2400" b="0" dirty="0">
                  <a:latin typeface="Times New Roman" panose="02020603050405020304" pitchFamily="18" charset="0"/>
                  <a:ea typeface="宋体" panose="02010600030101010101" pitchFamily="2" charset="-122"/>
                </a:rPr>
                <a:t>1A</a:t>
              </a:r>
              <a:endParaRPr lang="en-US" altLang="zh-CN" sz="2400" b="0" dirty="0">
                <a:latin typeface="Times New Roman" panose="02020603050405020304" pitchFamily="18" charset="0"/>
                <a:ea typeface="宋体" panose="02010600030101010101" pitchFamily="2" charset="-122"/>
              </a:endParaRPr>
            </a:p>
          </p:txBody>
        </p:sp>
        <p:sp>
          <p:nvSpPr>
            <p:cNvPr id="79942" name="Line 173"/>
            <p:cNvSpPr/>
            <p:nvPr/>
          </p:nvSpPr>
          <p:spPr>
            <a:xfrm rot="-10800000" flipH="1">
              <a:off x="4468" y="1757"/>
              <a:ext cx="0" cy="312"/>
            </a:xfrm>
            <a:prstGeom prst="line">
              <a:avLst/>
            </a:prstGeom>
            <a:ln w="28575" cap="flat" cmpd="sng">
              <a:solidFill>
                <a:srgbClr val="00FFFF"/>
              </a:solidFill>
              <a:prstDash val="solid"/>
              <a:headEnd type="none" w="med" len="med"/>
              <a:tailEnd type="triangle" w="med" len="med"/>
            </a:ln>
          </p:spPr>
        </p:sp>
        <p:sp>
          <p:nvSpPr>
            <p:cNvPr id="79943" name="Rectangle 174"/>
            <p:cNvSpPr/>
            <p:nvPr/>
          </p:nvSpPr>
          <p:spPr>
            <a:xfrm>
              <a:off x="3061" y="323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44" name="Rectangle 175"/>
            <p:cNvSpPr/>
            <p:nvPr/>
          </p:nvSpPr>
          <p:spPr>
            <a:xfrm>
              <a:off x="2199" y="323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45" name="Rectangle 176"/>
            <p:cNvSpPr/>
            <p:nvPr/>
          </p:nvSpPr>
          <p:spPr>
            <a:xfrm>
              <a:off x="2734" y="268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9946" name="Rectangle 177"/>
            <p:cNvSpPr/>
            <p:nvPr/>
          </p:nvSpPr>
          <p:spPr>
            <a:xfrm>
              <a:off x="2970" y="246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47" name="Rectangle 178"/>
            <p:cNvSpPr/>
            <p:nvPr/>
          </p:nvSpPr>
          <p:spPr>
            <a:xfrm>
              <a:off x="2244" y="246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48" name="Rectangle 179"/>
            <p:cNvSpPr/>
            <p:nvPr/>
          </p:nvSpPr>
          <p:spPr>
            <a:xfrm>
              <a:off x="3015" y="192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49" name="Rectangle 180"/>
            <p:cNvSpPr/>
            <p:nvPr/>
          </p:nvSpPr>
          <p:spPr>
            <a:xfrm>
              <a:off x="2244" y="192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50" name="Rectangle 181"/>
            <p:cNvSpPr/>
            <p:nvPr/>
          </p:nvSpPr>
          <p:spPr>
            <a:xfrm>
              <a:off x="3015" y="114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51" name="Rectangle 182"/>
            <p:cNvSpPr/>
            <p:nvPr/>
          </p:nvSpPr>
          <p:spPr>
            <a:xfrm>
              <a:off x="2244" y="114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9952" name="Rectangle 183"/>
            <p:cNvSpPr/>
            <p:nvPr/>
          </p:nvSpPr>
          <p:spPr>
            <a:xfrm>
              <a:off x="2725" y="135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nvGrpSpPr>
            <p:cNvPr id="79953" name="Group 191"/>
            <p:cNvGrpSpPr/>
            <p:nvPr/>
          </p:nvGrpSpPr>
          <p:grpSpPr>
            <a:xfrm>
              <a:off x="929" y="2074"/>
              <a:ext cx="363" cy="363"/>
              <a:chOff x="929" y="2074"/>
              <a:chExt cx="363" cy="363"/>
            </a:xfrm>
          </p:grpSpPr>
          <p:sp>
            <p:nvSpPr>
              <p:cNvPr id="79957" name="Oval 113"/>
              <p:cNvSpPr/>
              <p:nvPr/>
            </p:nvSpPr>
            <p:spPr>
              <a:xfrm>
                <a:off x="929" y="207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79958" name="Line 168"/>
              <p:cNvSpPr/>
              <p:nvPr/>
            </p:nvSpPr>
            <p:spPr>
              <a:xfrm>
                <a:off x="929" y="2256"/>
                <a:ext cx="363" cy="0"/>
              </a:xfrm>
              <a:prstGeom prst="line">
                <a:avLst/>
              </a:prstGeom>
              <a:ln w="38100" cap="flat" cmpd="sng">
                <a:solidFill>
                  <a:srgbClr val="FF9900"/>
                </a:solidFill>
                <a:prstDash val="solid"/>
                <a:headEnd type="none" w="med" len="med"/>
                <a:tailEnd type="none" w="med" len="med"/>
              </a:ln>
            </p:spPr>
          </p:sp>
        </p:grpSp>
        <p:grpSp>
          <p:nvGrpSpPr>
            <p:cNvPr id="79954" name="Group 190"/>
            <p:cNvGrpSpPr/>
            <p:nvPr/>
          </p:nvGrpSpPr>
          <p:grpSpPr>
            <a:xfrm>
              <a:off x="4286" y="2074"/>
              <a:ext cx="363" cy="363"/>
              <a:chOff x="4286" y="2074"/>
              <a:chExt cx="363" cy="363"/>
            </a:xfrm>
          </p:grpSpPr>
          <p:sp>
            <p:nvSpPr>
              <p:cNvPr id="79955" name="Oval 111"/>
              <p:cNvSpPr/>
              <p:nvPr/>
            </p:nvSpPr>
            <p:spPr>
              <a:xfrm>
                <a:off x="4286" y="207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solidFill>
                    <a:srgbClr val="FFFF00"/>
                  </a:solidFill>
                  <a:latin typeface="Arial" panose="020B0604020202020204" pitchFamily="34" charset="0"/>
                  <a:ea typeface="仿宋_GB2312" pitchFamily="49" charset="-122"/>
                </a:endParaRPr>
              </a:p>
            </p:txBody>
          </p:sp>
          <p:sp>
            <p:nvSpPr>
              <p:cNvPr id="79956" name="Line 169"/>
              <p:cNvSpPr/>
              <p:nvPr/>
            </p:nvSpPr>
            <p:spPr>
              <a:xfrm>
                <a:off x="4286" y="2256"/>
                <a:ext cx="362" cy="0"/>
              </a:xfrm>
              <a:prstGeom prst="line">
                <a:avLst/>
              </a:prstGeom>
              <a:ln w="38100" cap="flat" cmpd="sng">
                <a:solidFill>
                  <a:srgbClr val="FF9900"/>
                </a:solidFill>
                <a:prstDash val="solid"/>
                <a:headEnd type="none" w="med" len="med"/>
                <a:tailEnd type="none" w="med" len="med"/>
              </a:ln>
            </p:spPr>
          </p:sp>
        </p:grpSp>
      </p:grpSp>
      <p:grpSp>
        <p:nvGrpSpPr>
          <p:cNvPr id="79880" name="Group 193"/>
          <p:cNvGrpSpPr/>
          <p:nvPr/>
        </p:nvGrpSpPr>
        <p:grpSpPr>
          <a:xfrm>
            <a:off x="6588125" y="6446838"/>
            <a:ext cx="792163" cy="366712"/>
            <a:chOff x="4649" y="4020"/>
            <a:chExt cx="499" cy="231"/>
          </a:xfrm>
        </p:grpSpPr>
        <p:pic>
          <p:nvPicPr>
            <p:cNvPr id="79881" name="Picture 19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79882" name="Text Box 195">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57347">
                                            <p:txEl>
                                              <p:charRg st="0" end="34"/>
                                            </p:txEl>
                                          </p:spTgt>
                                        </p:tgtEl>
                                        <p:attrNameLst>
                                          <p:attrName>style.visibility</p:attrName>
                                        </p:attrNameLst>
                                      </p:cBhvr>
                                      <p:to>
                                        <p:strVal val="visible"/>
                                      </p:to>
                                    </p:set>
                                    <p:anim calcmode="lin" valueType="num">
                                      <p:cBhvr additive="base">
                                        <p:cTn id="12" dur="500" fill="hold"/>
                                        <p:tgtEl>
                                          <p:spTgt spid="57347">
                                            <p:txEl>
                                              <p:charRg st="0" end="34"/>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57347">
                                            <p:txEl>
                                              <p:charRg st="0" end="34"/>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grpId="0" nodeType="clickEffect">
                                  <p:stCondLst>
                                    <p:cond delay="0"/>
                                  </p:stCondLst>
                                  <p:childTnLst>
                                    <p:set>
                                      <p:cBhvr>
                                        <p:cTn id="22" dur="1" fill="hold">
                                          <p:stCondLst>
                                            <p:cond delay="0"/>
                                          </p:stCondLst>
                                        </p:cTn>
                                        <p:tgtEl>
                                          <p:spTgt spid="57348"/>
                                        </p:tgtEl>
                                        <p:attrNameLst>
                                          <p:attrName>style.visibility</p:attrName>
                                        </p:attrNameLst>
                                      </p:cBhvr>
                                      <p:to>
                                        <p:strVal val="visible"/>
                                      </p:to>
                                    </p:set>
                                    <p:anim calcmode="lin" valueType="num">
                                      <p:cBhvr>
                                        <p:cTn id="23" dur="1000" fill="hold"/>
                                        <p:tgtEl>
                                          <p:spTgt spid="57348"/>
                                        </p:tgtEl>
                                        <p:attrNameLst>
                                          <p:attrName>ppt_w</p:attrName>
                                        </p:attrNameLst>
                                      </p:cBhvr>
                                      <p:tavLst>
                                        <p:tav tm="0">
                                          <p:val>
                                            <p:strVal val="#ppt_w*0.70"/>
                                          </p:val>
                                        </p:tav>
                                        <p:tav tm="100000">
                                          <p:val>
                                            <p:strVal val="#ppt_w"/>
                                          </p:val>
                                        </p:tav>
                                      </p:tavLst>
                                    </p:anim>
                                    <p:anim calcmode="lin" valueType="num">
                                      <p:cBhvr>
                                        <p:cTn id="24" dur="1000" fill="hold"/>
                                        <p:tgtEl>
                                          <p:spTgt spid="57348"/>
                                        </p:tgtEl>
                                        <p:attrNameLst>
                                          <p:attrName>ppt_h</p:attrName>
                                        </p:attrNameLst>
                                      </p:cBhvr>
                                      <p:tavLst>
                                        <p:tav tm="0">
                                          <p:val>
                                            <p:strVal val="#ppt_h"/>
                                          </p:val>
                                        </p:tav>
                                        <p:tav tm="100000">
                                          <p:val>
                                            <p:strVal val="#ppt_h"/>
                                          </p:val>
                                        </p:tav>
                                      </p:tavLst>
                                    </p:anim>
                                    <p:animEffect transition="in" filter="fade">
                                      <p:cBhvr>
                                        <p:cTn id="25" dur="10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4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ext Box 2"/>
          <p:cNvSpPr txBox="1"/>
          <p:nvPr/>
        </p:nvSpPr>
        <p:spPr>
          <a:xfrm>
            <a:off x="827088" y="404813"/>
            <a:ext cx="7561262" cy="1117600"/>
          </a:xfrm>
          <a:prstGeom prst="rect">
            <a:avLst/>
          </a:prstGeom>
          <a:noFill/>
          <a:ln w="9525">
            <a:noFill/>
          </a:ln>
        </p:spPr>
        <p:txBody>
          <a:bodyPr>
            <a:spAutoFit/>
          </a:bodyPr>
          <a:p>
            <a:pPr marL="571500" indent="-571500" algn="just">
              <a:lnSpc>
                <a:spcPct val="120000"/>
              </a:lnSpc>
              <a:spcBef>
                <a:spcPct val="50000"/>
              </a:spcBef>
              <a:buAutoNum type="circleNumDbPlain" startAt="2"/>
            </a:pPr>
            <a:r>
              <a:rPr lang="zh-CN" altLang="en-US" dirty="0">
                <a:solidFill>
                  <a:srgbClr val="FFFF00"/>
                </a:solidFill>
                <a:latin typeface="楷体_GB2312" pitchFamily="49" charset="-122"/>
              </a:rPr>
              <a:t>具有公共端的二端口，将公共端串联时将不会破坏端口条件。</a:t>
            </a:r>
            <a:endParaRPr lang="zh-CN" altLang="en-US" dirty="0">
              <a:solidFill>
                <a:srgbClr val="FFFF00"/>
              </a:solidFill>
              <a:latin typeface="楷体_GB2312" pitchFamily="49" charset="-122"/>
            </a:endParaRPr>
          </a:p>
        </p:txBody>
      </p:sp>
      <p:sp>
        <p:nvSpPr>
          <p:cNvPr id="58371" name="Text Box 3"/>
          <p:cNvSpPr txBox="1"/>
          <p:nvPr/>
        </p:nvSpPr>
        <p:spPr>
          <a:xfrm>
            <a:off x="2268538" y="5084763"/>
            <a:ext cx="3676650" cy="519112"/>
          </a:xfrm>
          <a:prstGeom prst="rect">
            <a:avLst/>
          </a:prstGeom>
          <a:solidFill>
            <a:schemeClr val="hlink"/>
          </a:solidFill>
          <a:ln w="9525">
            <a:noFill/>
          </a:ln>
        </p:spPr>
        <p:txBody>
          <a:bodyPr>
            <a:spAutoFit/>
          </a:bodyPr>
          <a:p>
            <a:pPr algn="ctr">
              <a:spcBef>
                <a:spcPct val="50000"/>
              </a:spcBef>
            </a:pPr>
            <a:r>
              <a:rPr lang="zh-CN" altLang="en-US" dirty="0">
                <a:latin typeface="楷体_GB2312" pitchFamily="49" charset="-122"/>
              </a:rPr>
              <a:t>端口条件不会破坏。</a:t>
            </a:r>
            <a:endParaRPr lang="zh-CN" altLang="en-US" dirty="0">
              <a:latin typeface="楷体_GB2312" pitchFamily="49" charset="-122"/>
            </a:endParaRPr>
          </a:p>
        </p:txBody>
      </p:sp>
      <p:grpSp>
        <p:nvGrpSpPr>
          <p:cNvPr id="2" name="Group 4"/>
          <p:cNvGrpSpPr/>
          <p:nvPr/>
        </p:nvGrpSpPr>
        <p:grpSpPr>
          <a:xfrm>
            <a:off x="2238375" y="1903413"/>
            <a:ext cx="3740150" cy="2808287"/>
            <a:chOff x="1446" y="1403"/>
            <a:chExt cx="2356" cy="1769"/>
          </a:xfrm>
        </p:grpSpPr>
        <p:sp>
          <p:nvSpPr>
            <p:cNvPr id="80910" name="Rectangle 5"/>
            <p:cNvSpPr/>
            <p:nvPr/>
          </p:nvSpPr>
          <p:spPr>
            <a:xfrm>
              <a:off x="2386" y="1403"/>
              <a:ext cx="486" cy="473"/>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80911" name="Rectangle 6"/>
            <p:cNvSpPr/>
            <p:nvPr/>
          </p:nvSpPr>
          <p:spPr>
            <a:xfrm>
              <a:off x="2511" y="1476"/>
              <a:ext cx="256" cy="346"/>
            </a:xfrm>
            <a:prstGeom prst="rect">
              <a:avLst/>
            </a:prstGeom>
            <a:noFill/>
            <a:ln w="28575">
              <a:noFill/>
            </a:ln>
          </p:spPr>
          <p:txBody>
            <a:bodyPr wrap="none"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1</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sp>
          <p:nvSpPr>
            <p:cNvPr id="80912" name="Line 7"/>
            <p:cNvSpPr/>
            <p:nvPr/>
          </p:nvSpPr>
          <p:spPr>
            <a:xfrm>
              <a:off x="2013" y="1641"/>
              <a:ext cx="382" cy="1"/>
            </a:xfrm>
            <a:prstGeom prst="line">
              <a:avLst/>
            </a:prstGeom>
            <a:ln w="28575" cap="flat" cmpd="sng">
              <a:solidFill>
                <a:srgbClr val="FFCC00"/>
              </a:solidFill>
              <a:prstDash val="solid"/>
              <a:headEnd type="none" w="med" len="med"/>
              <a:tailEnd type="none" w="med" len="med"/>
            </a:ln>
          </p:spPr>
        </p:sp>
        <p:sp>
          <p:nvSpPr>
            <p:cNvPr id="80913" name="Line 8"/>
            <p:cNvSpPr/>
            <p:nvPr/>
          </p:nvSpPr>
          <p:spPr>
            <a:xfrm rot="-5400000" flipV="1">
              <a:off x="2515" y="2001"/>
              <a:ext cx="221" cy="0"/>
            </a:xfrm>
            <a:prstGeom prst="line">
              <a:avLst/>
            </a:prstGeom>
            <a:ln w="28575" cap="flat" cmpd="sng">
              <a:solidFill>
                <a:srgbClr val="FFCC00"/>
              </a:solidFill>
              <a:prstDash val="solid"/>
              <a:headEnd type="none" w="med" len="med"/>
              <a:tailEnd type="none" w="med" len="med"/>
            </a:ln>
          </p:spPr>
        </p:sp>
        <p:sp>
          <p:nvSpPr>
            <p:cNvPr id="80914" name="Line 9"/>
            <p:cNvSpPr/>
            <p:nvPr/>
          </p:nvSpPr>
          <p:spPr>
            <a:xfrm flipV="1">
              <a:off x="2886" y="1648"/>
              <a:ext cx="358" cy="4"/>
            </a:xfrm>
            <a:prstGeom prst="line">
              <a:avLst/>
            </a:prstGeom>
            <a:ln w="28575" cap="flat" cmpd="sng">
              <a:solidFill>
                <a:srgbClr val="FFCC00"/>
              </a:solidFill>
              <a:prstDash val="solid"/>
              <a:headEnd type="none" w="med" len="med"/>
              <a:tailEnd type="none" w="med" len="med"/>
            </a:ln>
          </p:spPr>
        </p:sp>
        <p:sp>
          <p:nvSpPr>
            <p:cNvPr id="80915" name="Line 10"/>
            <p:cNvSpPr/>
            <p:nvPr/>
          </p:nvSpPr>
          <p:spPr>
            <a:xfrm>
              <a:off x="2013" y="2117"/>
              <a:ext cx="1234" cy="1"/>
            </a:xfrm>
            <a:prstGeom prst="line">
              <a:avLst/>
            </a:prstGeom>
            <a:ln w="28575" cap="flat" cmpd="sng">
              <a:solidFill>
                <a:srgbClr val="FFCC00"/>
              </a:solidFill>
              <a:prstDash val="solid"/>
              <a:headEnd type="none" w="med" len="med"/>
              <a:tailEnd type="none" w="med" len="med"/>
            </a:ln>
          </p:spPr>
        </p:sp>
        <p:sp>
          <p:nvSpPr>
            <p:cNvPr id="80916" name="Oval 11"/>
            <p:cNvSpPr/>
            <p:nvPr/>
          </p:nvSpPr>
          <p:spPr>
            <a:xfrm>
              <a:off x="1954" y="1611"/>
              <a:ext cx="54" cy="5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17" name="Oval 12"/>
            <p:cNvSpPr/>
            <p:nvPr/>
          </p:nvSpPr>
          <p:spPr>
            <a:xfrm>
              <a:off x="1954" y="2086"/>
              <a:ext cx="54" cy="5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18" name="Oval 13"/>
            <p:cNvSpPr/>
            <p:nvPr/>
          </p:nvSpPr>
          <p:spPr>
            <a:xfrm>
              <a:off x="3245" y="1621"/>
              <a:ext cx="54" cy="54"/>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19" name="Oval 14"/>
            <p:cNvSpPr/>
            <p:nvPr/>
          </p:nvSpPr>
          <p:spPr>
            <a:xfrm>
              <a:off x="3250" y="2086"/>
              <a:ext cx="54" cy="5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20" name="Line 15"/>
            <p:cNvSpPr/>
            <p:nvPr/>
          </p:nvSpPr>
          <p:spPr>
            <a:xfrm>
              <a:off x="1505" y="1636"/>
              <a:ext cx="458" cy="1"/>
            </a:xfrm>
            <a:prstGeom prst="line">
              <a:avLst/>
            </a:prstGeom>
            <a:ln w="28575" cap="flat" cmpd="sng">
              <a:solidFill>
                <a:srgbClr val="FF3300"/>
              </a:solidFill>
              <a:prstDash val="solid"/>
              <a:headEnd type="none" w="med" len="med"/>
              <a:tailEnd type="none" w="med" len="med"/>
            </a:ln>
          </p:spPr>
        </p:sp>
        <p:sp>
          <p:nvSpPr>
            <p:cNvPr id="80921" name="Line 16"/>
            <p:cNvSpPr/>
            <p:nvPr/>
          </p:nvSpPr>
          <p:spPr>
            <a:xfrm flipV="1">
              <a:off x="1519" y="2938"/>
              <a:ext cx="449" cy="0"/>
            </a:xfrm>
            <a:prstGeom prst="line">
              <a:avLst/>
            </a:prstGeom>
            <a:ln w="28575" cap="flat" cmpd="sng">
              <a:solidFill>
                <a:srgbClr val="FF3300"/>
              </a:solidFill>
              <a:prstDash val="solid"/>
              <a:headEnd type="none" w="med" len="med"/>
              <a:tailEnd type="none" w="med" len="med"/>
            </a:ln>
          </p:spPr>
        </p:sp>
        <p:sp>
          <p:nvSpPr>
            <p:cNvPr id="80922" name="Oval 17"/>
            <p:cNvSpPr/>
            <p:nvPr/>
          </p:nvSpPr>
          <p:spPr>
            <a:xfrm>
              <a:off x="1446" y="1606"/>
              <a:ext cx="54" cy="55"/>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23" name="Oval 18"/>
            <p:cNvSpPr/>
            <p:nvPr/>
          </p:nvSpPr>
          <p:spPr>
            <a:xfrm>
              <a:off x="1460" y="2907"/>
              <a:ext cx="54" cy="54"/>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24" name="Line 19"/>
            <p:cNvSpPr/>
            <p:nvPr/>
          </p:nvSpPr>
          <p:spPr>
            <a:xfrm>
              <a:off x="3297" y="1652"/>
              <a:ext cx="445" cy="1"/>
            </a:xfrm>
            <a:prstGeom prst="line">
              <a:avLst/>
            </a:prstGeom>
            <a:ln w="28575" cap="flat" cmpd="sng">
              <a:solidFill>
                <a:srgbClr val="FF3300"/>
              </a:solidFill>
              <a:prstDash val="solid"/>
              <a:headEnd type="none" w="med" len="med"/>
              <a:tailEnd type="none" w="med" len="med"/>
            </a:ln>
          </p:spPr>
        </p:sp>
        <p:sp>
          <p:nvSpPr>
            <p:cNvPr id="80925" name="Line 20"/>
            <p:cNvSpPr/>
            <p:nvPr/>
          </p:nvSpPr>
          <p:spPr>
            <a:xfrm>
              <a:off x="3305" y="2942"/>
              <a:ext cx="440" cy="1"/>
            </a:xfrm>
            <a:prstGeom prst="line">
              <a:avLst/>
            </a:prstGeom>
            <a:ln w="28575" cap="flat" cmpd="sng">
              <a:solidFill>
                <a:srgbClr val="FF3300"/>
              </a:solidFill>
              <a:prstDash val="solid"/>
              <a:headEnd type="none" w="med" len="med"/>
              <a:tailEnd type="none" w="med" len="med"/>
            </a:ln>
          </p:spPr>
        </p:sp>
        <p:sp>
          <p:nvSpPr>
            <p:cNvPr id="80926" name="Oval 21"/>
            <p:cNvSpPr/>
            <p:nvPr/>
          </p:nvSpPr>
          <p:spPr>
            <a:xfrm>
              <a:off x="3738" y="1621"/>
              <a:ext cx="54" cy="54"/>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27" name="Oval 22"/>
            <p:cNvSpPr/>
            <p:nvPr/>
          </p:nvSpPr>
          <p:spPr>
            <a:xfrm>
              <a:off x="3747" y="2912"/>
              <a:ext cx="55" cy="54"/>
            </a:xfrm>
            <a:prstGeom prst="ellipse">
              <a:avLst/>
            </a:prstGeom>
            <a:noFill/>
            <a:ln w="28575" cap="flat" cmpd="sng">
              <a:solidFill>
                <a:srgbClr val="FF33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28" name="Line 23"/>
            <p:cNvSpPr/>
            <p:nvPr/>
          </p:nvSpPr>
          <p:spPr>
            <a:xfrm>
              <a:off x="2011" y="2466"/>
              <a:ext cx="1234" cy="7"/>
            </a:xfrm>
            <a:prstGeom prst="line">
              <a:avLst/>
            </a:prstGeom>
            <a:ln w="28575" cap="flat" cmpd="sng">
              <a:solidFill>
                <a:srgbClr val="FFCC00"/>
              </a:solidFill>
              <a:prstDash val="solid"/>
              <a:headEnd type="none" w="med" len="med"/>
              <a:tailEnd type="none" w="med" len="med"/>
            </a:ln>
          </p:spPr>
        </p:sp>
        <p:sp>
          <p:nvSpPr>
            <p:cNvPr id="80929" name="Line 24"/>
            <p:cNvSpPr/>
            <p:nvPr/>
          </p:nvSpPr>
          <p:spPr>
            <a:xfrm flipV="1">
              <a:off x="2018" y="2938"/>
              <a:ext cx="401" cy="0"/>
            </a:xfrm>
            <a:prstGeom prst="line">
              <a:avLst/>
            </a:prstGeom>
            <a:ln w="28575" cap="flat" cmpd="sng">
              <a:solidFill>
                <a:srgbClr val="FFCC00"/>
              </a:solidFill>
              <a:prstDash val="solid"/>
              <a:headEnd type="none" w="med" len="med"/>
              <a:tailEnd type="none" w="med" len="med"/>
            </a:ln>
          </p:spPr>
        </p:sp>
        <p:sp>
          <p:nvSpPr>
            <p:cNvPr id="80930" name="Line 25"/>
            <p:cNvSpPr/>
            <p:nvPr/>
          </p:nvSpPr>
          <p:spPr>
            <a:xfrm flipV="1">
              <a:off x="2887" y="2937"/>
              <a:ext cx="370" cy="5"/>
            </a:xfrm>
            <a:prstGeom prst="line">
              <a:avLst/>
            </a:prstGeom>
            <a:ln w="28575" cap="flat" cmpd="sng">
              <a:solidFill>
                <a:srgbClr val="FFCC00"/>
              </a:solidFill>
              <a:prstDash val="solid"/>
              <a:headEnd type="none" w="med" len="med"/>
              <a:tailEnd type="none" w="med" len="med"/>
            </a:ln>
          </p:spPr>
        </p:sp>
        <p:sp>
          <p:nvSpPr>
            <p:cNvPr id="80931" name="Oval 26"/>
            <p:cNvSpPr/>
            <p:nvPr/>
          </p:nvSpPr>
          <p:spPr>
            <a:xfrm>
              <a:off x="1958" y="2436"/>
              <a:ext cx="54" cy="5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32" name="Oval 27"/>
            <p:cNvSpPr/>
            <p:nvPr/>
          </p:nvSpPr>
          <p:spPr>
            <a:xfrm>
              <a:off x="1964" y="2911"/>
              <a:ext cx="54" cy="5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33" name="Oval 28"/>
            <p:cNvSpPr/>
            <p:nvPr/>
          </p:nvSpPr>
          <p:spPr>
            <a:xfrm>
              <a:off x="3254" y="2446"/>
              <a:ext cx="55" cy="54"/>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34" name="Oval 29"/>
            <p:cNvSpPr/>
            <p:nvPr/>
          </p:nvSpPr>
          <p:spPr>
            <a:xfrm>
              <a:off x="3259" y="2911"/>
              <a:ext cx="55" cy="55"/>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0935" name="Line 30"/>
            <p:cNvSpPr/>
            <p:nvPr/>
          </p:nvSpPr>
          <p:spPr>
            <a:xfrm>
              <a:off x="1980" y="2143"/>
              <a:ext cx="0" cy="301"/>
            </a:xfrm>
            <a:prstGeom prst="line">
              <a:avLst/>
            </a:prstGeom>
            <a:ln w="28575" cap="flat" cmpd="sng">
              <a:solidFill>
                <a:srgbClr val="FF3300"/>
              </a:solidFill>
              <a:prstDash val="solid"/>
              <a:headEnd type="none" w="med" len="med"/>
              <a:tailEnd type="none" w="med" len="med"/>
            </a:ln>
          </p:spPr>
        </p:sp>
        <p:sp>
          <p:nvSpPr>
            <p:cNvPr id="80936" name="Line 31"/>
            <p:cNvSpPr/>
            <p:nvPr/>
          </p:nvSpPr>
          <p:spPr>
            <a:xfrm>
              <a:off x="3278" y="2145"/>
              <a:ext cx="0" cy="308"/>
            </a:xfrm>
            <a:prstGeom prst="line">
              <a:avLst/>
            </a:prstGeom>
            <a:ln w="28575" cap="flat" cmpd="sng">
              <a:solidFill>
                <a:srgbClr val="FF3300"/>
              </a:solidFill>
              <a:prstDash val="solid"/>
              <a:headEnd type="none" w="med" len="med"/>
              <a:tailEnd type="none" w="med" len="med"/>
            </a:ln>
          </p:spPr>
        </p:sp>
        <p:sp>
          <p:nvSpPr>
            <p:cNvPr id="80937" name="Rectangle 32"/>
            <p:cNvSpPr/>
            <p:nvPr/>
          </p:nvSpPr>
          <p:spPr>
            <a:xfrm>
              <a:off x="2398" y="2699"/>
              <a:ext cx="486" cy="473"/>
            </a:xfrm>
            <a:prstGeom prst="rect">
              <a:avLst/>
            </a:prstGeom>
            <a:gradFill rotWithShape="1">
              <a:gsLst>
                <a:gs pos="0">
                  <a:srgbClr val="FF9900"/>
                </a:gs>
                <a:gs pos="100000">
                  <a:srgbClr val="764700"/>
                </a:gs>
              </a:gsLst>
              <a:path path="shape">
                <a:fillToRect l="50000" t="50000" r="50000" b="50000"/>
              </a:path>
              <a:tileRect/>
            </a:gradFill>
            <a:ln w="28575">
              <a:noFill/>
            </a:ln>
          </p:spPr>
          <p:txBody>
            <a:bodyPr/>
            <a:p>
              <a:endParaRPr lang="zh-CN" altLang="en-US" dirty="0">
                <a:latin typeface="Arial" panose="020B0604020202020204" pitchFamily="34" charset="0"/>
              </a:endParaRPr>
            </a:p>
          </p:txBody>
        </p:sp>
        <p:sp>
          <p:nvSpPr>
            <p:cNvPr id="80938" name="Line 33"/>
            <p:cNvSpPr/>
            <p:nvPr/>
          </p:nvSpPr>
          <p:spPr>
            <a:xfrm rot="-5400000" flipV="1">
              <a:off x="2521" y="2583"/>
              <a:ext cx="221" cy="0"/>
            </a:xfrm>
            <a:prstGeom prst="line">
              <a:avLst/>
            </a:prstGeom>
            <a:ln w="28575" cap="flat" cmpd="sng">
              <a:solidFill>
                <a:srgbClr val="FFCC00"/>
              </a:solidFill>
              <a:prstDash val="solid"/>
              <a:headEnd type="none" w="med" len="med"/>
              <a:tailEnd type="none" w="med" len="med"/>
            </a:ln>
          </p:spPr>
        </p:sp>
        <p:sp>
          <p:nvSpPr>
            <p:cNvPr id="80939" name="Rectangle 34"/>
            <p:cNvSpPr/>
            <p:nvPr/>
          </p:nvSpPr>
          <p:spPr>
            <a:xfrm>
              <a:off x="2466" y="2763"/>
              <a:ext cx="357" cy="346"/>
            </a:xfrm>
            <a:prstGeom prst="rect">
              <a:avLst/>
            </a:prstGeom>
            <a:noFill/>
            <a:ln w="28575">
              <a:noFill/>
            </a:ln>
          </p:spPr>
          <p:txBody>
            <a:bodyPr lIns="0" tIns="0" rIns="0" bIns="0">
              <a:spAutoFit/>
            </a:bodyPr>
            <a:p>
              <a:pPr algn="ctr"/>
              <a:r>
                <a:rPr lang="en-US" altLang="zh-CN" sz="3600" b="0" dirty="0">
                  <a:latin typeface="Times New Roman" panose="02020603050405020304" pitchFamily="18" charset="0"/>
                  <a:ea typeface="宋体" panose="02010600030101010101" pitchFamily="2" charset="-122"/>
                </a:rPr>
                <a:t>P</a:t>
              </a:r>
              <a:r>
                <a:rPr lang="en-US" altLang="zh-CN" sz="3600" b="0" baseline="-25000" dirty="0">
                  <a:latin typeface="Times New Roman" panose="02020603050405020304" pitchFamily="18" charset="0"/>
                  <a:ea typeface="宋体" panose="02010600030101010101" pitchFamily="2" charset="-122"/>
                </a:rPr>
                <a:t>2</a:t>
              </a:r>
              <a:endParaRPr lang="en-US" altLang="zh-CN" sz="3600" b="0" baseline="-25000" dirty="0">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80901" name="Group 39"/>
          <p:cNvGrpSpPr/>
          <p:nvPr/>
        </p:nvGrpSpPr>
        <p:grpSpPr>
          <a:xfrm>
            <a:off x="8316913" y="6446838"/>
            <a:ext cx="792162" cy="366712"/>
            <a:chOff x="5193" y="4020"/>
            <a:chExt cx="499" cy="231"/>
          </a:xfrm>
        </p:grpSpPr>
        <p:pic>
          <p:nvPicPr>
            <p:cNvPr id="80908" name="Picture 40"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0909" name="Text Box 4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80902" name="Group 42"/>
          <p:cNvGrpSpPr/>
          <p:nvPr/>
        </p:nvGrpSpPr>
        <p:grpSpPr>
          <a:xfrm>
            <a:off x="7453313" y="6446838"/>
            <a:ext cx="792162" cy="366712"/>
            <a:chOff x="4649" y="4020"/>
            <a:chExt cx="499" cy="231"/>
          </a:xfrm>
        </p:grpSpPr>
        <p:pic>
          <p:nvPicPr>
            <p:cNvPr id="80906" name="Picture 4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0907" name="Text Box 44">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80903" name="Group 51"/>
          <p:cNvGrpSpPr/>
          <p:nvPr/>
        </p:nvGrpSpPr>
        <p:grpSpPr>
          <a:xfrm>
            <a:off x="6588125" y="6446838"/>
            <a:ext cx="792163" cy="366712"/>
            <a:chOff x="4649" y="4020"/>
            <a:chExt cx="499" cy="231"/>
          </a:xfrm>
        </p:grpSpPr>
        <p:pic>
          <p:nvPicPr>
            <p:cNvPr id="80904" name="Picture 5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0905" name="Text Box 5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8370">
                                            <p:txEl>
                                              <p:charRg st="0" end="28"/>
                                            </p:txEl>
                                          </p:spTgt>
                                        </p:tgtEl>
                                        <p:attrNameLst>
                                          <p:attrName>style.visibility</p:attrName>
                                        </p:attrNameLst>
                                      </p:cBhvr>
                                      <p:to>
                                        <p:strVal val="visible"/>
                                      </p:to>
                                    </p:set>
                                    <p:animEffect transition="in" filter="blinds(horizontal)">
                                      <p:cBhvr>
                                        <p:cTn id="7" dur="500"/>
                                        <p:tgtEl>
                                          <p:spTgt spid="58370">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8371"/>
                                        </p:tgtEl>
                                        <p:attrNameLst>
                                          <p:attrName>style.visibility</p:attrName>
                                        </p:attrNameLst>
                                      </p:cBhvr>
                                      <p:to>
                                        <p:strVal val="visible"/>
                                      </p:to>
                                    </p:set>
                                    <p:animEffect transition="in" filter="blinds(horizontal)">
                                      <p:cBhvr>
                                        <p:cTn id="17" dur="500"/>
                                        <p:tgtEl>
                                          <p:spTgt spid="58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uild="p"/>
      <p:bldP spid="5837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ext Box 2"/>
          <p:cNvSpPr txBox="1"/>
          <p:nvPr/>
        </p:nvSpPr>
        <p:spPr>
          <a:xfrm>
            <a:off x="762000" y="685800"/>
            <a:ext cx="1146175"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5-3</a:t>
            </a:r>
            <a:endParaRPr lang="en-US" altLang="zh-CN" sz="3200" b="0" dirty="0">
              <a:latin typeface="Times New Roman" panose="02020603050405020304" pitchFamily="18" charset="0"/>
              <a:ea typeface="宋体" panose="02010600030101010101" pitchFamily="2" charset="-122"/>
            </a:endParaRPr>
          </a:p>
        </p:txBody>
      </p:sp>
      <p:sp>
        <p:nvSpPr>
          <p:cNvPr id="59464" name="AutoShape 72"/>
          <p:cNvSpPr/>
          <p:nvPr/>
        </p:nvSpPr>
        <p:spPr>
          <a:xfrm>
            <a:off x="895350" y="4572000"/>
            <a:ext cx="819150" cy="225425"/>
          </a:xfrm>
          <a:prstGeom prst="rightArrow">
            <a:avLst>
              <a:gd name="adj1" fmla="val 50000"/>
              <a:gd name="adj2" fmla="val 90845"/>
            </a:avLst>
          </a:prstGeom>
          <a:solidFill>
            <a:srgbClr val="3399FF"/>
          </a:solidFill>
          <a:ln w="9525">
            <a:noFill/>
          </a:ln>
        </p:spPr>
        <p:txBody>
          <a:bodyPr anchor="ctr" anchorCtr="0">
            <a:spAutoFit/>
          </a:bodyPr>
          <a:p>
            <a:endParaRPr lang="zh-CN" altLang="en-US" dirty="0">
              <a:latin typeface="Arial" panose="020B0604020202020204" pitchFamily="34" charset="0"/>
            </a:endParaRPr>
          </a:p>
        </p:txBody>
      </p:sp>
      <p:grpSp>
        <p:nvGrpSpPr>
          <p:cNvPr id="81924" name="Group 77"/>
          <p:cNvGrpSpPr/>
          <p:nvPr/>
        </p:nvGrpSpPr>
        <p:grpSpPr>
          <a:xfrm>
            <a:off x="8316913" y="6446838"/>
            <a:ext cx="792162" cy="366712"/>
            <a:chOff x="5193" y="4020"/>
            <a:chExt cx="499" cy="231"/>
          </a:xfrm>
        </p:grpSpPr>
        <p:pic>
          <p:nvPicPr>
            <p:cNvPr id="81994" name="Picture 7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81995" name="Text Box 7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81925" name="Group 80"/>
          <p:cNvGrpSpPr/>
          <p:nvPr/>
        </p:nvGrpSpPr>
        <p:grpSpPr>
          <a:xfrm>
            <a:off x="7453313" y="6446838"/>
            <a:ext cx="792162" cy="366712"/>
            <a:chOff x="4649" y="4020"/>
            <a:chExt cx="499" cy="231"/>
          </a:xfrm>
        </p:grpSpPr>
        <p:pic>
          <p:nvPicPr>
            <p:cNvPr id="81992" name="Picture 81"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1993" name="Text Box 82">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pSp>
        <p:nvGrpSpPr>
          <p:cNvPr id="4" name="Group 156"/>
          <p:cNvGrpSpPr/>
          <p:nvPr/>
        </p:nvGrpSpPr>
        <p:grpSpPr>
          <a:xfrm>
            <a:off x="2051050" y="2997200"/>
            <a:ext cx="4775200" cy="3219450"/>
            <a:chOff x="1292" y="1888"/>
            <a:chExt cx="3008" cy="2028"/>
          </a:xfrm>
        </p:grpSpPr>
        <p:sp>
          <p:nvSpPr>
            <p:cNvPr id="81954" name="AutoShape 87"/>
            <p:cNvSpPr/>
            <p:nvPr/>
          </p:nvSpPr>
          <p:spPr>
            <a:xfrm>
              <a:off x="2834" y="2296"/>
              <a:ext cx="36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1955" name="Line 88"/>
            <p:cNvSpPr/>
            <p:nvPr/>
          </p:nvSpPr>
          <p:spPr>
            <a:xfrm>
              <a:off x="1894" y="2195"/>
              <a:ext cx="667" cy="1"/>
            </a:xfrm>
            <a:prstGeom prst="line">
              <a:avLst/>
            </a:prstGeom>
            <a:ln w="28575" cap="flat" cmpd="sng">
              <a:solidFill>
                <a:srgbClr val="FFCC00"/>
              </a:solidFill>
              <a:prstDash val="solid"/>
              <a:headEnd type="none" w="med" len="med"/>
              <a:tailEnd type="none" w="med" len="med"/>
            </a:ln>
          </p:spPr>
        </p:sp>
        <p:sp>
          <p:nvSpPr>
            <p:cNvPr id="81956" name="Line 89"/>
            <p:cNvSpPr/>
            <p:nvPr/>
          </p:nvSpPr>
          <p:spPr>
            <a:xfrm flipH="1">
              <a:off x="2556" y="2205"/>
              <a:ext cx="6" cy="593"/>
            </a:xfrm>
            <a:prstGeom prst="line">
              <a:avLst/>
            </a:prstGeom>
            <a:ln w="28575" cap="flat" cmpd="sng">
              <a:solidFill>
                <a:srgbClr val="FFCC00"/>
              </a:solidFill>
              <a:prstDash val="solid"/>
              <a:headEnd type="none" w="med" len="med"/>
              <a:tailEnd type="oval" w="med" len="med"/>
            </a:ln>
          </p:spPr>
        </p:sp>
        <p:sp>
          <p:nvSpPr>
            <p:cNvPr id="81957" name="Line 90"/>
            <p:cNvSpPr/>
            <p:nvPr/>
          </p:nvSpPr>
          <p:spPr>
            <a:xfrm>
              <a:off x="1882" y="2795"/>
              <a:ext cx="1839" cy="1"/>
            </a:xfrm>
            <a:prstGeom prst="line">
              <a:avLst/>
            </a:prstGeom>
            <a:ln w="28575" cap="flat" cmpd="sng">
              <a:solidFill>
                <a:srgbClr val="FFCC00"/>
              </a:solidFill>
              <a:prstDash val="solid"/>
              <a:headEnd type="none" w="med" len="med"/>
              <a:tailEnd type="none" w="med" len="med"/>
            </a:ln>
          </p:spPr>
        </p:sp>
        <p:sp>
          <p:nvSpPr>
            <p:cNvPr id="81958" name="Line 91"/>
            <p:cNvSpPr/>
            <p:nvPr/>
          </p:nvSpPr>
          <p:spPr>
            <a:xfrm flipH="1">
              <a:off x="3016" y="2205"/>
              <a:ext cx="5" cy="590"/>
            </a:xfrm>
            <a:prstGeom prst="line">
              <a:avLst/>
            </a:prstGeom>
            <a:ln w="28575" cap="flat" cmpd="sng">
              <a:solidFill>
                <a:srgbClr val="FFCC00"/>
              </a:solidFill>
              <a:prstDash val="solid"/>
              <a:headEnd type="none" w="med" len="med"/>
              <a:tailEnd type="oval" w="med" len="med"/>
            </a:ln>
          </p:spPr>
        </p:sp>
        <p:sp>
          <p:nvSpPr>
            <p:cNvPr id="81959" name="Line 92"/>
            <p:cNvSpPr/>
            <p:nvPr/>
          </p:nvSpPr>
          <p:spPr>
            <a:xfrm>
              <a:off x="3016" y="2205"/>
              <a:ext cx="680" cy="0"/>
            </a:xfrm>
            <a:prstGeom prst="line">
              <a:avLst/>
            </a:prstGeom>
            <a:ln w="28575" cap="flat" cmpd="sng">
              <a:solidFill>
                <a:srgbClr val="FFCC00"/>
              </a:solidFill>
              <a:prstDash val="solid"/>
              <a:headEnd type="none" w="med" len="med"/>
              <a:tailEnd type="none" w="med" len="med"/>
            </a:ln>
          </p:spPr>
        </p:sp>
        <p:sp>
          <p:nvSpPr>
            <p:cNvPr id="81960" name="Line 93"/>
            <p:cNvSpPr/>
            <p:nvPr/>
          </p:nvSpPr>
          <p:spPr>
            <a:xfrm flipH="1">
              <a:off x="2787" y="3294"/>
              <a:ext cx="2" cy="593"/>
            </a:xfrm>
            <a:prstGeom prst="line">
              <a:avLst/>
            </a:prstGeom>
            <a:ln w="28575" cap="flat" cmpd="sng">
              <a:solidFill>
                <a:srgbClr val="FFCC00"/>
              </a:solidFill>
              <a:prstDash val="solid"/>
              <a:headEnd type="oval" w="med" len="med"/>
              <a:tailEnd type="oval" w="med" len="med"/>
            </a:ln>
          </p:spPr>
        </p:sp>
        <p:sp>
          <p:nvSpPr>
            <p:cNvPr id="81961" name="Line 94"/>
            <p:cNvSpPr/>
            <p:nvPr/>
          </p:nvSpPr>
          <p:spPr>
            <a:xfrm>
              <a:off x="1897" y="3887"/>
              <a:ext cx="1802" cy="1"/>
            </a:xfrm>
            <a:prstGeom prst="line">
              <a:avLst/>
            </a:prstGeom>
            <a:ln w="28575" cap="flat" cmpd="sng">
              <a:solidFill>
                <a:srgbClr val="FFCC00"/>
              </a:solidFill>
              <a:prstDash val="solid"/>
              <a:headEnd type="none" w="med" len="med"/>
              <a:tailEnd type="none" w="med" len="med"/>
            </a:ln>
          </p:spPr>
        </p:sp>
        <p:sp>
          <p:nvSpPr>
            <p:cNvPr id="81962" name="Rectangle 95"/>
            <p:cNvSpPr/>
            <p:nvPr/>
          </p:nvSpPr>
          <p:spPr>
            <a:xfrm>
              <a:off x="2102" y="2404"/>
              <a:ext cx="407"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3</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63" name="Rectangle 96"/>
            <p:cNvSpPr/>
            <p:nvPr/>
          </p:nvSpPr>
          <p:spPr>
            <a:xfrm>
              <a:off x="2018" y="1888"/>
              <a:ext cx="231"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81964" name="Oval 97"/>
            <p:cNvSpPr/>
            <p:nvPr/>
          </p:nvSpPr>
          <p:spPr>
            <a:xfrm>
              <a:off x="1832" y="215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65" name="Oval 98"/>
            <p:cNvSpPr/>
            <p:nvPr/>
          </p:nvSpPr>
          <p:spPr>
            <a:xfrm>
              <a:off x="1826" y="384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66" name="Line 99"/>
            <p:cNvSpPr/>
            <p:nvPr/>
          </p:nvSpPr>
          <p:spPr>
            <a:xfrm>
              <a:off x="1973" y="2196"/>
              <a:ext cx="258" cy="0"/>
            </a:xfrm>
            <a:prstGeom prst="line">
              <a:avLst/>
            </a:prstGeom>
            <a:ln w="28575" cap="flat" cmpd="sng">
              <a:solidFill>
                <a:srgbClr val="00FFFF"/>
              </a:solidFill>
              <a:prstDash val="solid"/>
              <a:headEnd type="none" w="med" len="med"/>
              <a:tailEnd type="triangle" w="med" len="med"/>
            </a:ln>
          </p:spPr>
        </p:sp>
        <p:sp>
          <p:nvSpPr>
            <p:cNvPr id="81967" name="Oval 100"/>
            <p:cNvSpPr/>
            <p:nvPr/>
          </p:nvSpPr>
          <p:spPr>
            <a:xfrm>
              <a:off x="3696" y="216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68" name="Oval 101"/>
            <p:cNvSpPr/>
            <p:nvPr/>
          </p:nvSpPr>
          <p:spPr>
            <a:xfrm>
              <a:off x="3692" y="384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69" name="Rectangle 102"/>
            <p:cNvSpPr/>
            <p:nvPr/>
          </p:nvSpPr>
          <p:spPr>
            <a:xfrm>
              <a:off x="2768" y="3475"/>
              <a:ext cx="475"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1</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70" name="Rectangle 103"/>
            <p:cNvSpPr/>
            <p:nvPr/>
          </p:nvSpPr>
          <p:spPr>
            <a:xfrm>
              <a:off x="3107" y="1888"/>
              <a:ext cx="454"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71" name="Text Box 104"/>
            <p:cNvSpPr txBox="1"/>
            <p:nvPr/>
          </p:nvSpPr>
          <p:spPr>
            <a:xfrm>
              <a:off x="2744" y="2114"/>
              <a:ext cx="242" cy="327"/>
            </a:xfrm>
            <a:prstGeom prst="rect">
              <a:avLst/>
            </a:prstGeom>
            <a:noFill/>
            <a:ln w="28575">
              <a:noFill/>
            </a:ln>
          </p:spPr>
          <p:txBody>
            <a:bodyPr wrap="none" anchor="ctr" anchorCtr="0">
              <a:spAutoFit/>
            </a:bodyPr>
            <a:p>
              <a:pPr algn="ct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81972" name="Text Box 105"/>
            <p:cNvSpPr txBox="1"/>
            <p:nvPr/>
          </p:nvSpPr>
          <p:spPr>
            <a:xfrm>
              <a:off x="2744" y="2523"/>
              <a:ext cx="239" cy="327"/>
            </a:xfrm>
            <a:prstGeom prst="rect">
              <a:avLst/>
            </a:prstGeom>
            <a:noFill/>
            <a:ln w="28575">
              <a:noFill/>
            </a:ln>
          </p:spPr>
          <p:txBody>
            <a:bodyPr wrap="none" anchor="ctr" anchorCtr="0">
              <a:spAutoFit/>
            </a:bodyPr>
            <a:p>
              <a:pPr algn="ct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73" name="Rectangle 106"/>
            <p:cNvSpPr/>
            <p:nvPr/>
          </p:nvSpPr>
          <p:spPr>
            <a:xfrm>
              <a:off x="3061" y="2341"/>
              <a:ext cx="545" cy="269"/>
            </a:xfrm>
            <a:prstGeom prst="rect">
              <a:avLst/>
            </a:prstGeom>
            <a:noFill/>
            <a:ln w="28575">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2</a:t>
              </a: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81974" name="Line 107"/>
            <p:cNvSpPr/>
            <p:nvPr/>
          </p:nvSpPr>
          <p:spPr>
            <a:xfrm>
              <a:off x="1901" y="3290"/>
              <a:ext cx="1800" cy="1"/>
            </a:xfrm>
            <a:prstGeom prst="line">
              <a:avLst/>
            </a:prstGeom>
            <a:ln w="28575" cap="flat" cmpd="sng">
              <a:solidFill>
                <a:srgbClr val="FFCC00"/>
              </a:solidFill>
              <a:prstDash val="solid"/>
              <a:headEnd type="none" w="med" len="med"/>
              <a:tailEnd type="none" w="med" len="med"/>
            </a:ln>
          </p:spPr>
        </p:sp>
        <p:sp>
          <p:nvSpPr>
            <p:cNvPr id="81975" name="Oval 108"/>
            <p:cNvSpPr/>
            <p:nvPr/>
          </p:nvSpPr>
          <p:spPr>
            <a:xfrm>
              <a:off x="3698" y="2756"/>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76" name="Oval 109"/>
            <p:cNvSpPr/>
            <p:nvPr/>
          </p:nvSpPr>
          <p:spPr>
            <a:xfrm>
              <a:off x="3704" y="3254"/>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77" name="Oval 110"/>
            <p:cNvSpPr/>
            <p:nvPr/>
          </p:nvSpPr>
          <p:spPr>
            <a:xfrm>
              <a:off x="1838" y="275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78" name="Oval 111"/>
            <p:cNvSpPr/>
            <p:nvPr/>
          </p:nvSpPr>
          <p:spPr>
            <a:xfrm>
              <a:off x="1838" y="324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79" name="Line 112"/>
            <p:cNvSpPr/>
            <p:nvPr/>
          </p:nvSpPr>
          <p:spPr>
            <a:xfrm>
              <a:off x="3752" y="2198"/>
              <a:ext cx="480" cy="0"/>
            </a:xfrm>
            <a:prstGeom prst="line">
              <a:avLst/>
            </a:prstGeom>
            <a:ln w="28575" cap="flat" cmpd="sng">
              <a:solidFill>
                <a:srgbClr val="FFCC00"/>
              </a:solidFill>
              <a:prstDash val="solid"/>
              <a:headEnd type="none" w="med" len="med"/>
              <a:tailEnd type="none" w="med" len="med"/>
            </a:ln>
          </p:spPr>
        </p:sp>
        <p:sp>
          <p:nvSpPr>
            <p:cNvPr id="81980" name="Line 113"/>
            <p:cNvSpPr/>
            <p:nvPr/>
          </p:nvSpPr>
          <p:spPr>
            <a:xfrm>
              <a:off x="3758" y="3884"/>
              <a:ext cx="468" cy="0"/>
            </a:xfrm>
            <a:prstGeom prst="line">
              <a:avLst/>
            </a:prstGeom>
            <a:ln w="28575" cap="flat" cmpd="sng">
              <a:solidFill>
                <a:srgbClr val="FFCC00"/>
              </a:solidFill>
              <a:prstDash val="solid"/>
              <a:headEnd type="none" w="med" len="med"/>
              <a:tailEnd type="none" w="med" len="med"/>
            </a:ln>
          </p:spPr>
        </p:sp>
        <p:sp>
          <p:nvSpPr>
            <p:cNvPr id="81981" name="Oval 114"/>
            <p:cNvSpPr/>
            <p:nvPr/>
          </p:nvSpPr>
          <p:spPr>
            <a:xfrm>
              <a:off x="4232" y="216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82" name="Oval 115"/>
            <p:cNvSpPr/>
            <p:nvPr/>
          </p:nvSpPr>
          <p:spPr>
            <a:xfrm>
              <a:off x="4220" y="384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83" name="Oval 116"/>
            <p:cNvSpPr/>
            <p:nvPr/>
          </p:nvSpPr>
          <p:spPr>
            <a:xfrm>
              <a:off x="1292" y="2156"/>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84" name="Oval 117"/>
            <p:cNvSpPr/>
            <p:nvPr/>
          </p:nvSpPr>
          <p:spPr>
            <a:xfrm>
              <a:off x="1292" y="3848"/>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85" name="Line 118"/>
            <p:cNvSpPr/>
            <p:nvPr/>
          </p:nvSpPr>
          <p:spPr>
            <a:xfrm>
              <a:off x="1352" y="2192"/>
              <a:ext cx="480" cy="0"/>
            </a:xfrm>
            <a:prstGeom prst="line">
              <a:avLst/>
            </a:prstGeom>
            <a:ln w="28575" cap="flat" cmpd="sng">
              <a:solidFill>
                <a:srgbClr val="FFCC00"/>
              </a:solidFill>
              <a:prstDash val="solid"/>
              <a:headEnd type="none" w="med" len="med"/>
              <a:tailEnd type="none" w="med" len="med"/>
            </a:ln>
          </p:spPr>
        </p:sp>
        <p:sp>
          <p:nvSpPr>
            <p:cNvPr id="81986" name="Line 119"/>
            <p:cNvSpPr/>
            <p:nvPr/>
          </p:nvSpPr>
          <p:spPr>
            <a:xfrm>
              <a:off x="1352" y="3884"/>
              <a:ext cx="480" cy="0"/>
            </a:xfrm>
            <a:prstGeom prst="line">
              <a:avLst/>
            </a:prstGeom>
            <a:ln w="28575" cap="flat" cmpd="sng">
              <a:solidFill>
                <a:srgbClr val="FFCC00"/>
              </a:solidFill>
              <a:prstDash val="solid"/>
              <a:headEnd type="none" w="med" len="med"/>
              <a:tailEnd type="none" w="med" len="med"/>
            </a:ln>
          </p:spPr>
        </p:sp>
        <p:sp>
          <p:nvSpPr>
            <p:cNvPr id="81987" name="Freeform 120"/>
            <p:cNvSpPr/>
            <p:nvPr/>
          </p:nvSpPr>
          <p:spPr>
            <a:xfrm>
              <a:off x="1640" y="2786"/>
              <a:ext cx="198" cy="498"/>
            </a:xfrm>
            <a:custGeom>
              <a:avLst/>
              <a:gdLst>
                <a:gd name="txL" fmla="*/ 0 w 198"/>
                <a:gd name="txT" fmla="*/ 0 h 498"/>
                <a:gd name="txR" fmla="*/ 198 w 198"/>
                <a:gd name="txB" fmla="*/ 498 h 498"/>
              </a:gdLst>
              <a:ahLst/>
              <a:cxnLst>
                <a:cxn ang="0">
                  <a:pos x="192" y="0"/>
                </a:cxn>
                <a:cxn ang="0">
                  <a:pos x="0" y="0"/>
                </a:cxn>
                <a:cxn ang="0">
                  <a:pos x="0" y="498"/>
                </a:cxn>
                <a:cxn ang="0">
                  <a:pos x="198" y="498"/>
                </a:cxn>
              </a:cxnLst>
              <a:rect l="txL" t="txT" r="txR" b="txB"/>
              <a:pathLst>
                <a:path w="198" h="498">
                  <a:moveTo>
                    <a:pt x="192" y="0"/>
                  </a:moveTo>
                  <a:lnTo>
                    <a:pt x="0" y="0"/>
                  </a:lnTo>
                  <a:lnTo>
                    <a:pt x="0" y="498"/>
                  </a:lnTo>
                  <a:lnTo>
                    <a:pt x="198" y="498"/>
                  </a:lnTo>
                </a:path>
              </a:pathLst>
            </a:custGeom>
            <a:noFill/>
            <a:ln w="28575" cap="flat" cmpd="sng">
              <a:solidFill>
                <a:srgbClr val="FFCC00"/>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81988" name="Freeform 121"/>
            <p:cNvSpPr/>
            <p:nvPr/>
          </p:nvSpPr>
          <p:spPr>
            <a:xfrm>
              <a:off x="3770" y="2792"/>
              <a:ext cx="192" cy="504"/>
            </a:xfrm>
            <a:custGeom>
              <a:avLst/>
              <a:gdLst>
                <a:gd name="txL" fmla="*/ 0 w 192"/>
                <a:gd name="txT" fmla="*/ 0 h 492"/>
                <a:gd name="txR" fmla="*/ 192 w 192"/>
                <a:gd name="txB" fmla="*/ 492 h 492"/>
              </a:gdLst>
              <a:ahLst/>
              <a:cxnLst>
                <a:cxn ang="0">
                  <a:pos x="0" y="0"/>
                </a:cxn>
                <a:cxn ang="0">
                  <a:pos x="192" y="0"/>
                </a:cxn>
                <a:cxn ang="0">
                  <a:pos x="192" y="504"/>
                </a:cxn>
                <a:cxn ang="0">
                  <a:pos x="0" y="498"/>
                </a:cxn>
              </a:cxnLst>
              <a:rect l="txL" t="txT" r="txR" b="txB"/>
              <a:pathLst>
                <a:path w="192" h="492">
                  <a:moveTo>
                    <a:pt x="0" y="0"/>
                  </a:moveTo>
                  <a:lnTo>
                    <a:pt x="192" y="0"/>
                  </a:lnTo>
                  <a:lnTo>
                    <a:pt x="192" y="492"/>
                  </a:lnTo>
                  <a:lnTo>
                    <a:pt x="0" y="486"/>
                  </a:lnTo>
                </a:path>
              </a:pathLst>
            </a:custGeom>
            <a:noFill/>
            <a:ln w="28575" cap="flat" cmpd="sng">
              <a:solidFill>
                <a:srgbClr val="FFCC00"/>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81989" name="Rectangle 122"/>
            <p:cNvSpPr/>
            <p:nvPr/>
          </p:nvSpPr>
          <p:spPr>
            <a:xfrm>
              <a:off x="2734" y="343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81990" name="Rectangle 123"/>
            <p:cNvSpPr/>
            <p:nvPr/>
          </p:nvSpPr>
          <p:spPr>
            <a:xfrm>
              <a:off x="2499" y="23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81991" name="Rectangle 124"/>
            <p:cNvSpPr/>
            <p:nvPr/>
          </p:nvSpPr>
          <p:spPr>
            <a:xfrm>
              <a:off x="3197" y="214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5" name="Group 155"/>
          <p:cNvGrpSpPr/>
          <p:nvPr/>
        </p:nvGrpSpPr>
        <p:grpSpPr>
          <a:xfrm>
            <a:off x="3059113" y="476250"/>
            <a:ext cx="3079750" cy="2520950"/>
            <a:chOff x="1927" y="300"/>
            <a:chExt cx="1940" cy="1588"/>
          </a:xfrm>
        </p:grpSpPr>
        <p:sp>
          <p:nvSpPr>
            <p:cNvPr id="81931" name="AutoShape 126"/>
            <p:cNvSpPr/>
            <p:nvPr/>
          </p:nvSpPr>
          <p:spPr>
            <a:xfrm>
              <a:off x="2925" y="709"/>
              <a:ext cx="36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1932" name="Line 127"/>
            <p:cNvSpPr/>
            <p:nvPr/>
          </p:nvSpPr>
          <p:spPr>
            <a:xfrm flipH="1">
              <a:off x="2653" y="618"/>
              <a:ext cx="0" cy="590"/>
            </a:xfrm>
            <a:prstGeom prst="line">
              <a:avLst/>
            </a:prstGeom>
            <a:ln w="28575" cap="flat" cmpd="sng">
              <a:solidFill>
                <a:srgbClr val="FFCC00"/>
              </a:solidFill>
              <a:prstDash val="solid"/>
              <a:headEnd type="none" w="med" len="med"/>
              <a:tailEnd type="none" w="med" len="med"/>
            </a:ln>
          </p:spPr>
        </p:sp>
        <p:sp>
          <p:nvSpPr>
            <p:cNvPr id="81933" name="Line 128"/>
            <p:cNvSpPr/>
            <p:nvPr/>
          </p:nvSpPr>
          <p:spPr>
            <a:xfrm>
              <a:off x="2001" y="620"/>
              <a:ext cx="667" cy="1"/>
            </a:xfrm>
            <a:prstGeom prst="line">
              <a:avLst/>
            </a:prstGeom>
            <a:ln w="28575" cap="flat" cmpd="sng">
              <a:solidFill>
                <a:srgbClr val="FFCC00"/>
              </a:solidFill>
              <a:prstDash val="solid"/>
              <a:headEnd type="none" w="med" len="med"/>
              <a:tailEnd type="none" w="med" len="med"/>
            </a:ln>
          </p:spPr>
        </p:sp>
        <p:sp>
          <p:nvSpPr>
            <p:cNvPr id="81934" name="Line 129"/>
            <p:cNvSpPr/>
            <p:nvPr/>
          </p:nvSpPr>
          <p:spPr>
            <a:xfrm>
              <a:off x="2653" y="1208"/>
              <a:ext cx="453" cy="0"/>
            </a:xfrm>
            <a:prstGeom prst="line">
              <a:avLst/>
            </a:prstGeom>
            <a:ln w="28575" cap="flat" cmpd="sng">
              <a:solidFill>
                <a:srgbClr val="FFCC00"/>
              </a:solidFill>
              <a:prstDash val="solid"/>
              <a:headEnd type="none" w="med" len="med"/>
              <a:tailEnd type="none" w="med" len="med"/>
            </a:ln>
          </p:spPr>
        </p:sp>
        <p:sp>
          <p:nvSpPr>
            <p:cNvPr id="81935" name="Line 130"/>
            <p:cNvSpPr/>
            <p:nvPr/>
          </p:nvSpPr>
          <p:spPr>
            <a:xfrm flipH="1">
              <a:off x="3113" y="616"/>
              <a:ext cx="5" cy="607"/>
            </a:xfrm>
            <a:prstGeom prst="line">
              <a:avLst/>
            </a:prstGeom>
            <a:ln w="28575" cap="flat" cmpd="sng">
              <a:solidFill>
                <a:srgbClr val="FFCC00"/>
              </a:solidFill>
              <a:prstDash val="solid"/>
              <a:headEnd type="none" w="med" len="med"/>
              <a:tailEnd type="none" w="med" len="med"/>
            </a:ln>
          </p:spPr>
        </p:sp>
        <p:sp>
          <p:nvSpPr>
            <p:cNvPr id="81936" name="Line 131"/>
            <p:cNvSpPr/>
            <p:nvPr/>
          </p:nvSpPr>
          <p:spPr>
            <a:xfrm flipV="1">
              <a:off x="3118" y="618"/>
              <a:ext cx="669" cy="2"/>
            </a:xfrm>
            <a:prstGeom prst="line">
              <a:avLst/>
            </a:prstGeom>
            <a:ln w="28575" cap="flat" cmpd="sng">
              <a:solidFill>
                <a:srgbClr val="FFCC00"/>
              </a:solidFill>
              <a:prstDash val="solid"/>
              <a:headEnd type="none" w="med" len="med"/>
              <a:tailEnd type="none" w="med" len="med"/>
            </a:ln>
          </p:spPr>
        </p:sp>
        <p:sp>
          <p:nvSpPr>
            <p:cNvPr id="81937" name="Line 132"/>
            <p:cNvSpPr/>
            <p:nvPr/>
          </p:nvSpPr>
          <p:spPr>
            <a:xfrm flipH="1">
              <a:off x="2879" y="1208"/>
              <a:ext cx="0" cy="635"/>
            </a:xfrm>
            <a:prstGeom prst="line">
              <a:avLst/>
            </a:prstGeom>
            <a:ln w="28575" cap="flat" cmpd="sng">
              <a:solidFill>
                <a:srgbClr val="FFCC00"/>
              </a:solidFill>
              <a:prstDash val="solid"/>
              <a:headEnd type="oval" w="med" len="med"/>
              <a:tailEnd type="oval" w="med" len="med"/>
            </a:ln>
          </p:spPr>
        </p:sp>
        <p:sp>
          <p:nvSpPr>
            <p:cNvPr id="81938" name="Line 133"/>
            <p:cNvSpPr/>
            <p:nvPr/>
          </p:nvSpPr>
          <p:spPr>
            <a:xfrm>
              <a:off x="1992" y="1842"/>
              <a:ext cx="1802" cy="1"/>
            </a:xfrm>
            <a:prstGeom prst="line">
              <a:avLst/>
            </a:prstGeom>
            <a:ln w="28575" cap="flat" cmpd="sng">
              <a:solidFill>
                <a:srgbClr val="FFCC00"/>
              </a:solidFill>
              <a:prstDash val="solid"/>
              <a:headEnd type="none" w="med" len="med"/>
              <a:tailEnd type="none" w="med" len="med"/>
            </a:ln>
          </p:spPr>
        </p:sp>
        <p:sp>
          <p:nvSpPr>
            <p:cNvPr id="81939" name="Rectangle 134"/>
            <p:cNvSpPr/>
            <p:nvPr/>
          </p:nvSpPr>
          <p:spPr>
            <a:xfrm>
              <a:off x="2199" y="754"/>
              <a:ext cx="407"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3</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40" name="Rectangle 135"/>
            <p:cNvSpPr/>
            <p:nvPr/>
          </p:nvSpPr>
          <p:spPr>
            <a:xfrm>
              <a:off x="2064" y="300"/>
              <a:ext cx="231"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a:t>
              </a: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81941" name="Oval 136"/>
            <p:cNvSpPr/>
            <p:nvPr/>
          </p:nvSpPr>
          <p:spPr>
            <a:xfrm>
              <a:off x="1927" y="587"/>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42" name="Oval 137"/>
            <p:cNvSpPr/>
            <p:nvPr/>
          </p:nvSpPr>
          <p:spPr>
            <a:xfrm>
              <a:off x="1933" y="182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43" name="Line 138"/>
            <p:cNvSpPr/>
            <p:nvPr/>
          </p:nvSpPr>
          <p:spPr>
            <a:xfrm>
              <a:off x="2064" y="618"/>
              <a:ext cx="258" cy="0"/>
            </a:xfrm>
            <a:prstGeom prst="line">
              <a:avLst/>
            </a:prstGeom>
            <a:ln w="28575" cap="flat" cmpd="sng">
              <a:solidFill>
                <a:srgbClr val="00FFFF"/>
              </a:solidFill>
              <a:prstDash val="solid"/>
              <a:headEnd type="none" w="med" len="med"/>
              <a:tailEnd type="triangle" w="med" len="med"/>
            </a:ln>
          </p:spPr>
        </p:sp>
        <p:sp>
          <p:nvSpPr>
            <p:cNvPr id="81944" name="Oval 139"/>
            <p:cNvSpPr/>
            <p:nvPr/>
          </p:nvSpPr>
          <p:spPr>
            <a:xfrm>
              <a:off x="3793" y="593"/>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45" name="Oval 140"/>
            <p:cNvSpPr/>
            <p:nvPr/>
          </p:nvSpPr>
          <p:spPr>
            <a:xfrm>
              <a:off x="3799" y="1820"/>
              <a:ext cx="68" cy="68"/>
            </a:xfrm>
            <a:prstGeom prst="ellipse">
              <a:avLst/>
            </a:prstGeom>
            <a:noFill/>
            <a:ln w="28575" cap="flat" cmpd="sng">
              <a:solidFill>
                <a:srgbClr val="FFCC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81946" name="Rectangle 141"/>
            <p:cNvSpPr/>
            <p:nvPr/>
          </p:nvSpPr>
          <p:spPr>
            <a:xfrm>
              <a:off x="2783" y="1344"/>
              <a:ext cx="595"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1</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47" name="Rectangle 142"/>
            <p:cNvSpPr/>
            <p:nvPr/>
          </p:nvSpPr>
          <p:spPr>
            <a:xfrm>
              <a:off x="3242" y="318"/>
              <a:ext cx="619"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2</a:t>
              </a: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48" name="Text Box 143"/>
            <p:cNvSpPr txBox="1"/>
            <p:nvPr/>
          </p:nvSpPr>
          <p:spPr>
            <a:xfrm>
              <a:off x="2834" y="437"/>
              <a:ext cx="244" cy="327"/>
            </a:xfrm>
            <a:prstGeom prst="rect">
              <a:avLst/>
            </a:prstGeom>
            <a:noFill/>
            <a:ln w="38100">
              <a:noFill/>
            </a:ln>
          </p:spPr>
          <p:txBody>
            <a:bodyPr wrap="none" anchor="ctr" anchorCtr="0">
              <a:spAutoFit/>
            </a:bodyPr>
            <a:p>
              <a:pPr algn="ct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81949" name="Text Box 144"/>
            <p:cNvSpPr txBox="1"/>
            <p:nvPr/>
          </p:nvSpPr>
          <p:spPr>
            <a:xfrm>
              <a:off x="2834" y="936"/>
              <a:ext cx="239" cy="327"/>
            </a:xfrm>
            <a:prstGeom prst="rect">
              <a:avLst/>
            </a:prstGeom>
            <a:noFill/>
            <a:ln w="38100">
              <a:noFill/>
            </a:ln>
          </p:spPr>
          <p:txBody>
            <a:bodyPr wrap="none" anchor="ctr" anchorCtr="0">
              <a:spAutoFit/>
            </a:bodyPr>
            <a:p>
              <a:pPr algn="ct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81950" name="Rectangle 145"/>
            <p:cNvSpPr/>
            <p:nvPr/>
          </p:nvSpPr>
          <p:spPr>
            <a:xfrm>
              <a:off x="3197" y="754"/>
              <a:ext cx="544" cy="269"/>
            </a:xfrm>
            <a:prstGeom prst="rect">
              <a:avLst/>
            </a:prstGeom>
            <a:noFill/>
            <a:ln w="38100">
              <a:noFill/>
            </a:ln>
          </p:spPr>
          <p:txBody>
            <a:bodyPr lIns="0" tIns="0" rIns="0" bIns="0">
              <a:spAutoFit/>
            </a:bodyPr>
            <a:p>
              <a:pPr algn="ctr"/>
              <a:r>
                <a:rPr lang="en-US" altLang="zh-CN" b="0" dirty="0">
                  <a:latin typeface="Times New Roman" panose="02020603050405020304" pitchFamily="18" charset="0"/>
                  <a:ea typeface="宋体" panose="02010600030101010101" pitchFamily="2" charset="-122"/>
                </a:rPr>
                <a:t> 2</a:t>
              </a: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81951" name="Rectangle 146"/>
            <p:cNvSpPr/>
            <p:nvPr/>
          </p:nvSpPr>
          <p:spPr>
            <a:xfrm>
              <a:off x="2589" y="70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81952" name="Rectangle 147"/>
            <p:cNvSpPr/>
            <p:nvPr/>
          </p:nvSpPr>
          <p:spPr>
            <a:xfrm>
              <a:off x="3378" y="55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81953" name="Rectangle 148"/>
            <p:cNvSpPr/>
            <p:nvPr/>
          </p:nvSpPr>
          <p:spPr>
            <a:xfrm>
              <a:off x="2816" y="13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81928" name="Group 152"/>
          <p:cNvGrpSpPr/>
          <p:nvPr/>
        </p:nvGrpSpPr>
        <p:grpSpPr>
          <a:xfrm>
            <a:off x="6588125" y="6446838"/>
            <a:ext cx="792163" cy="366712"/>
            <a:chOff x="4649" y="4020"/>
            <a:chExt cx="499" cy="231"/>
          </a:xfrm>
        </p:grpSpPr>
        <p:pic>
          <p:nvPicPr>
            <p:cNvPr id="81929" name="Picture 15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81930" name="Text Box 15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p:cTn id="7" dur="1000" fill="hold"/>
                                        <p:tgtEl>
                                          <p:spTgt spid="59394"/>
                                        </p:tgtEl>
                                        <p:attrNameLst>
                                          <p:attrName>ppt_w</p:attrName>
                                        </p:attrNameLst>
                                      </p:cBhvr>
                                      <p:tavLst>
                                        <p:tav tm="0">
                                          <p:val>
                                            <p:fltVal val="0.000000"/>
                                          </p:val>
                                        </p:tav>
                                        <p:tav tm="100000">
                                          <p:val>
                                            <p:strVal val="#ppt_w"/>
                                          </p:val>
                                        </p:tav>
                                      </p:tavLst>
                                    </p:anim>
                                    <p:anim calcmode="lin" valueType="num">
                                      <p:cBhvr>
                                        <p:cTn id="8" dur="1000" fill="hold"/>
                                        <p:tgtEl>
                                          <p:spTgt spid="59394"/>
                                        </p:tgtEl>
                                        <p:attrNameLst>
                                          <p:attrName>ppt_h</p:attrName>
                                        </p:attrNameLst>
                                      </p:cBhvr>
                                      <p:tavLst>
                                        <p:tav tm="0">
                                          <p:val>
                                            <p:fltVal val="0.000000"/>
                                          </p:val>
                                        </p:tav>
                                        <p:tav tm="100000">
                                          <p:val>
                                            <p:strVal val="#ppt_h"/>
                                          </p:val>
                                        </p:tav>
                                      </p:tavLst>
                                    </p:anim>
                                    <p:anim calcmode="lin" valueType="num">
                                      <p:cBhvr>
                                        <p:cTn id="9" dur="1000" fill="hold"/>
                                        <p:tgtEl>
                                          <p:spTgt spid="5939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9394"/>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59464"/>
                                        </p:tgtEl>
                                        <p:attrNameLst>
                                          <p:attrName>style.visibility</p:attrName>
                                        </p:attrNameLst>
                                      </p:cBhvr>
                                      <p:to>
                                        <p:strVal val="visible"/>
                                      </p:to>
                                    </p:set>
                                    <p:animEffect transition="in" filter="slide(fromLeft)">
                                      <p:cBhvr>
                                        <p:cTn id="19" dur="500"/>
                                        <p:tgtEl>
                                          <p:spTgt spid="59464"/>
                                        </p:tgtEl>
                                      </p:cBhvr>
                                    </p:animEffect>
                                  </p:childTnLst>
                                </p:cTn>
                              </p:par>
                            </p:childTnLst>
                          </p:cTn>
                        </p:par>
                        <p:par>
                          <p:cTn id="20" fill="hold">
                            <p:stCondLst>
                              <p:cond delay="500"/>
                            </p:stCondLst>
                            <p:childTnLst>
                              <p:par>
                                <p:cTn id="21" presetID="3" presetClass="entr" presetSubtype="1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P spid="5946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p:nvPr/>
        </p:nvSpPr>
        <p:spPr>
          <a:xfrm>
            <a:off x="755650" y="549275"/>
            <a:ext cx="7488238" cy="552450"/>
          </a:xfrm>
          <a:prstGeom prst="rect">
            <a:avLst/>
          </a:prstGeom>
          <a:noFill/>
          <a:ln w="9525">
            <a:noFill/>
          </a:ln>
        </p:spPr>
        <p:txBody>
          <a:bodyPr anchor="ctr" anchorCtr="0"/>
          <a:p>
            <a:pPr algn="ctr"/>
            <a:r>
              <a:rPr lang="en-US" altLang="zh-CN" sz="4000" b="0" dirty="0">
                <a:latin typeface="Times New Roman" panose="02020603050405020304" pitchFamily="18" charset="0"/>
              </a:rPr>
              <a:t>16-6</a:t>
            </a:r>
            <a:r>
              <a:rPr lang="en-US" altLang="zh-CN" sz="4000" dirty="0">
                <a:latin typeface="楷体_GB2312" pitchFamily="49" charset="-122"/>
              </a:rPr>
              <a:t> </a:t>
            </a:r>
            <a:r>
              <a:rPr lang="zh-CN" altLang="en-US" sz="4000" dirty="0">
                <a:latin typeface="楷体_GB2312" pitchFamily="49" charset="-122"/>
              </a:rPr>
              <a:t>回转器和负阻抗转换器</a:t>
            </a:r>
            <a:endParaRPr lang="zh-CN" altLang="en-US" sz="4000" dirty="0">
              <a:latin typeface="楷体_GB2312" pitchFamily="49" charset="-122"/>
            </a:endParaRPr>
          </a:p>
        </p:txBody>
      </p:sp>
      <p:sp>
        <p:nvSpPr>
          <p:cNvPr id="90115" name="Text Box 3"/>
          <p:cNvSpPr txBox="1"/>
          <p:nvPr/>
        </p:nvSpPr>
        <p:spPr>
          <a:xfrm>
            <a:off x="539750" y="1773238"/>
            <a:ext cx="8135938" cy="1117600"/>
          </a:xfrm>
          <a:prstGeom prst="rect">
            <a:avLst/>
          </a:prstGeom>
          <a:noFill/>
          <a:ln w="9525">
            <a:noFill/>
          </a:ln>
        </p:spPr>
        <p:txBody>
          <a:bodyPr>
            <a:spAutoFit/>
          </a:bodyPr>
          <a:p>
            <a:pPr marL="342900" indent="-342900">
              <a:lnSpc>
                <a:spcPct val="120000"/>
              </a:lnSpc>
              <a:spcBef>
                <a:spcPct val="20000"/>
              </a:spcBef>
            </a:pPr>
            <a:r>
              <a:rPr lang="en-US" altLang="zh-CN" dirty="0">
                <a:solidFill>
                  <a:srgbClr val="FFFF00"/>
                </a:solidFill>
                <a:latin typeface="楷体_GB2312" pitchFamily="49" charset="-122"/>
                <a:sym typeface="Symbol" panose="05050102010706020507" pitchFamily="18" charset="2"/>
              </a:rPr>
              <a:t>      </a:t>
            </a:r>
            <a:r>
              <a:rPr lang="zh-CN" altLang="en-US" dirty="0">
                <a:solidFill>
                  <a:srgbClr val="FFFF00"/>
                </a:solidFill>
                <a:latin typeface="楷体_GB2312" pitchFamily="49" charset="-122"/>
                <a:sym typeface="Symbol" panose="05050102010706020507" pitchFamily="18" charset="2"/>
              </a:rPr>
              <a:t>回转器是一种线性非互易的多端元件，可以用晶体管电路或运算放大器来实现。</a:t>
            </a:r>
            <a:endParaRPr lang="zh-CN" altLang="en-US" dirty="0">
              <a:solidFill>
                <a:srgbClr val="FFFF00"/>
              </a:solidFill>
              <a:latin typeface="楷体_GB2312" pitchFamily="49" charset="-122"/>
              <a:sym typeface="Symbol" panose="05050102010706020507" pitchFamily="18" charset="2"/>
            </a:endParaRPr>
          </a:p>
        </p:txBody>
      </p:sp>
      <p:sp>
        <p:nvSpPr>
          <p:cNvPr id="90116" name="Text Box 4"/>
          <p:cNvSpPr txBox="1"/>
          <p:nvPr/>
        </p:nvSpPr>
        <p:spPr>
          <a:xfrm>
            <a:off x="755650" y="1268413"/>
            <a:ext cx="3311525" cy="579437"/>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1.</a:t>
            </a:r>
            <a:r>
              <a:rPr lang="en-US" altLang="zh-CN" sz="3200" dirty="0">
                <a:latin typeface="楷体_GB2312" pitchFamily="49" charset="-122"/>
              </a:rPr>
              <a:t> </a:t>
            </a:r>
            <a:r>
              <a:rPr lang="zh-CN" altLang="en-US" sz="3200" dirty="0">
                <a:latin typeface="楷体_GB2312" pitchFamily="49" charset="-122"/>
              </a:rPr>
              <a:t>回转器</a:t>
            </a:r>
            <a:endParaRPr lang="zh-CN" altLang="en-US" sz="3200" dirty="0">
              <a:latin typeface="楷体_GB2312" pitchFamily="49" charset="-122"/>
            </a:endParaRPr>
          </a:p>
        </p:txBody>
      </p:sp>
      <p:grpSp>
        <p:nvGrpSpPr>
          <p:cNvPr id="53254" name="Group 30"/>
          <p:cNvGrpSpPr/>
          <p:nvPr/>
        </p:nvGrpSpPr>
        <p:grpSpPr>
          <a:xfrm>
            <a:off x="8316913" y="6446838"/>
            <a:ext cx="792162" cy="366712"/>
            <a:chOff x="5193" y="4020"/>
            <a:chExt cx="499" cy="231"/>
          </a:xfrm>
        </p:grpSpPr>
        <p:pic>
          <p:nvPicPr>
            <p:cNvPr id="53288" name="Picture 3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3289" name="Text Box 3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3255" name="Group 33"/>
          <p:cNvGrpSpPr/>
          <p:nvPr/>
        </p:nvGrpSpPr>
        <p:grpSpPr>
          <a:xfrm>
            <a:off x="7453313" y="6446838"/>
            <a:ext cx="792162" cy="366712"/>
            <a:chOff x="4649" y="4020"/>
            <a:chExt cx="499" cy="231"/>
          </a:xfrm>
        </p:grpSpPr>
        <p:pic>
          <p:nvPicPr>
            <p:cNvPr id="53286" name="Picture 34"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3287" name="Text Box 35">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0190" name="Text Box 78"/>
          <p:cNvSpPr txBox="1"/>
          <p:nvPr/>
        </p:nvSpPr>
        <p:spPr>
          <a:xfrm>
            <a:off x="827088" y="2852738"/>
            <a:ext cx="5400675" cy="604837"/>
          </a:xfrm>
          <a:prstGeom prst="rect">
            <a:avLst/>
          </a:prstGeom>
          <a:noFill/>
          <a:ln w="9525">
            <a:noFill/>
          </a:ln>
        </p:spPr>
        <p:txBody>
          <a:bodyPr>
            <a:spAutoFit/>
          </a:bodyPr>
          <a:p>
            <a:pPr marL="571500" indent="-571500" algn="just">
              <a:lnSpc>
                <a:spcPct val="120000"/>
              </a:lnSpc>
              <a:spcBef>
                <a:spcPct val="50000"/>
              </a:spcBef>
              <a:buAutoNum type="circleNumDbPlain"/>
            </a:pPr>
            <a:r>
              <a:rPr lang="zh-CN" altLang="en-US" dirty="0">
                <a:solidFill>
                  <a:srgbClr val="FF9900"/>
                </a:solidFill>
                <a:latin typeface="楷体_GB2312" pitchFamily="49" charset="-122"/>
              </a:rPr>
              <a:t>回转器的基本特性</a:t>
            </a:r>
            <a:endParaRPr lang="zh-CN" altLang="en-US" dirty="0">
              <a:solidFill>
                <a:srgbClr val="FF9900"/>
              </a:solidFill>
              <a:latin typeface="楷体_GB2312" pitchFamily="49" charset="-122"/>
            </a:endParaRPr>
          </a:p>
        </p:txBody>
      </p:sp>
      <p:sp>
        <p:nvSpPr>
          <p:cNvPr id="90191" name="Text Box 79"/>
          <p:cNvSpPr txBox="1"/>
          <p:nvPr/>
        </p:nvSpPr>
        <p:spPr>
          <a:xfrm>
            <a:off x="1258888" y="3573463"/>
            <a:ext cx="1233487" cy="547687"/>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zh-CN" altLang="en-US" dirty="0">
                <a:latin typeface="Arial" panose="020B0604020202020204" pitchFamily="34" charset="0"/>
              </a:rPr>
              <a:t>符号</a:t>
            </a:r>
            <a:endParaRPr lang="zh-CN" altLang="en-US" dirty="0">
              <a:latin typeface="Arial" panose="020B0604020202020204" pitchFamily="34" charset="0"/>
            </a:endParaRPr>
          </a:p>
        </p:txBody>
      </p:sp>
      <p:grpSp>
        <p:nvGrpSpPr>
          <p:cNvPr id="4" name="Group 115"/>
          <p:cNvGrpSpPr/>
          <p:nvPr/>
        </p:nvGrpSpPr>
        <p:grpSpPr>
          <a:xfrm>
            <a:off x="3203575" y="3284538"/>
            <a:ext cx="4030663" cy="1743075"/>
            <a:chOff x="2018" y="2069"/>
            <a:chExt cx="2539" cy="1098"/>
          </a:xfrm>
        </p:grpSpPr>
        <p:sp>
          <p:nvSpPr>
            <p:cNvPr id="53264" name="AutoShape 83"/>
            <p:cNvSpPr/>
            <p:nvPr/>
          </p:nvSpPr>
          <p:spPr>
            <a:xfrm rot="5400000">
              <a:off x="2720" y="2500"/>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3265" name="Oval 84"/>
            <p:cNvSpPr/>
            <p:nvPr/>
          </p:nvSpPr>
          <p:spPr>
            <a:xfrm>
              <a:off x="2190" y="3067"/>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3266" name="Oval 85"/>
            <p:cNvSpPr/>
            <p:nvPr/>
          </p:nvSpPr>
          <p:spPr>
            <a:xfrm>
              <a:off x="2181" y="239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3267" name="Line 86"/>
            <p:cNvSpPr/>
            <p:nvPr/>
          </p:nvSpPr>
          <p:spPr>
            <a:xfrm>
              <a:off x="2244" y="2432"/>
              <a:ext cx="726" cy="0"/>
            </a:xfrm>
            <a:prstGeom prst="line">
              <a:avLst/>
            </a:prstGeom>
            <a:ln w="28575" cap="flat" cmpd="sng">
              <a:solidFill>
                <a:srgbClr val="FF9900"/>
              </a:solidFill>
              <a:prstDash val="solid"/>
              <a:headEnd type="none" w="med" len="med"/>
              <a:tailEnd type="none" w="med" len="med"/>
            </a:ln>
          </p:spPr>
        </p:sp>
        <p:sp>
          <p:nvSpPr>
            <p:cNvPr id="53268" name="Line 87"/>
            <p:cNvSpPr/>
            <p:nvPr/>
          </p:nvSpPr>
          <p:spPr>
            <a:xfrm>
              <a:off x="2244" y="3112"/>
              <a:ext cx="726" cy="0"/>
            </a:xfrm>
            <a:prstGeom prst="line">
              <a:avLst/>
            </a:prstGeom>
            <a:ln w="28575" cap="flat" cmpd="sng">
              <a:solidFill>
                <a:srgbClr val="FF9900"/>
              </a:solidFill>
              <a:prstDash val="solid"/>
              <a:headEnd type="none" w="med" len="med"/>
              <a:tailEnd type="none" w="med" len="med"/>
            </a:ln>
          </p:spPr>
        </p:sp>
        <p:sp>
          <p:nvSpPr>
            <p:cNvPr id="53269" name="Line 88"/>
            <p:cNvSpPr/>
            <p:nvPr/>
          </p:nvSpPr>
          <p:spPr>
            <a:xfrm>
              <a:off x="2970" y="2432"/>
              <a:ext cx="0" cy="680"/>
            </a:xfrm>
            <a:prstGeom prst="line">
              <a:avLst/>
            </a:prstGeom>
            <a:ln w="28575" cap="flat" cmpd="sng">
              <a:solidFill>
                <a:srgbClr val="FF9900"/>
              </a:solidFill>
              <a:prstDash val="solid"/>
              <a:headEnd type="none" w="med" len="med"/>
              <a:tailEnd type="none" w="med" len="med"/>
            </a:ln>
          </p:spPr>
        </p:sp>
        <p:sp>
          <p:nvSpPr>
            <p:cNvPr id="53270" name="AutoShape 90"/>
            <p:cNvSpPr/>
            <p:nvPr/>
          </p:nvSpPr>
          <p:spPr>
            <a:xfrm rot="-5400000">
              <a:off x="3446" y="2478"/>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3271" name="Oval 91"/>
            <p:cNvSpPr/>
            <p:nvPr/>
          </p:nvSpPr>
          <p:spPr>
            <a:xfrm rot="10800000">
              <a:off x="4409" y="2378"/>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3272" name="Oval 92"/>
            <p:cNvSpPr/>
            <p:nvPr/>
          </p:nvSpPr>
          <p:spPr>
            <a:xfrm rot="10800000">
              <a:off x="4418" y="3059"/>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3273" name="Line 93"/>
            <p:cNvSpPr/>
            <p:nvPr/>
          </p:nvSpPr>
          <p:spPr>
            <a:xfrm rot="10800000">
              <a:off x="3696" y="3090"/>
              <a:ext cx="726" cy="0"/>
            </a:xfrm>
            <a:prstGeom prst="line">
              <a:avLst/>
            </a:prstGeom>
            <a:ln w="28575" cap="flat" cmpd="sng">
              <a:solidFill>
                <a:srgbClr val="FF9900"/>
              </a:solidFill>
              <a:prstDash val="solid"/>
              <a:headEnd type="none" w="med" len="med"/>
              <a:tailEnd type="none" w="med" len="med"/>
            </a:ln>
          </p:spPr>
        </p:sp>
        <p:sp>
          <p:nvSpPr>
            <p:cNvPr id="53274" name="Line 94"/>
            <p:cNvSpPr/>
            <p:nvPr/>
          </p:nvSpPr>
          <p:spPr>
            <a:xfrm rot="10800000">
              <a:off x="3696" y="2410"/>
              <a:ext cx="726" cy="0"/>
            </a:xfrm>
            <a:prstGeom prst="line">
              <a:avLst/>
            </a:prstGeom>
            <a:ln w="28575" cap="flat" cmpd="sng">
              <a:solidFill>
                <a:srgbClr val="FF9900"/>
              </a:solidFill>
              <a:prstDash val="solid"/>
              <a:headEnd type="none" w="med" len="med"/>
              <a:tailEnd type="none" w="med" len="med"/>
            </a:ln>
          </p:spPr>
        </p:sp>
        <p:sp>
          <p:nvSpPr>
            <p:cNvPr id="53275" name="Line 95"/>
            <p:cNvSpPr/>
            <p:nvPr/>
          </p:nvSpPr>
          <p:spPr>
            <a:xfrm rot="10800000">
              <a:off x="3696" y="2410"/>
              <a:ext cx="0" cy="680"/>
            </a:xfrm>
            <a:prstGeom prst="line">
              <a:avLst/>
            </a:prstGeom>
            <a:ln w="28575" cap="flat" cmpd="sng">
              <a:solidFill>
                <a:srgbClr val="FF9900"/>
              </a:solidFill>
              <a:prstDash val="solid"/>
              <a:headEnd type="none" w="med" len="med"/>
              <a:tailEnd type="none" w="med" len="med"/>
            </a:ln>
          </p:spPr>
        </p:sp>
        <p:sp>
          <p:nvSpPr>
            <p:cNvPr id="53276" name="Text Box 96"/>
            <p:cNvSpPr txBox="1"/>
            <p:nvPr/>
          </p:nvSpPr>
          <p:spPr>
            <a:xfrm>
              <a:off x="4240" y="256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3277" name="Text Box 97"/>
            <p:cNvSpPr txBox="1"/>
            <p:nvPr/>
          </p:nvSpPr>
          <p:spPr>
            <a:xfrm>
              <a:off x="4059"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3278" name="Text Box 98"/>
            <p:cNvSpPr txBox="1"/>
            <p:nvPr/>
          </p:nvSpPr>
          <p:spPr>
            <a:xfrm>
              <a:off x="2335"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3279" name="Text Box 99"/>
            <p:cNvSpPr txBox="1"/>
            <p:nvPr/>
          </p:nvSpPr>
          <p:spPr>
            <a:xfrm>
              <a:off x="2108" y="2613"/>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3280" name="Text Box 100"/>
            <p:cNvSpPr txBox="1"/>
            <p:nvPr/>
          </p:nvSpPr>
          <p:spPr>
            <a:xfrm>
              <a:off x="2018" y="2840"/>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3281" name="Text Box 101"/>
            <p:cNvSpPr txBox="1"/>
            <p:nvPr/>
          </p:nvSpPr>
          <p:spPr>
            <a:xfrm>
              <a:off x="2063" y="2386"/>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3282" name="Text Box 102"/>
            <p:cNvSpPr txBox="1"/>
            <p:nvPr/>
          </p:nvSpPr>
          <p:spPr>
            <a:xfrm>
              <a:off x="4240" y="2341"/>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3283" name="Text Box 103"/>
            <p:cNvSpPr txBox="1"/>
            <p:nvPr/>
          </p:nvSpPr>
          <p:spPr>
            <a:xfrm>
              <a:off x="4195" y="2795"/>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3284" name="Line 104"/>
            <p:cNvSpPr/>
            <p:nvPr/>
          </p:nvSpPr>
          <p:spPr>
            <a:xfrm>
              <a:off x="2381" y="2432"/>
              <a:ext cx="272" cy="0"/>
            </a:xfrm>
            <a:prstGeom prst="line">
              <a:avLst/>
            </a:prstGeom>
            <a:ln w="28575" cap="flat" cmpd="sng">
              <a:solidFill>
                <a:srgbClr val="00FFFF"/>
              </a:solidFill>
              <a:prstDash val="solid"/>
              <a:headEnd type="none" w="med" len="med"/>
              <a:tailEnd type="triangle" w="med" len="med"/>
            </a:ln>
          </p:spPr>
        </p:sp>
        <p:sp>
          <p:nvSpPr>
            <p:cNvPr id="53285" name="Line 105"/>
            <p:cNvSpPr/>
            <p:nvPr/>
          </p:nvSpPr>
          <p:spPr>
            <a:xfrm>
              <a:off x="3923" y="2414"/>
              <a:ext cx="272" cy="0"/>
            </a:xfrm>
            <a:prstGeom prst="line">
              <a:avLst/>
            </a:prstGeom>
            <a:ln w="28575" cap="flat" cmpd="sng">
              <a:solidFill>
                <a:srgbClr val="00FFFF"/>
              </a:solidFill>
              <a:prstDash val="solid"/>
              <a:headEnd type="triangle" w="med" len="med"/>
              <a:tailEnd type="none" w="med" len="med"/>
            </a:ln>
          </p:spPr>
        </p:sp>
      </p:grpSp>
      <p:sp>
        <p:nvSpPr>
          <p:cNvPr id="90218" name="Text Box 106"/>
          <p:cNvSpPr txBox="1"/>
          <p:nvPr/>
        </p:nvSpPr>
        <p:spPr>
          <a:xfrm>
            <a:off x="1258888" y="5229225"/>
            <a:ext cx="2662237" cy="547688"/>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zh-CN" altLang="en-US" dirty="0">
                <a:latin typeface="Arial" panose="020B0604020202020204" pitchFamily="34" charset="0"/>
              </a:rPr>
              <a:t>电压电流关系</a:t>
            </a:r>
            <a:endParaRPr lang="zh-CN" altLang="en-US" dirty="0">
              <a:latin typeface="Arial" panose="020B0604020202020204" pitchFamily="34" charset="0"/>
            </a:endParaRPr>
          </a:p>
        </p:txBody>
      </p:sp>
      <p:graphicFrame>
        <p:nvGraphicFramePr>
          <p:cNvPr id="90219" name="Object 107"/>
          <p:cNvGraphicFramePr/>
          <p:nvPr/>
        </p:nvGraphicFramePr>
        <p:xfrm>
          <a:off x="4211638" y="5084763"/>
          <a:ext cx="1839912" cy="1262062"/>
        </p:xfrm>
        <a:graphic>
          <a:graphicData uri="http://schemas.openxmlformats.org/presentationml/2006/ole">
            <mc:AlternateContent xmlns:mc="http://schemas.openxmlformats.org/markup-compatibility/2006">
              <mc:Choice xmlns:v="urn:schemas-microsoft-com:vml" Requires="v">
                <p:oleObj spid="_x0000_s3458" name="" r:id="rId2" imgW="723900" imgH="495300" progId="Equation.3">
                  <p:embed/>
                </p:oleObj>
              </mc:Choice>
              <mc:Fallback>
                <p:oleObj name="" r:id="rId2" imgW="723900" imgH="495300" progId="Equation.3">
                  <p:embed/>
                  <p:pic>
                    <p:nvPicPr>
                      <p:cNvPr id="0" name="图片 3457"/>
                      <p:cNvPicPr/>
                      <p:nvPr/>
                    </p:nvPicPr>
                    <p:blipFill>
                      <a:blip r:embed="rId3">
                        <a:clrChange>
                          <a:clrFrom>
                            <a:srgbClr val="000000"/>
                          </a:clrFrom>
                          <a:clrTo>
                            <a:srgbClr val="FFFFFF"/>
                          </a:clrTo>
                        </a:clrChange>
                      </a:blip>
                      <a:stretch>
                        <a:fillRect/>
                      </a:stretch>
                    </p:blipFill>
                    <p:spPr>
                      <a:xfrm>
                        <a:off x="4211638" y="5084763"/>
                        <a:ext cx="1839912" cy="1262062"/>
                      </a:xfrm>
                      <a:prstGeom prst="rect">
                        <a:avLst/>
                      </a:prstGeom>
                      <a:noFill/>
                      <a:ln w="38100">
                        <a:noFill/>
                        <a:miter/>
                      </a:ln>
                    </p:spPr>
                  </p:pic>
                </p:oleObj>
              </mc:Fallback>
            </mc:AlternateContent>
          </a:graphicData>
        </a:graphic>
      </p:graphicFrame>
      <p:sp>
        <p:nvSpPr>
          <p:cNvPr id="90220" name="AutoShape 108" descr="羊皮纸"/>
          <p:cNvSpPr/>
          <p:nvPr/>
        </p:nvSpPr>
        <p:spPr>
          <a:xfrm>
            <a:off x="6372225" y="5734050"/>
            <a:ext cx="1728788" cy="503238"/>
          </a:xfrm>
          <a:prstGeom prst="wedgeRoundRectCallout">
            <a:avLst>
              <a:gd name="adj1" fmla="val -94903"/>
              <a:gd name="adj2" fmla="val -80282"/>
              <a:gd name="adj3" fmla="val 16667"/>
            </a:avLst>
          </a:prstGeom>
          <a:blipFill rotWithShape="1">
            <a:blip r:embed="rId4"/>
          </a:blipFill>
          <a:ln w="9525">
            <a:noFill/>
          </a:ln>
        </p:spPr>
        <p:txBody>
          <a:bodyPr/>
          <a:p>
            <a:r>
              <a:rPr lang="zh-CN" altLang="en-US" dirty="0">
                <a:solidFill>
                  <a:schemeClr val="tx1"/>
                </a:solidFill>
                <a:latin typeface="Times New Roman" panose="02020603050405020304" pitchFamily="18" charset="0"/>
              </a:rPr>
              <a:t>回转电阻</a:t>
            </a:r>
            <a:endParaRPr lang="zh-CN" altLang="en-US" dirty="0">
              <a:solidFill>
                <a:schemeClr val="tx1"/>
              </a:solidFill>
              <a:latin typeface="楷体_GB2312" pitchFamily="49" charset="-122"/>
            </a:endParaRPr>
          </a:p>
        </p:txBody>
      </p:sp>
      <p:grpSp>
        <p:nvGrpSpPr>
          <p:cNvPr id="53261" name="Group 112"/>
          <p:cNvGrpSpPr/>
          <p:nvPr/>
        </p:nvGrpSpPr>
        <p:grpSpPr>
          <a:xfrm>
            <a:off x="6588125" y="6446838"/>
            <a:ext cx="792163" cy="366712"/>
            <a:chOff x="4649" y="4020"/>
            <a:chExt cx="499" cy="231"/>
          </a:xfrm>
        </p:grpSpPr>
        <p:pic>
          <p:nvPicPr>
            <p:cNvPr id="53262" name="Picture 11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3263" name="Text Box 11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90114"/>
                                        </p:tgtEl>
                                        <p:attrNameLst>
                                          <p:attrName>style.visibility</p:attrName>
                                        </p:attrNameLst>
                                      </p:cBhvr>
                                      <p:to>
                                        <p:strVal val="visible"/>
                                      </p:to>
                                    </p:set>
                                    <p:anim calcmode="lin" valueType="num">
                                      <p:cBhvr additive="base">
                                        <p:cTn id="7" dur="500" fill="hold"/>
                                        <p:tgtEl>
                                          <p:spTgt spid="90114"/>
                                        </p:tgtEl>
                                        <p:attrNameLst>
                                          <p:attrName>ppt_x</p:attrName>
                                        </p:attrNameLst>
                                      </p:cBhvr>
                                      <p:tavLst>
                                        <p:tav tm="0">
                                          <p:val>
                                            <p:strVal val="0-#ppt_w/2"/>
                                          </p:val>
                                        </p:tav>
                                        <p:tav tm="100000">
                                          <p:val>
                                            <p:strVal val="#ppt_x"/>
                                          </p:val>
                                        </p:tav>
                                      </p:tavLst>
                                    </p:anim>
                                    <p:anim calcmode="lin" valueType="num">
                                      <p:cBhvr additive="base">
                                        <p:cTn id="8" dur="500" fill="hold"/>
                                        <p:tgtEl>
                                          <p:spTgt spid="9011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0116"/>
                                        </p:tgtEl>
                                        <p:attrNameLst>
                                          <p:attrName>style.visibility</p:attrName>
                                        </p:attrNameLst>
                                      </p:cBhvr>
                                      <p:to>
                                        <p:strVal val="visible"/>
                                      </p:to>
                                    </p:set>
                                    <p:anim calcmode="lin" valueType="num">
                                      <p:cBhvr additive="base">
                                        <p:cTn id="13" dur="500" fill="hold"/>
                                        <p:tgtEl>
                                          <p:spTgt spid="90116"/>
                                        </p:tgtEl>
                                        <p:attrNameLst>
                                          <p:attrName>ppt_x</p:attrName>
                                        </p:attrNameLst>
                                      </p:cBhvr>
                                      <p:tavLst>
                                        <p:tav tm="0">
                                          <p:val>
                                            <p:strVal val="0-#ppt_w/2"/>
                                          </p:val>
                                        </p:tav>
                                        <p:tav tm="100000">
                                          <p:val>
                                            <p:strVal val="#ppt_x"/>
                                          </p:val>
                                        </p:tav>
                                      </p:tavLst>
                                    </p:anim>
                                    <p:anim calcmode="lin" valueType="num">
                                      <p:cBhvr additive="base">
                                        <p:cTn id="14" dur="500" fill="hold"/>
                                        <p:tgtEl>
                                          <p:spTgt spid="901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90115"/>
                                        </p:tgtEl>
                                        <p:attrNameLst>
                                          <p:attrName>style.visibility</p:attrName>
                                        </p:attrNameLst>
                                      </p:cBhvr>
                                      <p:to>
                                        <p:strVal val="visible"/>
                                      </p:to>
                                    </p:set>
                                    <p:animEffect transition="in" filter="slide(fromBottom)">
                                      <p:cBhvr>
                                        <p:cTn id="19" dur="2000"/>
                                        <p:tgtEl>
                                          <p:spTgt spid="9011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90190">
                                            <p:txEl>
                                              <p:charRg st="0" end="9"/>
                                            </p:txEl>
                                          </p:spTgt>
                                        </p:tgtEl>
                                        <p:attrNameLst>
                                          <p:attrName>style.visibility</p:attrName>
                                        </p:attrNameLst>
                                      </p:cBhvr>
                                      <p:to>
                                        <p:strVal val="visible"/>
                                      </p:to>
                                    </p:set>
                                    <p:animEffect transition="in" filter="blinds(horizontal)">
                                      <p:cBhvr>
                                        <p:cTn id="24" dur="500"/>
                                        <p:tgtEl>
                                          <p:spTgt spid="90190">
                                            <p:txEl>
                                              <p:charRg st="0" end="9"/>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90191"/>
                                        </p:tgtEl>
                                        <p:attrNameLst>
                                          <p:attrName>style.visibility</p:attrName>
                                        </p:attrNameLst>
                                      </p:cBhvr>
                                      <p:to>
                                        <p:strVal val="visible"/>
                                      </p:to>
                                    </p:set>
                                    <p:anim calcmode="lin" valueType="num">
                                      <p:cBhvr additive="base">
                                        <p:cTn id="29" dur="500" fill="hold"/>
                                        <p:tgtEl>
                                          <p:spTgt spid="90191"/>
                                        </p:tgtEl>
                                        <p:attrNameLst>
                                          <p:attrName>ppt_x</p:attrName>
                                        </p:attrNameLst>
                                      </p:cBhvr>
                                      <p:tavLst>
                                        <p:tav tm="0">
                                          <p:val>
                                            <p:strVal val="0-#ppt_w/2"/>
                                          </p:val>
                                        </p:tav>
                                        <p:tav tm="100000">
                                          <p:val>
                                            <p:strVal val="#ppt_x"/>
                                          </p:val>
                                        </p:tav>
                                      </p:tavLst>
                                    </p:anim>
                                    <p:anim calcmode="lin" valueType="num">
                                      <p:cBhvr additive="base">
                                        <p:cTn id="30" dur="500" fill="hold"/>
                                        <p:tgtEl>
                                          <p:spTgt spid="9019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blinds(horizontal)">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90218"/>
                                        </p:tgtEl>
                                        <p:attrNameLst>
                                          <p:attrName>style.visibility</p:attrName>
                                        </p:attrNameLst>
                                      </p:cBhvr>
                                      <p:to>
                                        <p:strVal val="visible"/>
                                      </p:to>
                                    </p:set>
                                    <p:anim calcmode="lin" valueType="num">
                                      <p:cBhvr additive="base">
                                        <p:cTn id="40" dur="500" fill="hold"/>
                                        <p:tgtEl>
                                          <p:spTgt spid="90218"/>
                                        </p:tgtEl>
                                        <p:attrNameLst>
                                          <p:attrName>ppt_x</p:attrName>
                                        </p:attrNameLst>
                                      </p:cBhvr>
                                      <p:tavLst>
                                        <p:tav tm="0">
                                          <p:val>
                                            <p:strVal val="0-#ppt_w/2"/>
                                          </p:val>
                                        </p:tav>
                                        <p:tav tm="100000">
                                          <p:val>
                                            <p:strVal val="#ppt_x"/>
                                          </p:val>
                                        </p:tav>
                                      </p:tavLst>
                                    </p:anim>
                                    <p:anim calcmode="lin" valueType="num">
                                      <p:cBhvr additive="base">
                                        <p:cTn id="41" dur="500" fill="hold"/>
                                        <p:tgtEl>
                                          <p:spTgt spid="90218"/>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0219"/>
                                        </p:tgtEl>
                                        <p:attrNameLst>
                                          <p:attrName>style.visibility</p:attrName>
                                        </p:attrNameLst>
                                      </p:cBhvr>
                                      <p:to>
                                        <p:strVal val="visible"/>
                                      </p:to>
                                    </p:set>
                                    <p:animEffect transition="in" filter="wipe(left)">
                                      <p:cBhvr>
                                        <p:cTn id="46" dur="2000"/>
                                        <p:tgtEl>
                                          <p:spTgt spid="90219"/>
                                        </p:tgtEl>
                                      </p:cBhvr>
                                    </p:animEffect>
                                  </p:childTnLst>
                                </p:cTn>
                              </p:par>
                            </p:childTnLst>
                          </p:cTn>
                        </p:par>
                        <p:par>
                          <p:cTn id="47" fill="hold">
                            <p:stCondLst>
                              <p:cond delay="2000"/>
                            </p:stCondLst>
                            <p:childTnLst>
                              <p:par>
                                <p:cTn id="48" presetID="20" presetClass="entr" presetSubtype="0" fill="hold" grpId="0" nodeType="afterEffect">
                                  <p:stCondLst>
                                    <p:cond delay="0"/>
                                  </p:stCondLst>
                                  <p:childTnLst>
                                    <p:set>
                                      <p:cBhvr>
                                        <p:cTn id="49" dur="1" fill="hold">
                                          <p:stCondLst>
                                            <p:cond delay="0"/>
                                          </p:stCondLst>
                                        </p:cTn>
                                        <p:tgtEl>
                                          <p:spTgt spid="90220"/>
                                        </p:tgtEl>
                                        <p:attrNameLst>
                                          <p:attrName>style.visibility</p:attrName>
                                        </p:attrNameLst>
                                      </p:cBhvr>
                                      <p:to>
                                        <p:strVal val="visible"/>
                                      </p:to>
                                    </p:set>
                                    <p:animEffect transition="in" filter="wedge">
                                      <p:cBhvr>
                                        <p:cTn id="50" dur="2000"/>
                                        <p:tgtEl>
                                          <p:spTgt spid="90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p:bldP spid="90115" grpId="0"/>
      <p:bldP spid="90116" grpId="0"/>
      <p:bldP spid="90190" grpId="0" build="p"/>
      <p:bldP spid="90191" grpId="0" animBg="1"/>
      <p:bldP spid="90218" grpId="0" animBg="1"/>
      <p:bldP spid="9022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4279" name="Group 5"/>
          <p:cNvGrpSpPr/>
          <p:nvPr/>
        </p:nvGrpSpPr>
        <p:grpSpPr>
          <a:xfrm>
            <a:off x="8316913" y="6446838"/>
            <a:ext cx="792162" cy="366712"/>
            <a:chOff x="5193" y="4020"/>
            <a:chExt cx="499" cy="231"/>
          </a:xfrm>
        </p:grpSpPr>
        <p:pic>
          <p:nvPicPr>
            <p:cNvPr id="54315" name="Picture 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4316" name="Text Box 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4280" name="Group 8"/>
          <p:cNvGrpSpPr/>
          <p:nvPr/>
        </p:nvGrpSpPr>
        <p:grpSpPr>
          <a:xfrm>
            <a:off x="7453313" y="6446838"/>
            <a:ext cx="792162" cy="366712"/>
            <a:chOff x="4649" y="4020"/>
            <a:chExt cx="499" cy="231"/>
          </a:xfrm>
        </p:grpSpPr>
        <p:pic>
          <p:nvPicPr>
            <p:cNvPr id="54313" name="Picture 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4314" name="Text Box 1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91176" name="Object 40"/>
          <p:cNvGraphicFramePr/>
          <p:nvPr/>
        </p:nvGraphicFramePr>
        <p:xfrm>
          <a:off x="1692275" y="549275"/>
          <a:ext cx="1905000" cy="1262063"/>
        </p:xfrm>
        <a:graphic>
          <a:graphicData uri="http://schemas.openxmlformats.org/presentationml/2006/ole">
            <mc:AlternateContent xmlns:mc="http://schemas.openxmlformats.org/markup-compatibility/2006">
              <mc:Choice xmlns:v="urn:schemas-microsoft-com:vml" Requires="v">
                <p:oleObj spid="_x0000_s3460" name="" r:id="rId2" imgW="748665" imgH="495300" progId="Equation.3">
                  <p:embed/>
                </p:oleObj>
              </mc:Choice>
              <mc:Fallback>
                <p:oleObj name="" r:id="rId2" imgW="748665" imgH="495300" progId="Equation.3">
                  <p:embed/>
                  <p:pic>
                    <p:nvPicPr>
                      <p:cNvPr id="0" name="图片 3459"/>
                      <p:cNvPicPr/>
                      <p:nvPr/>
                    </p:nvPicPr>
                    <p:blipFill>
                      <a:blip r:embed="rId3">
                        <a:clrChange>
                          <a:clrFrom>
                            <a:srgbClr val="000000"/>
                          </a:clrFrom>
                          <a:clrTo>
                            <a:srgbClr val="FFFFFF"/>
                          </a:clrTo>
                        </a:clrChange>
                      </a:blip>
                      <a:stretch>
                        <a:fillRect/>
                      </a:stretch>
                    </p:blipFill>
                    <p:spPr>
                      <a:xfrm>
                        <a:off x="1692275" y="549275"/>
                        <a:ext cx="1905000" cy="1262063"/>
                      </a:xfrm>
                      <a:prstGeom prst="rect">
                        <a:avLst/>
                      </a:prstGeom>
                      <a:noFill/>
                      <a:ln w="38100">
                        <a:noFill/>
                        <a:miter/>
                      </a:ln>
                    </p:spPr>
                  </p:pic>
                </p:oleObj>
              </mc:Fallback>
            </mc:AlternateContent>
          </a:graphicData>
        </a:graphic>
      </p:graphicFrame>
      <p:sp>
        <p:nvSpPr>
          <p:cNvPr id="91177" name="AutoShape 41" descr="羊皮纸"/>
          <p:cNvSpPr/>
          <p:nvPr/>
        </p:nvSpPr>
        <p:spPr>
          <a:xfrm>
            <a:off x="2987675" y="1989138"/>
            <a:ext cx="1728788" cy="503237"/>
          </a:xfrm>
          <a:prstGeom prst="wedgeRoundRectCallout">
            <a:avLst>
              <a:gd name="adj1" fmla="val -48991"/>
              <a:gd name="adj2" fmla="val -95741"/>
              <a:gd name="adj3" fmla="val 16667"/>
            </a:avLst>
          </a:prstGeom>
          <a:blipFill rotWithShape="1">
            <a:blip r:embed="rId4"/>
          </a:blipFill>
          <a:ln w="9525">
            <a:noFill/>
          </a:ln>
        </p:spPr>
        <p:txBody>
          <a:bodyPr/>
          <a:p>
            <a:r>
              <a:rPr lang="zh-CN" altLang="en-US" dirty="0">
                <a:solidFill>
                  <a:schemeClr val="tx1"/>
                </a:solidFill>
                <a:latin typeface="Times New Roman" panose="02020603050405020304" pitchFamily="18" charset="0"/>
              </a:rPr>
              <a:t>回转电导</a:t>
            </a:r>
            <a:endParaRPr lang="zh-CN" altLang="en-US" dirty="0">
              <a:solidFill>
                <a:schemeClr val="tx1"/>
              </a:solidFill>
              <a:latin typeface="楷体_GB2312" pitchFamily="49" charset="-122"/>
            </a:endParaRPr>
          </a:p>
        </p:txBody>
      </p:sp>
      <p:sp>
        <p:nvSpPr>
          <p:cNvPr id="91178" name="Text Box 42"/>
          <p:cNvSpPr txBox="1"/>
          <p:nvPr/>
        </p:nvSpPr>
        <p:spPr>
          <a:xfrm>
            <a:off x="395288" y="836613"/>
            <a:ext cx="1366837" cy="519112"/>
          </a:xfrm>
          <a:prstGeom prst="rect">
            <a:avLst/>
          </a:prstGeom>
          <a:noFill/>
          <a:ln w="9525">
            <a:noFill/>
          </a:ln>
        </p:spPr>
        <p:txBody>
          <a:bodyPr>
            <a:spAutoFit/>
          </a:bodyPr>
          <a:p>
            <a:pPr>
              <a:spcBef>
                <a:spcPct val="50000"/>
              </a:spcBef>
            </a:pPr>
            <a:r>
              <a:rPr lang="zh-CN" altLang="en-US" dirty="0">
                <a:latin typeface="Arial" panose="020B0604020202020204" pitchFamily="34" charset="0"/>
              </a:rPr>
              <a:t>或写为</a:t>
            </a:r>
            <a:endParaRPr lang="zh-CN" altLang="en-US" dirty="0">
              <a:latin typeface="Arial" panose="020B0604020202020204" pitchFamily="34" charset="0"/>
            </a:endParaRPr>
          </a:p>
        </p:txBody>
      </p:sp>
      <p:graphicFrame>
        <p:nvGraphicFramePr>
          <p:cNvPr id="91179" name="Object 43"/>
          <p:cNvGraphicFramePr/>
          <p:nvPr/>
        </p:nvGraphicFramePr>
        <p:xfrm>
          <a:off x="611188" y="2420938"/>
          <a:ext cx="949325" cy="1063625"/>
        </p:xfrm>
        <a:graphic>
          <a:graphicData uri="http://schemas.openxmlformats.org/presentationml/2006/ole">
            <mc:AlternateContent xmlns:mc="http://schemas.openxmlformats.org/markup-compatibility/2006">
              <mc:Choice xmlns:v="urn:schemas-microsoft-com:vml" Requires="v">
                <p:oleObj spid="_x0000_s3461" name="" r:id="rId5" imgW="431800" imgH="482600" progId="Equation.3">
                  <p:embed/>
                </p:oleObj>
              </mc:Choice>
              <mc:Fallback>
                <p:oleObj name="" r:id="rId5" imgW="431800" imgH="482600" progId="Equation.3">
                  <p:embed/>
                  <p:pic>
                    <p:nvPicPr>
                      <p:cNvPr id="0" name="图片 3460"/>
                      <p:cNvPicPr/>
                      <p:nvPr/>
                    </p:nvPicPr>
                    <p:blipFill>
                      <a:blip r:embed="rId6">
                        <a:clrChange>
                          <a:clrFrom>
                            <a:srgbClr val="000000"/>
                          </a:clrFrom>
                          <a:clrTo>
                            <a:srgbClr val="FFFFFF"/>
                          </a:clrTo>
                        </a:clrChange>
                      </a:blip>
                      <a:stretch>
                        <a:fillRect/>
                      </a:stretch>
                    </p:blipFill>
                    <p:spPr>
                      <a:xfrm>
                        <a:off x="611188" y="2420938"/>
                        <a:ext cx="949325" cy="1063625"/>
                      </a:xfrm>
                      <a:prstGeom prst="rect">
                        <a:avLst/>
                      </a:prstGeom>
                      <a:noFill/>
                      <a:ln w="38100">
                        <a:noFill/>
                        <a:miter/>
                      </a:ln>
                    </p:spPr>
                  </p:pic>
                </p:oleObj>
              </mc:Fallback>
            </mc:AlternateContent>
          </a:graphicData>
        </a:graphic>
      </p:graphicFrame>
      <p:sp>
        <p:nvSpPr>
          <p:cNvPr id="91180" name="Line 44"/>
          <p:cNvSpPr/>
          <p:nvPr/>
        </p:nvSpPr>
        <p:spPr>
          <a:xfrm>
            <a:off x="1690688" y="2925763"/>
            <a:ext cx="647700" cy="0"/>
          </a:xfrm>
          <a:prstGeom prst="line">
            <a:avLst/>
          </a:prstGeom>
          <a:ln w="76200" cap="flat" cmpd="sng">
            <a:solidFill>
              <a:srgbClr val="3399FF"/>
            </a:solidFill>
            <a:prstDash val="solid"/>
            <a:headEnd type="none" w="med" len="med"/>
            <a:tailEnd type="triangle" w="med" len="med"/>
          </a:ln>
        </p:spPr>
      </p:sp>
      <p:sp>
        <p:nvSpPr>
          <p:cNvPr id="91181" name="Text Box 45"/>
          <p:cNvSpPr txBox="1"/>
          <p:nvPr/>
        </p:nvSpPr>
        <p:spPr>
          <a:xfrm>
            <a:off x="2339975" y="2636838"/>
            <a:ext cx="6624638" cy="519112"/>
          </a:xfrm>
          <a:prstGeom prst="rect">
            <a:avLst/>
          </a:prstGeom>
          <a:noFill/>
          <a:ln w="9525">
            <a:noFill/>
          </a:ln>
        </p:spPr>
        <p:txBody>
          <a:bodyPr>
            <a:spAutoFit/>
          </a:bodyPr>
          <a:p>
            <a:pPr>
              <a:spcBef>
                <a:spcPct val="50000"/>
              </a:spcBef>
            </a:pPr>
            <a:r>
              <a:rPr lang="zh-CN" altLang="en-US" dirty="0">
                <a:latin typeface="Arial" panose="020B0604020202020204" pitchFamily="34" charset="0"/>
              </a:rPr>
              <a:t>简称回转常数，表征回转器特性的参数。</a:t>
            </a:r>
            <a:endParaRPr lang="zh-CN" altLang="en-US" dirty="0">
              <a:latin typeface="Arial" panose="020B0604020202020204" pitchFamily="34" charset="0"/>
            </a:endParaRPr>
          </a:p>
        </p:txBody>
      </p:sp>
      <p:sp>
        <p:nvSpPr>
          <p:cNvPr id="91184" name="Text Box 48"/>
          <p:cNvSpPr txBox="1"/>
          <p:nvPr/>
        </p:nvSpPr>
        <p:spPr>
          <a:xfrm>
            <a:off x="755650" y="3673475"/>
            <a:ext cx="2540000" cy="547688"/>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en-US" altLang="zh-CN" b="0" i="1" dirty="0">
                <a:latin typeface="Times New Roman" panose="02020603050405020304" pitchFamily="18" charset="0"/>
              </a:rPr>
              <a:t>Z</a:t>
            </a:r>
            <a:r>
              <a:rPr lang="zh-CN" altLang="en-US" b="0" i="1" dirty="0">
                <a:latin typeface="Times New Roman" panose="02020603050405020304" pitchFamily="18" charset="0"/>
              </a:rPr>
              <a:t>、</a:t>
            </a:r>
            <a:r>
              <a:rPr lang="en-US" altLang="zh-CN" b="0" i="1" dirty="0">
                <a:latin typeface="Times New Roman" panose="02020603050405020304" pitchFamily="18" charset="0"/>
              </a:rPr>
              <a:t>Y</a:t>
            </a:r>
            <a:r>
              <a:rPr lang="zh-CN" altLang="en-US" b="0" i="1" dirty="0">
                <a:latin typeface="Times New Roman" panose="02020603050405020304" pitchFamily="18" charset="0"/>
              </a:rPr>
              <a:t>、</a:t>
            </a:r>
            <a:r>
              <a:rPr lang="en-US" altLang="zh-CN" b="0" i="1" dirty="0">
                <a:latin typeface="Times New Roman" panose="02020603050405020304" pitchFamily="18" charset="0"/>
              </a:rPr>
              <a:t>T</a:t>
            </a:r>
            <a:r>
              <a:rPr lang="zh-CN" altLang="en-US" dirty="0">
                <a:latin typeface="Arial" panose="020B0604020202020204" pitchFamily="34" charset="0"/>
              </a:rPr>
              <a:t>参数</a:t>
            </a:r>
            <a:endParaRPr lang="zh-CN" altLang="en-US" dirty="0">
              <a:latin typeface="Arial" panose="020B0604020202020204" pitchFamily="34" charset="0"/>
            </a:endParaRPr>
          </a:p>
        </p:txBody>
      </p:sp>
      <p:sp>
        <p:nvSpPr>
          <p:cNvPr id="91185" name="Text Box 49"/>
          <p:cNvSpPr txBox="1"/>
          <p:nvPr/>
        </p:nvSpPr>
        <p:spPr>
          <a:xfrm>
            <a:off x="755650" y="4724400"/>
            <a:ext cx="1223963" cy="519113"/>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Z</a:t>
            </a:r>
            <a:r>
              <a:rPr lang="zh-CN" altLang="en-US" dirty="0">
                <a:latin typeface="Arial" panose="020B0604020202020204" pitchFamily="34" charset="0"/>
              </a:rPr>
              <a:t>参数</a:t>
            </a:r>
            <a:endParaRPr lang="zh-CN" altLang="en-US" dirty="0">
              <a:latin typeface="Arial" panose="020B0604020202020204" pitchFamily="34" charset="0"/>
            </a:endParaRPr>
          </a:p>
        </p:txBody>
      </p:sp>
      <p:graphicFrame>
        <p:nvGraphicFramePr>
          <p:cNvPr id="91186" name="Object 50"/>
          <p:cNvGraphicFramePr/>
          <p:nvPr/>
        </p:nvGraphicFramePr>
        <p:xfrm>
          <a:off x="1979613" y="4446588"/>
          <a:ext cx="3240087" cy="1143000"/>
        </p:xfrm>
        <a:graphic>
          <a:graphicData uri="http://schemas.openxmlformats.org/presentationml/2006/ole">
            <mc:AlternateContent xmlns:mc="http://schemas.openxmlformats.org/markup-compatibility/2006">
              <mc:Choice xmlns:v="urn:schemas-microsoft-com:vml" Requires="v">
                <p:oleObj spid="_x0000_s3459" name="" r:id="rId7" imgW="1396365" imgH="495300" progId="Equation.3">
                  <p:embed/>
                </p:oleObj>
              </mc:Choice>
              <mc:Fallback>
                <p:oleObj name="" r:id="rId7" imgW="1396365" imgH="495300" progId="Equation.3">
                  <p:embed/>
                  <p:pic>
                    <p:nvPicPr>
                      <p:cNvPr id="0" name="图片 3458"/>
                      <p:cNvPicPr/>
                      <p:nvPr/>
                    </p:nvPicPr>
                    <p:blipFill>
                      <a:blip r:embed="rId8">
                        <a:clrChange>
                          <a:clrFrom>
                            <a:srgbClr val="000000"/>
                          </a:clrFrom>
                          <a:clrTo>
                            <a:srgbClr val="FFFFFF"/>
                          </a:clrTo>
                        </a:clrChange>
                      </a:blip>
                      <a:stretch>
                        <a:fillRect/>
                      </a:stretch>
                    </p:blipFill>
                    <p:spPr>
                      <a:xfrm>
                        <a:off x="1979613" y="4446588"/>
                        <a:ext cx="3240087" cy="1143000"/>
                      </a:xfrm>
                      <a:prstGeom prst="rect">
                        <a:avLst/>
                      </a:prstGeom>
                      <a:noFill/>
                      <a:ln w="38100">
                        <a:noFill/>
                        <a:miter/>
                      </a:ln>
                    </p:spPr>
                  </p:pic>
                </p:oleObj>
              </mc:Fallback>
            </mc:AlternateContent>
          </a:graphicData>
        </a:graphic>
      </p:graphicFrame>
      <p:graphicFrame>
        <p:nvGraphicFramePr>
          <p:cNvPr id="91187" name="Object 51"/>
          <p:cNvGraphicFramePr/>
          <p:nvPr/>
        </p:nvGraphicFramePr>
        <p:xfrm>
          <a:off x="5724525" y="4149725"/>
          <a:ext cx="2343150" cy="1290638"/>
        </p:xfrm>
        <a:graphic>
          <a:graphicData uri="http://schemas.openxmlformats.org/presentationml/2006/ole">
            <mc:AlternateContent xmlns:mc="http://schemas.openxmlformats.org/markup-compatibility/2006">
              <mc:Choice xmlns:v="urn:schemas-microsoft-com:vml" Requires="v">
                <p:oleObj spid="_x0000_s3463" name="" r:id="rId9" imgW="825500" imgH="457200" progId="Equation.DSMT4">
                  <p:embed/>
                </p:oleObj>
              </mc:Choice>
              <mc:Fallback>
                <p:oleObj name="" r:id="rId9" imgW="825500" imgH="457200" progId="Equation.DSMT4">
                  <p:embed/>
                  <p:pic>
                    <p:nvPicPr>
                      <p:cNvPr id="0" name="图片 3462"/>
                      <p:cNvPicPr/>
                      <p:nvPr/>
                    </p:nvPicPr>
                    <p:blipFill>
                      <a:blip r:embed="rId10">
                        <a:clrChange>
                          <a:clrFrom>
                            <a:srgbClr val="000000"/>
                          </a:clrFrom>
                          <a:clrTo>
                            <a:srgbClr val="FFFFFF"/>
                          </a:clrTo>
                        </a:clrChange>
                      </a:blip>
                      <a:stretch>
                        <a:fillRect/>
                      </a:stretch>
                    </p:blipFill>
                    <p:spPr>
                      <a:xfrm>
                        <a:off x="5724525" y="4149725"/>
                        <a:ext cx="2343150" cy="1290638"/>
                      </a:xfrm>
                      <a:prstGeom prst="rect">
                        <a:avLst/>
                      </a:prstGeom>
                      <a:noFill/>
                      <a:ln w="38100">
                        <a:noFill/>
                        <a:miter/>
                      </a:ln>
                    </p:spPr>
                  </p:pic>
                </p:oleObj>
              </mc:Fallback>
            </mc:AlternateContent>
          </a:graphicData>
        </a:graphic>
      </p:graphicFrame>
      <p:graphicFrame>
        <p:nvGraphicFramePr>
          <p:cNvPr id="91189" name="Object 53"/>
          <p:cNvGraphicFramePr/>
          <p:nvPr/>
        </p:nvGraphicFramePr>
        <p:xfrm>
          <a:off x="6588125" y="5589588"/>
          <a:ext cx="1473200" cy="557212"/>
        </p:xfrm>
        <a:graphic>
          <a:graphicData uri="http://schemas.openxmlformats.org/presentationml/2006/ole">
            <mc:AlternateContent xmlns:mc="http://schemas.openxmlformats.org/markup-compatibility/2006">
              <mc:Choice xmlns:v="urn:schemas-microsoft-com:vml" Requires="v">
                <p:oleObj spid="_x0000_s3462" name="" r:id="rId11" imgW="635000" imgH="241300" progId="Equation.3">
                  <p:embed/>
                </p:oleObj>
              </mc:Choice>
              <mc:Fallback>
                <p:oleObj name="" r:id="rId11" imgW="635000" imgH="241300" progId="Equation.3">
                  <p:embed/>
                  <p:pic>
                    <p:nvPicPr>
                      <p:cNvPr id="0" name="图片 3461"/>
                      <p:cNvPicPr/>
                      <p:nvPr/>
                    </p:nvPicPr>
                    <p:blipFill>
                      <a:blip r:embed="rId12">
                        <a:clrChange>
                          <a:clrFrom>
                            <a:srgbClr val="000000"/>
                          </a:clrFrom>
                          <a:clrTo>
                            <a:srgbClr val="FFFFFF"/>
                          </a:clrTo>
                        </a:clrChange>
                      </a:blip>
                      <a:stretch>
                        <a:fillRect/>
                      </a:stretch>
                    </p:blipFill>
                    <p:spPr>
                      <a:xfrm>
                        <a:off x="6588125" y="5589588"/>
                        <a:ext cx="1473200" cy="557212"/>
                      </a:xfrm>
                      <a:prstGeom prst="rect">
                        <a:avLst/>
                      </a:prstGeom>
                      <a:noFill/>
                      <a:ln w="38100">
                        <a:noFill/>
                        <a:miter/>
                      </a:ln>
                    </p:spPr>
                  </p:pic>
                </p:oleObj>
              </mc:Fallback>
            </mc:AlternateContent>
          </a:graphicData>
        </a:graphic>
      </p:graphicFrame>
      <p:grpSp>
        <p:nvGrpSpPr>
          <p:cNvPr id="54287" name="Group 57"/>
          <p:cNvGrpSpPr/>
          <p:nvPr/>
        </p:nvGrpSpPr>
        <p:grpSpPr>
          <a:xfrm>
            <a:off x="6588125" y="6446838"/>
            <a:ext cx="792163" cy="366712"/>
            <a:chOff x="4649" y="4020"/>
            <a:chExt cx="499" cy="231"/>
          </a:xfrm>
        </p:grpSpPr>
        <p:pic>
          <p:nvPicPr>
            <p:cNvPr id="54311" name="Picture 5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4312" name="Text Box 5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5" name="Group 60"/>
          <p:cNvGrpSpPr/>
          <p:nvPr/>
        </p:nvGrpSpPr>
        <p:grpSpPr>
          <a:xfrm>
            <a:off x="4572000" y="549275"/>
            <a:ext cx="4030663" cy="1743075"/>
            <a:chOff x="2018" y="2069"/>
            <a:chExt cx="2539" cy="1098"/>
          </a:xfrm>
        </p:grpSpPr>
        <p:sp>
          <p:nvSpPr>
            <p:cNvPr id="54289" name="AutoShape 61"/>
            <p:cNvSpPr/>
            <p:nvPr/>
          </p:nvSpPr>
          <p:spPr>
            <a:xfrm rot="5400000">
              <a:off x="2720" y="2500"/>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4290" name="Oval 62"/>
            <p:cNvSpPr/>
            <p:nvPr/>
          </p:nvSpPr>
          <p:spPr>
            <a:xfrm>
              <a:off x="2190" y="3067"/>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4291" name="Oval 63"/>
            <p:cNvSpPr/>
            <p:nvPr/>
          </p:nvSpPr>
          <p:spPr>
            <a:xfrm>
              <a:off x="2181" y="239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4292" name="Line 64"/>
            <p:cNvSpPr/>
            <p:nvPr/>
          </p:nvSpPr>
          <p:spPr>
            <a:xfrm>
              <a:off x="2244" y="2432"/>
              <a:ext cx="726" cy="0"/>
            </a:xfrm>
            <a:prstGeom prst="line">
              <a:avLst/>
            </a:prstGeom>
            <a:ln w="28575" cap="flat" cmpd="sng">
              <a:solidFill>
                <a:srgbClr val="FF9900"/>
              </a:solidFill>
              <a:prstDash val="solid"/>
              <a:headEnd type="none" w="med" len="med"/>
              <a:tailEnd type="none" w="med" len="med"/>
            </a:ln>
          </p:spPr>
        </p:sp>
        <p:sp>
          <p:nvSpPr>
            <p:cNvPr id="54293" name="Line 65"/>
            <p:cNvSpPr/>
            <p:nvPr/>
          </p:nvSpPr>
          <p:spPr>
            <a:xfrm>
              <a:off x="2244" y="3112"/>
              <a:ext cx="726" cy="0"/>
            </a:xfrm>
            <a:prstGeom prst="line">
              <a:avLst/>
            </a:prstGeom>
            <a:ln w="28575" cap="flat" cmpd="sng">
              <a:solidFill>
                <a:srgbClr val="FF9900"/>
              </a:solidFill>
              <a:prstDash val="solid"/>
              <a:headEnd type="none" w="med" len="med"/>
              <a:tailEnd type="none" w="med" len="med"/>
            </a:ln>
          </p:spPr>
        </p:sp>
        <p:sp>
          <p:nvSpPr>
            <p:cNvPr id="54294" name="Line 66"/>
            <p:cNvSpPr/>
            <p:nvPr/>
          </p:nvSpPr>
          <p:spPr>
            <a:xfrm>
              <a:off x="2970" y="2432"/>
              <a:ext cx="0" cy="680"/>
            </a:xfrm>
            <a:prstGeom prst="line">
              <a:avLst/>
            </a:prstGeom>
            <a:ln w="28575" cap="flat" cmpd="sng">
              <a:solidFill>
                <a:srgbClr val="FF9900"/>
              </a:solidFill>
              <a:prstDash val="solid"/>
              <a:headEnd type="none" w="med" len="med"/>
              <a:tailEnd type="none" w="med" len="med"/>
            </a:ln>
          </p:spPr>
        </p:sp>
        <p:sp>
          <p:nvSpPr>
            <p:cNvPr id="54295" name="AutoShape 67"/>
            <p:cNvSpPr/>
            <p:nvPr/>
          </p:nvSpPr>
          <p:spPr>
            <a:xfrm rot="-5400000">
              <a:off x="3446" y="2478"/>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4296" name="Oval 68"/>
            <p:cNvSpPr/>
            <p:nvPr/>
          </p:nvSpPr>
          <p:spPr>
            <a:xfrm rot="10800000">
              <a:off x="4409" y="2378"/>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4297" name="Oval 69"/>
            <p:cNvSpPr/>
            <p:nvPr/>
          </p:nvSpPr>
          <p:spPr>
            <a:xfrm rot="10800000">
              <a:off x="4418" y="3059"/>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4298" name="Line 70"/>
            <p:cNvSpPr/>
            <p:nvPr/>
          </p:nvSpPr>
          <p:spPr>
            <a:xfrm rot="10800000">
              <a:off x="3696" y="3090"/>
              <a:ext cx="726" cy="0"/>
            </a:xfrm>
            <a:prstGeom prst="line">
              <a:avLst/>
            </a:prstGeom>
            <a:ln w="28575" cap="flat" cmpd="sng">
              <a:solidFill>
                <a:srgbClr val="FF9900"/>
              </a:solidFill>
              <a:prstDash val="solid"/>
              <a:headEnd type="none" w="med" len="med"/>
              <a:tailEnd type="none" w="med" len="med"/>
            </a:ln>
          </p:spPr>
        </p:sp>
        <p:sp>
          <p:nvSpPr>
            <p:cNvPr id="54299" name="Line 71"/>
            <p:cNvSpPr/>
            <p:nvPr/>
          </p:nvSpPr>
          <p:spPr>
            <a:xfrm rot="10800000">
              <a:off x="3696" y="2410"/>
              <a:ext cx="726" cy="0"/>
            </a:xfrm>
            <a:prstGeom prst="line">
              <a:avLst/>
            </a:prstGeom>
            <a:ln w="28575" cap="flat" cmpd="sng">
              <a:solidFill>
                <a:srgbClr val="FF9900"/>
              </a:solidFill>
              <a:prstDash val="solid"/>
              <a:headEnd type="none" w="med" len="med"/>
              <a:tailEnd type="none" w="med" len="med"/>
            </a:ln>
          </p:spPr>
        </p:sp>
        <p:sp>
          <p:nvSpPr>
            <p:cNvPr id="54300" name="Line 72"/>
            <p:cNvSpPr/>
            <p:nvPr/>
          </p:nvSpPr>
          <p:spPr>
            <a:xfrm rot="10800000">
              <a:off x="3696" y="2410"/>
              <a:ext cx="0" cy="680"/>
            </a:xfrm>
            <a:prstGeom prst="line">
              <a:avLst/>
            </a:prstGeom>
            <a:ln w="28575" cap="flat" cmpd="sng">
              <a:solidFill>
                <a:srgbClr val="FF9900"/>
              </a:solidFill>
              <a:prstDash val="solid"/>
              <a:headEnd type="none" w="med" len="med"/>
              <a:tailEnd type="none" w="med" len="med"/>
            </a:ln>
          </p:spPr>
        </p:sp>
        <p:sp>
          <p:nvSpPr>
            <p:cNvPr id="54301" name="Text Box 73"/>
            <p:cNvSpPr txBox="1"/>
            <p:nvPr/>
          </p:nvSpPr>
          <p:spPr>
            <a:xfrm>
              <a:off x="4240" y="256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4302" name="Text Box 74"/>
            <p:cNvSpPr txBox="1"/>
            <p:nvPr/>
          </p:nvSpPr>
          <p:spPr>
            <a:xfrm>
              <a:off x="4059"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4303" name="Text Box 75"/>
            <p:cNvSpPr txBox="1"/>
            <p:nvPr/>
          </p:nvSpPr>
          <p:spPr>
            <a:xfrm>
              <a:off x="2335"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4304" name="Text Box 76"/>
            <p:cNvSpPr txBox="1"/>
            <p:nvPr/>
          </p:nvSpPr>
          <p:spPr>
            <a:xfrm>
              <a:off x="2108" y="2613"/>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4305" name="Text Box 77"/>
            <p:cNvSpPr txBox="1"/>
            <p:nvPr/>
          </p:nvSpPr>
          <p:spPr>
            <a:xfrm>
              <a:off x="2018" y="2840"/>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4306" name="Text Box 78"/>
            <p:cNvSpPr txBox="1"/>
            <p:nvPr/>
          </p:nvSpPr>
          <p:spPr>
            <a:xfrm>
              <a:off x="2063" y="2386"/>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4307" name="Text Box 79"/>
            <p:cNvSpPr txBox="1"/>
            <p:nvPr/>
          </p:nvSpPr>
          <p:spPr>
            <a:xfrm>
              <a:off x="4240" y="2341"/>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4308" name="Text Box 80"/>
            <p:cNvSpPr txBox="1"/>
            <p:nvPr/>
          </p:nvSpPr>
          <p:spPr>
            <a:xfrm>
              <a:off x="4195" y="2795"/>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4309" name="Line 81"/>
            <p:cNvSpPr/>
            <p:nvPr/>
          </p:nvSpPr>
          <p:spPr>
            <a:xfrm>
              <a:off x="2381" y="2432"/>
              <a:ext cx="272" cy="0"/>
            </a:xfrm>
            <a:prstGeom prst="line">
              <a:avLst/>
            </a:prstGeom>
            <a:ln w="28575" cap="flat" cmpd="sng">
              <a:solidFill>
                <a:srgbClr val="00FFFF"/>
              </a:solidFill>
              <a:prstDash val="solid"/>
              <a:headEnd type="none" w="med" len="med"/>
              <a:tailEnd type="triangle" w="med" len="med"/>
            </a:ln>
          </p:spPr>
        </p:sp>
        <p:sp>
          <p:nvSpPr>
            <p:cNvPr id="54310" name="Line 82"/>
            <p:cNvSpPr/>
            <p:nvPr/>
          </p:nvSpPr>
          <p:spPr>
            <a:xfrm>
              <a:off x="3923" y="2414"/>
              <a:ext cx="272" cy="0"/>
            </a:xfrm>
            <a:prstGeom prst="line">
              <a:avLst/>
            </a:prstGeom>
            <a:ln w="28575" cap="flat" cmpd="sng">
              <a:solidFill>
                <a:srgbClr val="00FFFF"/>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78"/>
                                        </p:tgtEl>
                                        <p:attrNameLst>
                                          <p:attrName>style.visibility</p:attrName>
                                        </p:attrNameLst>
                                      </p:cBhvr>
                                      <p:to>
                                        <p:strVal val="visible"/>
                                      </p:to>
                                    </p:set>
                                    <p:animEffect transition="in" filter="blinds(horizontal)">
                                      <p:cBhvr>
                                        <p:cTn id="12" dur="500"/>
                                        <p:tgtEl>
                                          <p:spTgt spid="911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1176"/>
                                        </p:tgtEl>
                                        <p:attrNameLst>
                                          <p:attrName>style.visibility</p:attrName>
                                        </p:attrNameLst>
                                      </p:cBhvr>
                                      <p:to>
                                        <p:strVal val="visible"/>
                                      </p:to>
                                    </p:set>
                                    <p:animEffect transition="in" filter="wipe(left)">
                                      <p:cBhvr>
                                        <p:cTn id="17" dur="2000"/>
                                        <p:tgtEl>
                                          <p:spTgt spid="91176"/>
                                        </p:tgtEl>
                                      </p:cBhvr>
                                    </p:animEffect>
                                  </p:childTnLst>
                                </p:cTn>
                              </p:par>
                            </p:childTnLst>
                          </p:cTn>
                        </p:par>
                        <p:par>
                          <p:cTn id="18" fill="hold">
                            <p:stCondLst>
                              <p:cond delay="2000"/>
                            </p:stCondLst>
                            <p:childTnLst>
                              <p:par>
                                <p:cTn id="19" presetID="20" presetClass="entr" presetSubtype="0" fill="hold" grpId="0" nodeType="afterEffect">
                                  <p:stCondLst>
                                    <p:cond delay="0"/>
                                  </p:stCondLst>
                                  <p:childTnLst>
                                    <p:set>
                                      <p:cBhvr>
                                        <p:cTn id="20" dur="1" fill="hold">
                                          <p:stCondLst>
                                            <p:cond delay="0"/>
                                          </p:stCondLst>
                                        </p:cTn>
                                        <p:tgtEl>
                                          <p:spTgt spid="91177"/>
                                        </p:tgtEl>
                                        <p:attrNameLst>
                                          <p:attrName>style.visibility</p:attrName>
                                        </p:attrNameLst>
                                      </p:cBhvr>
                                      <p:to>
                                        <p:strVal val="visible"/>
                                      </p:to>
                                    </p:set>
                                    <p:animEffect transition="in" filter="wedge">
                                      <p:cBhvr>
                                        <p:cTn id="21" dur="2000"/>
                                        <p:tgtEl>
                                          <p:spTgt spid="9117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1179"/>
                                        </p:tgtEl>
                                        <p:attrNameLst>
                                          <p:attrName>style.visibility</p:attrName>
                                        </p:attrNameLst>
                                      </p:cBhvr>
                                      <p:to>
                                        <p:strVal val="visible"/>
                                      </p:to>
                                    </p:set>
                                    <p:animEffect transition="in" filter="wipe(left)">
                                      <p:cBhvr>
                                        <p:cTn id="26" dur="2000"/>
                                        <p:tgtEl>
                                          <p:spTgt spid="9117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91180"/>
                                        </p:tgtEl>
                                        <p:attrNameLst>
                                          <p:attrName>style.visibility</p:attrName>
                                        </p:attrNameLst>
                                      </p:cBhvr>
                                      <p:to>
                                        <p:strVal val="visible"/>
                                      </p:to>
                                    </p:set>
                                    <p:animEffect transition="in" filter="slide(fromLeft)">
                                      <p:cBhvr>
                                        <p:cTn id="31" dur="500"/>
                                        <p:tgtEl>
                                          <p:spTgt spid="91180"/>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91181"/>
                                        </p:tgtEl>
                                        <p:attrNameLst>
                                          <p:attrName>style.visibility</p:attrName>
                                        </p:attrNameLst>
                                      </p:cBhvr>
                                      <p:to>
                                        <p:strVal val="visible"/>
                                      </p:to>
                                    </p:set>
                                    <p:animEffect transition="in" filter="wipe(left)">
                                      <p:cBhvr>
                                        <p:cTn id="35" dur="1000"/>
                                        <p:tgtEl>
                                          <p:spTgt spid="91181"/>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91184"/>
                                        </p:tgtEl>
                                        <p:attrNameLst>
                                          <p:attrName>style.visibility</p:attrName>
                                        </p:attrNameLst>
                                      </p:cBhvr>
                                      <p:to>
                                        <p:strVal val="visible"/>
                                      </p:to>
                                    </p:set>
                                    <p:anim calcmode="lin" valueType="num">
                                      <p:cBhvr additive="base">
                                        <p:cTn id="40" dur="500" fill="hold"/>
                                        <p:tgtEl>
                                          <p:spTgt spid="91184"/>
                                        </p:tgtEl>
                                        <p:attrNameLst>
                                          <p:attrName>ppt_x</p:attrName>
                                        </p:attrNameLst>
                                      </p:cBhvr>
                                      <p:tavLst>
                                        <p:tav tm="0">
                                          <p:val>
                                            <p:strVal val="0-#ppt_w/2"/>
                                          </p:val>
                                        </p:tav>
                                        <p:tav tm="100000">
                                          <p:val>
                                            <p:strVal val="#ppt_x"/>
                                          </p:val>
                                        </p:tav>
                                      </p:tavLst>
                                    </p:anim>
                                    <p:anim calcmode="lin" valueType="num">
                                      <p:cBhvr additive="base">
                                        <p:cTn id="41" dur="500" fill="hold"/>
                                        <p:tgtEl>
                                          <p:spTgt spid="91184"/>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91185"/>
                                        </p:tgtEl>
                                        <p:attrNameLst>
                                          <p:attrName>style.visibility</p:attrName>
                                        </p:attrNameLst>
                                      </p:cBhvr>
                                      <p:to>
                                        <p:strVal val="visible"/>
                                      </p:to>
                                    </p:set>
                                    <p:animEffect transition="in" filter="blinds(horizontal)">
                                      <p:cBhvr>
                                        <p:cTn id="46" dur="500"/>
                                        <p:tgtEl>
                                          <p:spTgt spid="91185"/>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1186"/>
                                        </p:tgtEl>
                                        <p:attrNameLst>
                                          <p:attrName>style.visibility</p:attrName>
                                        </p:attrNameLst>
                                      </p:cBhvr>
                                      <p:to>
                                        <p:strVal val="visible"/>
                                      </p:to>
                                    </p:set>
                                    <p:anim calcmode="lin" valueType="num">
                                      <p:cBhvr additive="base">
                                        <p:cTn id="51" dur="500" fill="hold"/>
                                        <p:tgtEl>
                                          <p:spTgt spid="91186"/>
                                        </p:tgtEl>
                                        <p:attrNameLst>
                                          <p:attrName>ppt_x</p:attrName>
                                        </p:attrNameLst>
                                      </p:cBhvr>
                                      <p:tavLst>
                                        <p:tav tm="0">
                                          <p:val>
                                            <p:strVal val="#ppt_x"/>
                                          </p:val>
                                        </p:tav>
                                        <p:tav tm="100000">
                                          <p:val>
                                            <p:strVal val="#ppt_x"/>
                                          </p:val>
                                        </p:tav>
                                      </p:tavLst>
                                    </p:anim>
                                    <p:anim calcmode="lin" valueType="num">
                                      <p:cBhvr additive="base">
                                        <p:cTn id="52" dur="500" fill="hold"/>
                                        <p:tgtEl>
                                          <p:spTgt spid="91186"/>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4" fill="hold" nodeType="afterEffect">
                                  <p:stCondLst>
                                    <p:cond delay="0"/>
                                  </p:stCondLst>
                                  <p:childTnLst>
                                    <p:set>
                                      <p:cBhvr>
                                        <p:cTn id="55" dur="1" fill="hold">
                                          <p:stCondLst>
                                            <p:cond delay="0"/>
                                          </p:stCondLst>
                                        </p:cTn>
                                        <p:tgtEl>
                                          <p:spTgt spid="91187"/>
                                        </p:tgtEl>
                                        <p:attrNameLst>
                                          <p:attrName>style.visibility</p:attrName>
                                        </p:attrNameLst>
                                      </p:cBhvr>
                                      <p:to>
                                        <p:strVal val="visible"/>
                                      </p:to>
                                    </p:set>
                                    <p:anim calcmode="lin" valueType="num">
                                      <p:cBhvr additive="base">
                                        <p:cTn id="56" dur="500" fill="hold"/>
                                        <p:tgtEl>
                                          <p:spTgt spid="91187"/>
                                        </p:tgtEl>
                                        <p:attrNameLst>
                                          <p:attrName>ppt_x</p:attrName>
                                        </p:attrNameLst>
                                      </p:cBhvr>
                                      <p:tavLst>
                                        <p:tav tm="0">
                                          <p:val>
                                            <p:strVal val="#ppt_x"/>
                                          </p:val>
                                        </p:tav>
                                        <p:tav tm="100000">
                                          <p:val>
                                            <p:strVal val="#ppt_x"/>
                                          </p:val>
                                        </p:tav>
                                      </p:tavLst>
                                    </p:anim>
                                    <p:anim calcmode="lin" valueType="num">
                                      <p:cBhvr additive="base">
                                        <p:cTn id="57" dur="500" fill="hold"/>
                                        <p:tgtEl>
                                          <p:spTgt spid="91187"/>
                                        </p:tgtEl>
                                        <p:attrNameLst>
                                          <p:attrName>ppt_y</p:attrName>
                                        </p:attrNameLst>
                                      </p:cBhvr>
                                      <p:tavLst>
                                        <p:tav tm="0">
                                          <p:val>
                                            <p:strVal val="1+#ppt_h/2"/>
                                          </p:val>
                                        </p:tav>
                                        <p:tav tm="100000">
                                          <p:val>
                                            <p:strVal val="#ppt_y"/>
                                          </p:val>
                                        </p:tav>
                                      </p:tavLst>
                                    </p:anim>
                                  </p:childTnLst>
                                </p:cTn>
                              </p:par>
                            </p:childTnLst>
                          </p:cTn>
                        </p:par>
                        <p:par>
                          <p:cTn id="58" fill="hold">
                            <p:stCondLst>
                              <p:cond delay="1000"/>
                            </p:stCondLst>
                            <p:childTnLst>
                              <p:par>
                                <p:cTn id="59" presetID="2" presetClass="entr" presetSubtype="4" fill="hold" nodeType="afterEffect">
                                  <p:stCondLst>
                                    <p:cond delay="0"/>
                                  </p:stCondLst>
                                  <p:childTnLst>
                                    <p:set>
                                      <p:cBhvr>
                                        <p:cTn id="60" dur="1" fill="hold">
                                          <p:stCondLst>
                                            <p:cond delay="0"/>
                                          </p:stCondLst>
                                        </p:cTn>
                                        <p:tgtEl>
                                          <p:spTgt spid="91189"/>
                                        </p:tgtEl>
                                        <p:attrNameLst>
                                          <p:attrName>style.visibility</p:attrName>
                                        </p:attrNameLst>
                                      </p:cBhvr>
                                      <p:to>
                                        <p:strVal val="visible"/>
                                      </p:to>
                                    </p:set>
                                    <p:anim calcmode="lin" valueType="num">
                                      <p:cBhvr additive="base">
                                        <p:cTn id="61" dur="500" fill="hold"/>
                                        <p:tgtEl>
                                          <p:spTgt spid="91189"/>
                                        </p:tgtEl>
                                        <p:attrNameLst>
                                          <p:attrName>ppt_x</p:attrName>
                                        </p:attrNameLst>
                                      </p:cBhvr>
                                      <p:tavLst>
                                        <p:tav tm="0">
                                          <p:val>
                                            <p:strVal val="#ppt_x"/>
                                          </p:val>
                                        </p:tav>
                                        <p:tav tm="100000">
                                          <p:val>
                                            <p:strVal val="#ppt_x"/>
                                          </p:val>
                                        </p:tav>
                                      </p:tavLst>
                                    </p:anim>
                                    <p:anim calcmode="lin" valueType="num">
                                      <p:cBhvr additive="base">
                                        <p:cTn id="62" dur="500" fill="hold"/>
                                        <p:tgtEl>
                                          <p:spTgt spid="91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77" grpId="0" animBg="1"/>
      <p:bldP spid="91178" grpId="0"/>
      <p:bldP spid="91181" grpId="0"/>
      <p:bldP spid="91184" grpId="0" animBg="1"/>
      <p:bldP spid="9118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5304" name="Group 2"/>
          <p:cNvGrpSpPr/>
          <p:nvPr/>
        </p:nvGrpSpPr>
        <p:grpSpPr>
          <a:xfrm>
            <a:off x="8316913" y="6446838"/>
            <a:ext cx="792162" cy="366712"/>
            <a:chOff x="5193" y="4020"/>
            <a:chExt cx="499" cy="231"/>
          </a:xfrm>
        </p:grpSpPr>
        <p:pic>
          <p:nvPicPr>
            <p:cNvPr id="55340"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5341"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5305" name="Group 5"/>
          <p:cNvGrpSpPr/>
          <p:nvPr/>
        </p:nvGrpSpPr>
        <p:grpSpPr>
          <a:xfrm>
            <a:off x="7453313" y="6446838"/>
            <a:ext cx="792162" cy="366712"/>
            <a:chOff x="4649" y="4020"/>
            <a:chExt cx="499" cy="231"/>
          </a:xfrm>
        </p:grpSpPr>
        <p:pic>
          <p:nvPicPr>
            <p:cNvPr id="55338"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5339"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2201" name="Text Box 41"/>
          <p:cNvSpPr txBox="1"/>
          <p:nvPr/>
        </p:nvSpPr>
        <p:spPr>
          <a:xfrm>
            <a:off x="900113" y="692150"/>
            <a:ext cx="1223962" cy="519113"/>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Y</a:t>
            </a:r>
            <a:r>
              <a:rPr lang="zh-CN" altLang="en-US" dirty="0">
                <a:latin typeface="Arial" panose="020B0604020202020204" pitchFamily="34" charset="0"/>
              </a:rPr>
              <a:t>参数</a:t>
            </a:r>
            <a:endParaRPr lang="zh-CN" altLang="en-US" dirty="0">
              <a:latin typeface="Arial" panose="020B0604020202020204" pitchFamily="34" charset="0"/>
            </a:endParaRPr>
          </a:p>
        </p:txBody>
      </p:sp>
      <p:graphicFrame>
        <p:nvGraphicFramePr>
          <p:cNvPr id="92202" name="Object 42"/>
          <p:cNvGraphicFramePr/>
          <p:nvPr/>
        </p:nvGraphicFramePr>
        <p:xfrm>
          <a:off x="900113" y="1268413"/>
          <a:ext cx="3359150" cy="1143000"/>
        </p:xfrm>
        <a:graphic>
          <a:graphicData uri="http://schemas.openxmlformats.org/presentationml/2006/ole">
            <mc:AlternateContent xmlns:mc="http://schemas.openxmlformats.org/markup-compatibility/2006">
              <mc:Choice xmlns:v="urn:schemas-microsoft-com:vml" Requires="v">
                <p:oleObj spid="_x0000_s3464" name="" r:id="rId2" imgW="1447165" imgH="495300" progId="Equation.3">
                  <p:embed/>
                </p:oleObj>
              </mc:Choice>
              <mc:Fallback>
                <p:oleObj name="" r:id="rId2" imgW="1447165" imgH="495300" progId="Equation.3">
                  <p:embed/>
                  <p:pic>
                    <p:nvPicPr>
                      <p:cNvPr id="0" name="图片 3463"/>
                      <p:cNvPicPr/>
                      <p:nvPr/>
                    </p:nvPicPr>
                    <p:blipFill>
                      <a:blip r:embed="rId3">
                        <a:clrChange>
                          <a:clrFrom>
                            <a:srgbClr val="000000"/>
                          </a:clrFrom>
                          <a:clrTo>
                            <a:srgbClr val="FFFFFF"/>
                          </a:clrTo>
                        </a:clrChange>
                      </a:blip>
                      <a:stretch>
                        <a:fillRect/>
                      </a:stretch>
                    </p:blipFill>
                    <p:spPr>
                      <a:xfrm>
                        <a:off x="900113" y="1268413"/>
                        <a:ext cx="3359150" cy="1143000"/>
                      </a:xfrm>
                      <a:prstGeom prst="rect">
                        <a:avLst/>
                      </a:prstGeom>
                      <a:noFill/>
                      <a:ln w="38100">
                        <a:noFill/>
                        <a:miter/>
                      </a:ln>
                    </p:spPr>
                  </p:pic>
                </p:oleObj>
              </mc:Fallback>
            </mc:AlternateContent>
          </a:graphicData>
        </a:graphic>
      </p:graphicFrame>
      <p:graphicFrame>
        <p:nvGraphicFramePr>
          <p:cNvPr id="92204" name="Object 44"/>
          <p:cNvGraphicFramePr/>
          <p:nvPr/>
        </p:nvGraphicFramePr>
        <p:xfrm>
          <a:off x="1187450" y="2636838"/>
          <a:ext cx="2257425" cy="1187450"/>
        </p:xfrm>
        <a:graphic>
          <a:graphicData uri="http://schemas.openxmlformats.org/presentationml/2006/ole">
            <mc:AlternateContent xmlns:mc="http://schemas.openxmlformats.org/markup-compatibility/2006">
              <mc:Choice xmlns:v="urn:schemas-microsoft-com:vml" Requires="v">
                <p:oleObj spid="_x0000_s3465" name="" r:id="rId4" imgW="862965" imgH="457200" progId="Equation.DSMT4">
                  <p:embed/>
                </p:oleObj>
              </mc:Choice>
              <mc:Fallback>
                <p:oleObj name="" r:id="rId4" imgW="862965" imgH="457200" progId="Equation.DSMT4">
                  <p:embed/>
                  <p:pic>
                    <p:nvPicPr>
                      <p:cNvPr id="0" name="图片 3464"/>
                      <p:cNvPicPr/>
                      <p:nvPr/>
                    </p:nvPicPr>
                    <p:blipFill>
                      <a:blip r:embed="rId5">
                        <a:clrChange>
                          <a:clrFrom>
                            <a:srgbClr val="000000"/>
                          </a:clrFrom>
                          <a:clrTo>
                            <a:srgbClr val="FFFFFF"/>
                          </a:clrTo>
                        </a:clrChange>
                      </a:blip>
                      <a:stretch>
                        <a:fillRect/>
                      </a:stretch>
                    </p:blipFill>
                    <p:spPr>
                      <a:xfrm>
                        <a:off x="1187450" y="2636838"/>
                        <a:ext cx="2257425" cy="1187450"/>
                      </a:xfrm>
                      <a:prstGeom prst="rect">
                        <a:avLst/>
                      </a:prstGeom>
                      <a:noFill/>
                      <a:ln w="38100">
                        <a:noFill/>
                        <a:miter/>
                      </a:ln>
                    </p:spPr>
                  </p:pic>
                </p:oleObj>
              </mc:Fallback>
            </mc:AlternateContent>
          </a:graphicData>
        </a:graphic>
      </p:graphicFrame>
      <p:sp>
        <p:nvSpPr>
          <p:cNvPr id="92205" name="Text Box 45"/>
          <p:cNvSpPr txBox="1"/>
          <p:nvPr/>
        </p:nvSpPr>
        <p:spPr>
          <a:xfrm>
            <a:off x="755650" y="3933825"/>
            <a:ext cx="1223963" cy="519113"/>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T</a:t>
            </a:r>
            <a:r>
              <a:rPr lang="zh-CN" altLang="en-US" dirty="0">
                <a:latin typeface="Arial" panose="020B0604020202020204" pitchFamily="34" charset="0"/>
              </a:rPr>
              <a:t>参数</a:t>
            </a:r>
            <a:endParaRPr lang="zh-CN" altLang="en-US" dirty="0">
              <a:latin typeface="Arial" panose="020B0604020202020204" pitchFamily="34" charset="0"/>
            </a:endParaRPr>
          </a:p>
        </p:txBody>
      </p:sp>
      <p:graphicFrame>
        <p:nvGraphicFramePr>
          <p:cNvPr id="92206" name="Object 46"/>
          <p:cNvGraphicFramePr/>
          <p:nvPr/>
        </p:nvGraphicFramePr>
        <p:xfrm>
          <a:off x="1835150" y="3716338"/>
          <a:ext cx="3008313" cy="1581150"/>
        </p:xfrm>
        <a:graphic>
          <a:graphicData uri="http://schemas.openxmlformats.org/presentationml/2006/ole">
            <mc:AlternateContent xmlns:mc="http://schemas.openxmlformats.org/markup-compatibility/2006">
              <mc:Choice xmlns:v="urn:schemas-microsoft-com:vml" Requires="v">
                <p:oleObj spid="_x0000_s3466" name="" r:id="rId6" imgW="1370965" imgH="723900" progId="Equation.3">
                  <p:embed/>
                </p:oleObj>
              </mc:Choice>
              <mc:Fallback>
                <p:oleObj name="" r:id="rId6" imgW="1370965" imgH="723900" progId="Equation.3">
                  <p:embed/>
                  <p:pic>
                    <p:nvPicPr>
                      <p:cNvPr id="0" name="图片 3465"/>
                      <p:cNvPicPr/>
                      <p:nvPr/>
                    </p:nvPicPr>
                    <p:blipFill>
                      <a:blip r:embed="rId7">
                        <a:clrChange>
                          <a:clrFrom>
                            <a:srgbClr val="000000"/>
                          </a:clrFrom>
                          <a:clrTo>
                            <a:srgbClr val="FFFFFF"/>
                          </a:clrTo>
                        </a:clrChange>
                      </a:blip>
                      <a:stretch>
                        <a:fillRect/>
                      </a:stretch>
                    </p:blipFill>
                    <p:spPr>
                      <a:xfrm>
                        <a:off x="1835150" y="3716338"/>
                        <a:ext cx="3008313" cy="1581150"/>
                      </a:xfrm>
                      <a:prstGeom prst="rect">
                        <a:avLst/>
                      </a:prstGeom>
                      <a:noFill/>
                      <a:ln w="38100">
                        <a:noFill/>
                        <a:miter/>
                      </a:ln>
                    </p:spPr>
                  </p:pic>
                </p:oleObj>
              </mc:Fallback>
            </mc:AlternateContent>
          </a:graphicData>
        </a:graphic>
      </p:graphicFrame>
      <p:graphicFrame>
        <p:nvGraphicFramePr>
          <p:cNvPr id="92207" name="Object 47"/>
          <p:cNvGraphicFramePr/>
          <p:nvPr/>
        </p:nvGraphicFramePr>
        <p:xfrm>
          <a:off x="5487988" y="3686175"/>
          <a:ext cx="1892300" cy="1616075"/>
        </p:xfrm>
        <a:graphic>
          <a:graphicData uri="http://schemas.openxmlformats.org/presentationml/2006/ole">
            <mc:AlternateContent xmlns:mc="http://schemas.openxmlformats.org/markup-compatibility/2006">
              <mc:Choice xmlns:v="urn:schemas-microsoft-com:vml" Requires="v">
                <p:oleObj spid="_x0000_s3469" name="" r:id="rId8" imgW="799465" imgH="685800" progId="Equation.DSMT4">
                  <p:embed/>
                </p:oleObj>
              </mc:Choice>
              <mc:Fallback>
                <p:oleObj name="" r:id="rId8" imgW="799465" imgH="685800" progId="Equation.DSMT4">
                  <p:embed/>
                  <p:pic>
                    <p:nvPicPr>
                      <p:cNvPr id="0" name="图片 3468"/>
                      <p:cNvPicPr/>
                      <p:nvPr/>
                    </p:nvPicPr>
                    <p:blipFill>
                      <a:blip r:embed="rId9">
                        <a:clrChange>
                          <a:clrFrom>
                            <a:srgbClr val="000000"/>
                          </a:clrFrom>
                          <a:clrTo>
                            <a:srgbClr val="FFFFFF"/>
                          </a:clrTo>
                        </a:clrChange>
                      </a:blip>
                      <a:stretch>
                        <a:fillRect/>
                      </a:stretch>
                    </p:blipFill>
                    <p:spPr>
                      <a:xfrm>
                        <a:off x="5487988" y="3686175"/>
                        <a:ext cx="1892300" cy="1616075"/>
                      </a:xfrm>
                      <a:prstGeom prst="rect">
                        <a:avLst/>
                      </a:prstGeom>
                      <a:noFill/>
                      <a:ln w="38100">
                        <a:noFill/>
                        <a:miter/>
                      </a:ln>
                    </p:spPr>
                  </p:pic>
                </p:oleObj>
              </mc:Fallback>
            </mc:AlternateContent>
          </a:graphicData>
        </a:graphic>
      </p:graphicFrame>
      <p:graphicFrame>
        <p:nvGraphicFramePr>
          <p:cNvPr id="92208" name="Object 48"/>
          <p:cNvGraphicFramePr/>
          <p:nvPr/>
        </p:nvGraphicFramePr>
        <p:xfrm>
          <a:off x="4572000" y="2852738"/>
          <a:ext cx="1296988" cy="557212"/>
        </p:xfrm>
        <a:graphic>
          <a:graphicData uri="http://schemas.openxmlformats.org/presentationml/2006/ole">
            <mc:AlternateContent xmlns:mc="http://schemas.openxmlformats.org/markup-compatibility/2006">
              <mc:Choice xmlns:v="urn:schemas-microsoft-com:vml" Requires="v">
                <p:oleObj spid="_x0000_s3467" name="" r:id="rId10" imgW="558800" imgH="241300" progId="Equation.3">
                  <p:embed/>
                </p:oleObj>
              </mc:Choice>
              <mc:Fallback>
                <p:oleObj name="" r:id="rId10" imgW="558800" imgH="241300" progId="Equation.3">
                  <p:embed/>
                  <p:pic>
                    <p:nvPicPr>
                      <p:cNvPr id="0" name="图片 3466"/>
                      <p:cNvPicPr/>
                      <p:nvPr/>
                    </p:nvPicPr>
                    <p:blipFill>
                      <a:blip r:embed="rId11">
                        <a:clrChange>
                          <a:clrFrom>
                            <a:srgbClr val="000000"/>
                          </a:clrFrom>
                          <a:clrTo>
                            <a:srgbClr val="FFFFFF"/>
                          </a:clrTo>
                        </a:clrChange>
                      </a:blip>
                      <a:stretch>
                        <a:fillRect/>
                      </a:stretch>
                    </p:blipFill>
                    <p:spPr>
                      <a:xfrm>
                        <a:off x="4572000" y="2852738"/>
                        <a:ext cx="1296988" cy="557212"/>
                      </a:xfrm>
                      <a:prstGeom prst="rect">
                        <a:avLst/>
                      </a:prstGeom>
                      <a:noFill/>
                      <a:ln w="38100">
                        <a:noFill/>
                        <a:miter/>
                      </a:ln>
                    </p:spPr>
                  </p:pic>
                </p:oleObj>
              </mc:Fallback>
            </mc:AlternateContent>
          </a:graphicData>
        </a:graphic>
      </p:graphicFrame>
      <p:graphicFrame>
        <p:nvGraphicFramePr>
          <p:cNvPr id="92209" name="Object 49"/>
          <p:cNvGraphicFramePr/>
          <p:nvPr/>
        </p:nvGraphicFramePr>
        <p:xfrm>
          <a:off x="6516688" y="2852738"/>
          <a:ext cx="1295400" cy="466725"/>
        </p:xfrm>
        <a:graphic>
          <a:graphicData uri="http://schemas.openxmlformats.org/presentationml/2006/ole">
            <mc:AlternateContent xmlns:mc="http://schemas.openxmlformats.org/markup-compatibility/2006">
              <mc:Choice xmlns:v="urn:schemas-microsoft-com:vml" Requires="v">
                <p:oleObj spid="_x0000_s3468" name="" r:id="rId12" imgW="456565" imgH="165100" progId="Equation.DSMT4">
                  <p:embed/>
                </p:oleObj>
              </mc:Choice>
              <mc:Fallback>
                <p:oleObj name="" r:id="rId12" imgW="456565" imgH="165100" progId="Equation.DSMT4">
                  <p:embed/>
                  <p:pic>
                    <p:nvPicPr>
                      <p:cNvPr id="0" name="图片 3467"/>
                      <p:cNvPicPr/>
                      <p:nvPr/>
                    </p:nvPicPr>
                    <p:blipFill>
                      <a:blip r:embed="rId13">
                        <a:clrChange>
                          <a:clrFrom>
                            <a:srgbClr val="000000"/>
                          </a:clrFrom>
                          <a:clrTo>
                            <a:srgbClr val="FFFFFF"/>
                          </a:clrTo>
                        </a:clrChange>
                      </a:blip>
                      <a:stretch>
                        <a:fillRect/>
                      </a:stretch>
                    </p:blipFill>
                    <p:spPr>
                      <a:xfrm>
                        <a:off x="6516688" y="2852738"/>
                        <a:ext cx="1295400" cy="466725"/>
                      </a:xfrm>
                      <a:prstGeom prst="rect">
                        <a:avLst/>
                      </a:prstGeom>
                      <a:noFill/>
                      <a:ln w="38100">
                        <a:noFill/>
                        <a:miter/>
                      </a:ln>
                    </p:spPr>
                  </p:pic>
                </p:oleObj>
              </mc:Fallback>
            </mc:AlternateContent>
          </a:graphicData>
        </a:graphic>
      </p:graphicFrame>
      <p:grpSp>
        <p:nvGrpSpPr>
          <p:cNvPr id="4" name="Group 50"/>
          <p:cNvGrpSpPr/>
          <p:nvPr/>
        </p:nvGrpSpPr>
        <p:grpSpPr>
          <a:xfrm>
            <a:off x="684213" y="5300663"/>
            <a:ext cx="1644650" cy="850900"/>
            <a:chOff x="385" y="3022"/>
            <a:chExt cx="1036" cy="536"/>
          </a:xfrm>
        </p:grpSpPr>
        <p:pic>
          <p:nvPicPr>
            <p:cNvPr id="55336" name="Picture 51" descr="123"/>
            <p:cNvPicPr>
              <a:picLocks noChangeAspect="1"/>
            </p:cNvPicPr>
            <p:nvPr/>
          </p:nvPicPr>
          <p:blipFill>
            <a:blip r:embed="rId14"/>
            <a:stretch>
              <a:fillRect/>
            </a:stretch>
          </p:blipFill>
          <p:spPr>
            <a:xfrm>
              <a:off x="385" y="3022"/>
              <a:ext cx="590" cy="536"/>
            </a:xfrm>
            <a:prstGeom prst="rect">
              <a:avLst/>
            </a:prstGeom>
            <a:noFill/>
            <a:ln w="9525">
              <a:noFill/>
            </a:ln>
          </p:spPr>
        </p:pic>
        <p:sp>
          <p:nvSpPr>
            <p:cNvPr id="55337" name="Text Box 52"/>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92213" name="Text Box 53"/>
          <p:cNvSpPr txBox="1"/>
          <p:nvPr/>
        </p:nvSpPr>
        <p:spPr>
          <a:xfrm>
            <a:off x="2339975" y="5445125"/>
            <a:ext cx="6119813" cy="519113"/>
          </a:xfrm>
          <a:prstGeom prst="rect">
            <a:avLst/>
          </a:prstGeom>
          <a:noFill/>
          <a:ln w="9525">
            <a:noFill/>
          </a:ln>
        </p:spPr>
        <p:txBody>
          <a:bodyPr>
            <a:spAutoFit/>
          </a:bodyPr>
          <a:p>
            <a:pPr>
              <a:spcBef>
                <a:spcPct val="50000"/>
              </a:spcBef>
            </a:pPr>
            <a:r>
              <a:rPr lang="zh-CN" altLang="en-US" dirty="0">
                <a:solidFill>
                  <a:srgbClr val="FFFF00"/>
                </a:solidFill>
                <a:latin typeface="Arial" panose="020B0604020202020204" pitchFamily="34" charset="0"/>
              </a:rPr>
              <a:t>回转器是非互易的二端口网络。</a:t>
            </a:r>
            <a:endParaRPr lang="zh-CN" altLang="en-US" dirty="0">
              <a:solidFill>
                <a:srgbClr val="FFFF00"/>
              </a:solidFill>
              <a:latin typeface="Arial" panose="020B0604020202020204" pitchFamily="34" charset="0"/>
            </a:endParaRPr>
          </a:p>
        </p:txBody>
      </p:sp>
      <p:grpSp>
        <p:nvGrpSpPr>
          <p:cNvPr id="55310" name="Group 57"/>
          <p:cNvGrpSpPr/>
          <p:nvPr/>
        </p:nvGrpSpPr>
        <p:grpSpPr>
          <a:xfrm>
            <a:off x="6588125" y="6446838"/>
            <a:ext cx="792163" cy="366712"/>
            <a:chOff x="4649" y="4020"/>
            <a:chExt cx="499" cy="231"/>
          </a:xfrm>
        </p:grpSpPr>
        <p:pic>
          <p:nvPicPr>
            <p:cNvPr id="55334" name="Picture 58"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5335" name="Text Box 59">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6" name="Group 60"/>
          <p:cNvGrpSpPr/>
          <p:nvPr/>
        </p:nvGrpSpPr>
        <p:grpSpPr>
          <a:xfrm>
            <a:off x="4500563" y="692150"/>
            <a:ext cx="4030662" cy="1743075"/>
            <a:chOff x="2018" y="2069"/>
            <a:chExt cx="2539" cy="1098"/>
          </a:xfrm>
        </p:grpSpPr>
        <p:sp>
          <p:nvSpPr>
            <p:cNvPr id="55312" name="AutoShape 61"/>
            <p:cNvSpPr/>
            <p:nvPr/>
          </p:nvSpPr>
          <p:spPr>
            <a:xfrm rot="5400000">
              <a:off x="2720" y="2500"/>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5313" name="Oval 62"/>
            <p:cNvSpPr/>
            <p:nvPr/>
          </p:nvSpPr>
          <p:spPr>
            <a:xfrm>
              <a:off x="2190" y="3067"/>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5314" name="Oval 63"/>
            <p:cNvSpPr/>
            <p:nvPr/>
          </p:nvSpPr>
          <p:spPr>
            <a:xfrm>
              <a:off x="2181" y="239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5315" name="Line 64"/>
            <p:cNvSpPr/>
            <p:nvPr/>
          </p:nvSpPr>
          <p:spPr>
            <a:xfrm>
              <a:off x="2244" y="2432"/>
              <a:ext cx="726" cy="0"/>
            </a:xfrm>
            <a:prstGeom prst="line">
              <a:avLst/>
            </a:prstGeom>
            <a:ln w="28575" cap="flat" cmpd="sng">
              <a:solidFill>
                <a:srgbClr val="FF9900"/>
              </a:solidFill>
              <a:prstDash val="solid"/>
              <a:headEnd type="none" w="med" len="med"/>
              <a:tailEnd type="none" w="med" len="med"/>
            </a:ln>
          </p:spPr>
        </p:sp>
        <p:sp>
          <p:nvSpPr>
            <p:cNvPr id="55316" name="Line 65"/>
            <p:cNvSpPr/>
            <p:nvPr/>
          </p:nvSpPr>
          <p:spPr>
            <a:xfrm>
              <a:off x="2244" y="3112"/>
              <a:ext cx="726" cy="0"/>
            </a:xfrm>
            <a:prstGeom prst="line">
              <a:avLst/>
            </a:prstGeom>
            <a:ln w="28575" cap="flat" cmpd="sng">
              <a:solidFill>
                <a:srgbClr val="FF9900"/>
              </a:solidFill>
              <a:prstDash val="solid"/>
              <a:headEnd type="none" w="med" len="med"/>
              <a:tailEnd type="none" w="med" len="med"/>
            </a:ln>
          </p:spPr>
        </p:sp>
        <p:sp>
          <p:nvSpPr>
            <p:cNvPr id="55317" name="Line 66"/>
            <p:cNvSpPr/>
            <p:nvPr/>
          </p:nvSpPr>
          <p:spPr>
            <a:xfrm>
              <a:off x="2970" y="2432"/>
              <a:ext cx="0" cy="680"/>
            </a:xfrm>
            <a:prstGeom prst="line">
              <a:avLst/>
            </a:prstGeom>
            <a:ln w="28575" cap="flat" cmpd="sng">
              <a:solidFill>
                <a:srgbClr val="FF9900"/>
              </a:solidFill>
              <a:prstDash val="solid"/>
              <a:headEnd type="none" w="med" len="med"/>
              <a:tailEnd type="none" w="med" len="med"/>
            </a:ln>
          </p:spPr>
        </p:sp>
        <p:sp>
          <p:nvSpPr>
            <p:cNvPr id="55318" name="AutoShape 67"/>
            <p:cNvSpPr/>
            <p:nvPr/>
          </p:nvSpPr>
          <p:spPr>
            <a:xfrm rot="-5400000">
              <a:off x="3446" y="2478"/>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5319" name="Oval 68"/>
            <p:cNvSpPr/>
            <p:nvPr/>
          </p:nvSpPr>
          <p:spPr>
            <a:xfrm rot="10800000">
              <a:off x="4409" y="2378"/>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5320" name="Oval 69"/>
            <p:cNvSpPr/>
            <p:nvPr/>
          </p:nvSpPr>
          <p:spPr>
            <a:xfrm rot="10800000">
              <a:off x="4418" y="3059"/>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5321" name="Line 70"/>
            <p:cNvSpPr/>
            <p:nvPr/>
          </p:nvSpPr>
          <p:spPr>
            <a:xfrm rot="10800000">
              <a:off x="3696" y="3090"/>
              <a:ext cx="726" cy="0"/>
            </a:xfrm>
            <a:prstGeom prst="line">
              <a:avLst/>
            </a:prstGeom>
            <a:ln w="28575" cap="flat" cmpd="sng">
              <a:solidFill>
                <a:srgbClr val="FF9900"/>
              </a:solidFill>
              <a:prstDash val="solid"/>
              <a:headEnd type="none" w="med" len="med"/>
              <a:tailEnd type="none" w="med" len="med"/>
            </a:ln>
          </p:spPr>
        </p:sp>
        <p:sp>
          <p:nvSpPr>
            <p:cNvPr id="55322" name="Line 71"/>
            <p:cNvSpPr/>
            <p:nvPr/>
          </p:nvSpPr>
          <p:spPr>
            <a:xfrm rot="10800000">
              <a:off x="3696" y="2410"/>
              <a:ext cx="726" cy="0"/>
            </a:xfrm>
            <a:prstGeom prst="line">
              <a:avLst/>
            </a:prstGeom>
            <a:ln w="28575" cap="flat" cmpd="sng">
              <a:solidFill>
                <a:srgbClr val="FF9900"/>
              </a:solidFill>
              <a:prstDash val="solid"/>
              <a:headEnd type="none" w="med" len="med"/>
              <a:tailEnd type="none" w="med" len="med"/>
            </a:ln>
          </p:spPr>
        </p:sp>
        <p:sp>
          <p:nvSpPr>
            <p:cNvPr id="55323" name="Line 72"/>
            <p:cNvSpPr/>
            <p:nvPr/>
          </p:nvSpPr>
          <p:spPr>
            <a:xfrm rot="10800000">
              <a:off x="3696" y="2410"/>
              <a:ext cx="0" cy="680"/>
            </a:xfrm>
            <a:prstGeom prst="line">
              <a:avLst/>
            </a:prstGeom>
            <a:ln w="28575" cap="flat" cmpd="sng">
              <a:solidFill>
                <a:srgbClr val="FF9900"/>
              </a:solidFill>
              <a:prstDash val="solid"/>
              <a:headEnd type="none" w="med" len="med"/>
              <a:tailEnd type="none" w="med" len="med"/>
            </a:ln>
          </p:spPr>
        </p:sp>
        <p:sp>
          <p:nvSpPr>
            <p:cNvPr id="55324" name="Text Box 73"/>
            <p:cNvSpPr txBox="1"/>
            <p:nvPr/>
          </p:nvSpPr>
          <p:spPr>
            <a:xfrm>
              <a:off x="4240" y="256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5325" name="Text Box 74"/>
            <p:cNvSpPr txBox="1"/>
            <p:nvPr/>
          </p:nvSpPr>
          <p:spPr>
            <a:xfrm>
              <a:off x="4059"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5326" name="Text Box 75"/>
            <p:cNvSpPr txBox="1"/>
            <p:nvPr/>
          </p:nvSpPr>
          <p:spPr>
            <a:xfrm>
              <a:off x="2335"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5327" name="Text Box 76"/>
            <p:cNvSpPr txBox="1"/>
            <p:nvPr/>
          </p:nvSpPr>
          <p:spPr>
            <a:xfrm>
              <a:off x="2108" y="2613"/>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5328" name="Text Box 77"/>
            <p:cNvSpPr txBox="1"/>
            <p:nvPr/>
          </p:nvSpPr>
          <p:spPr>
            <a:xfrm>
              <a:off x="2018" y="2840"/>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5329" name="Text Box 78"/>
            <p:cNvSpPr txBox="1"/>
            <p:nvPr/>
          </p:nvSpPr>
          <p:spPr>
            <a:xfrm>
              <a:off x="2063" y="2386"/>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5330" name="Text Box 79"/>
            <p:cNvSpPr txBox="1"/>
            <p:nvPr/>
          </p:nvSpPr>
          <p:spPr>
            <a:xfrm>
              <a:off x="4240" y="2341"/>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5331" name="Text Box 80"/>
            <p:cNvSpPr txBox="1"/>
            <p:nvPr/>
          </p:nvSpPr>
          <p:spPr>
            <a:xfrm>
              <a:off x="4195" y="2795"/>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5332" name="Line 81"/>
            <p:cNvSpPr/>
            <p:nvPr/>
          </p:nvSpPr>
          <p:spPr>
            <a:xfrm>
              <a:off x="2381" y="2432"/>
              <a:ext cx="272" cy="0"/>
            </a:xfrm>
            <a:prstGeom prst="line">
              <a:avLst/>
            </a:prstGeom>
            <a:ln w="28575" cap="flat" cmpd="sng">
              <a:solidFill>
                <a:srgbClr val="00FFFF"/>
              </a:solidFill>
              <a:prstDash val="solid"/>
              <a:headEnd type="none" w="med" len="med"/>
              <a:tailEnd type="triangle" w="med" len="med"/>
            </a:ln>
          </p:spPr>
        </p:sp>
        <p:sp>
          <p:nvSpPr>
            <p:cNvPr id="55333" name="Line 82"/>
            <p:cNvSpPr/>
            <p:nvPr/>
          </p:nvSpPr>
          <p:spPr>
            <a:xfrm>
              <a:off x="3923" y="2414"/>
              <a:ext cx="272" cy="0"/>
            </a:xfrm>
            <a:prstGeom prst="line">
              <a:avLst/>
            </a:prstGeom>
            <a:ln w="28575" cap="flat" cmpd="sng">
              <a:solidFill>
                <a:srgbClr val="00FFFF"/>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01"/>
                                        </p:tgtEl>
                                        <p:attrNameLst>
                                          <p:attrName>style.visibility</p:attrName>
                                        </p:attrNameLst>
                                      </p:cBhvr>
                                      <p:to>
                                        <p:strVal val="visible"/>
                                      </p:to>
                                    </p:set>
                                    <p:animEffect transition="in" filter="blinds(horizontal)">
                                      <p:cBhvr>
                                        <p:cTn id="12" dur="500"/>
                                        <p:tgtEl>
                                          <p:spTgt spid="9220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2202"/>
                                        </p:tgtEl>
                                        <p:attrNameLst>
                                          <p:attrName>style.visibility</p:attrName>
                                        </p:attrNameLst>
                                      </p:cBhvr>
                                      <p:to>
                                        <p:strVal val="visible"/>
                                      </p:to>
                                    </p:set>
                                    <p:anim calcmode="lin" valueType="num">
                                      <p:cBhvr additive="base">
                                        <p:cTn id="17" dur="500" fill="hold"/>
                                        <p:tgtEl>
                                          <p:spTgt spid="92202"/>
                                        </p:tgtEl>
                                        <p:attrNameLst>
                                          <p:attrName>ppt_x</p:attrName>
                                        </p:attrNameLst>
                                      </p:cBhvr>
                                      <p:tavLst>
                                        <p:tav tm="0">
                                          <p:val>
                                            <p:strVal val="#ppt_x"/>
                                          </p:val>
                                        </p:tav>
                                        <p:tav tm="100000">
                                          <p:val>
                                            <p:strVal val="#ppt_x"/>
                                          </p:val>
                                        </p:tav>
                                      </p:tavLst>
                                    </p:anim>
                                    <p:anim calcmode="lin" valueType="num">
                                      <p:cBhvr additive="base">
                                        <p:cTn id="18" dur="500" fill="hold"/>
                                        <p:tgtEl>
                                          <p:spTgt spid="92202"/>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 presetClass="entr" presetSubtype="4" fill="hold" nodeType="afterEffect">
                                  <p:stCondLst>
                                    <p:cond delay="0"/>
                                  </p:stCondLst>
                                  <p:childTnLst>
                                    <p:set>
                                      <p:cBhvr>
                                        <p:cTn id="21" dur="1" fill="hold">
                                          <p:stCondLst>
                                            <p:cond delay="0"/>
                                          </p:stCondLst>
                                        </p:cTn>
                                        <p:tgtEl>
                                          <p:spTgt spid="92204"/>
                                        </p:tgtEl>
                                        <p:attrNameLst>
                                          <p:attrName>style.visibility</p:attrName>
                                        </p:attrNameLst>
                                      </p:cBhvr>
                                      <p:to>
                                        <p:strVal val="visible"/>
                                      </p:to>
                                    </p:set>
                                    <p:anim calcmode="lin" valueType="num">
                                      <p:cBhvr additive="base">
                                        <p:cTn id="22" dur="500" fill="hold"/>
                                        <p:tgtEl>
                                          <p:spTgt spid="92204"/>
                                        </p:tgtEl>
                                        <p:attrNameLst>
                                          <p:attrName>ppt_x</p:attrName>
                                        </p:attrNameLst>
                                      </p:cBhvr>
                                      <p:tavLst>
                                        <p:tav tm="0">
                                          <p:val>
                                            <p:strVal val="#ppt_x"/>
                                          </p:val>
                                        </p:tav>
                                        <p:tav tm="100000">
                                          <p:val>
                                            <p:strVal val="#ppt_x"/>
                                          </p:val>
                                        </p:tav>
                                      </p:tavLst>
                                    </p:anim>
                                    <p:anim calcmode="lin" valueType="num">
                                      <p:cBhvr additive="base">
                                        <p:cTn id="23" dur="500" fill="hold"/>
                                        <p:tgtEl>
                                          <p:spTgt spid="92204"/>
                                        </p:tgtEl>
                                        <p:attrNameLst>
                                          <p:attrName>ppt_y</p:attrName>
                                        </p:attrNameLst>
                                      </p:cBhvr>
                                      <p:tavLst>
                                        <p:tav tm="0">
                                          <p:val>
                                            <p:strVal val="1+#ppt_h/2"/>
                                          </p:val>
                                        </p:tav>
                                        <p:tav tm="100000">
                                          <p:val>
                                            <p:strVal val="#ppt_y"/>
                                          </p:val>
                                        </p:tav>
                                      </p:tavLst>
                                    </p:anim>
                                  </p:childTnLst>
                                </p:cTn>
                              </p:par>
                            </p:childTnLst>
                          </p:cTn>
                        </p:par>
                        <p:par>
                          <p:cTn id="24" fill="hold">
                            <p:stCondLst>
                              <p:cond delay="1000"/>
                            </p:stCondLst>
                            <p:childTnLst>
                              <p:par>
                                <p:cTn id="25" presetID="2" presetClass="entr" presetSubtype="4" fill="hold" nodeType="afterEffect">
                                  <p:stCondLst>
                                    <p:cond delay="0"/>
                                  </p:stCondLst>
                                  <p:childTnLst>
                                    <p:set>
                                      <p:cBhvr>
                                        <p:cTn id="26" dur="1" fill="hold">
                                          <p:stCondLst>
                                            <p:cond delay="0"/>
                                          </p:stCondLst>
                                        </p:cTn>
                                        <p:tgtEl>
                                          <p:spTgt spid="92208"/>
                                        </p:tgtEl>
                                        <p:attrNameLst>
                                          <p:attrName>style.visibility</p:attrName>
                                        </p:attrNameLst>
                                      </p:cBhvr>
                                      <p:to>
                                        <p:strVal val="visible"/>
                                      </p:to>
                                    </p:set>
                                    <p:anim calcmode="lin" valueType="num">
                                      <p:cBhvr additive="base">
                                        <p:cTn id="27" dur="500" fill="hold"/>
                                        <p:tgtEl>
                                          <p:spTgt spid="92208"/>
                                        </p:tgtEl>
                                        <p:attrNameLst>
                                          <p:attrName>ppt_x</p:attrName>
                                        </p:attrNameLst>
                                      </p:cBhvr>
                                      <p:tavLst>
                                        <p:tav tm="0">
                                          <p:val>
                                            <p:strVal val="#ppt_x"/>
                                          </p:val>
                                        </p:tav>
                                        <p:tav tm="100000">
                                          <p:val>
                                            <p:strVal val="#ppt_x"/>
                                          </p:val>
                                        </p:tav>
                                      </p:tavLst>
                                    </p:anim>
                                    <p:anim calcmode="lin" valueType="num">
                                      <p:cBhvr additive="base">
                                        <p:cTn id="28" dur="500" fill="hold"/>
                                        <p:tgtEl>
                                          <p:spTgt spid="9220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92205"/>
                                        </p:tgtEl>
                                        <p:attrNameLst>
                                          <p:attrName>style.visibility</p:attrName>
                                        </p:attrNameLst>
                                      </p:cBhvr>
                                      <p:to>
                                        <p:strVal val="visible"/>
                                      </p:to>
                                    </p:set>
                                    <p:animEffect transition="in" filter="blinds(horizontal)">
                                      <p:cBhvr>
                                        <p:cTn id="33" dur="500"/>
                                        <p:tgtEl>
                                          <p:spTgt spid="92205"/>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92206"/>
                                        </p:tgtEl>
                                        <p:attrNameLst>
                                          <p:attrName>style.visibility</p:attrName>
                                        </p:attrNameLst>
                                      </p:cBhvr>
                                      <p:to>
                                        <p:strVal val="visible"/>
                                      </p:to>
                                    </p:set>
                                    <p:anim calcmode="lin" valueType="num">
                                      <p:cBhvr additive="base">
                                        <p:cTn id="38" dur="500" fill="hold"/>
                                        <p:tgtEl>
                                          <p:spTgt spid="92206"/>
                                        </p:tgtEl>
                                        <p:attrNameLst>
                                          <p:attrName>ppt_x</p:attrName>
                                        </p:attrNameLst>
                                      </p:cBhvr>
                                      <p:tavLst>
                                        <p:tav tm="0">
                                          <p:val>
                                            <p:strVal val="#ppt_x"/>
                                          </p:val>
                                        </p:tav>
                                        <p:tav tm="100000">
                                          <p:val>
                                            <p:strVal val="#ppt_x"/>
                                          </p:val>
                                        </p:tav>
                                      </p:tavLst>
                                    </p:anim>
                                    <p:anim calcmode="lin" valueType="num">
                                      <p:cBhvr additive="base">
                                        <p:cTn id="39" dur="500" fill="hold"/>
                                        <p:tgtEl>
                                          <p:spTgt spid="92206"/>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92207"/>
                                        </p:tgtEl>
                                        <p:attrNameLst>
                                          <p:attrName>style.visibility</p:attrName>
                                        </p:attrNameLst>
                                      </p:cBhvr>
                                      <p:to>
                                        <p:strVal val="visible"/>
                                      </p:to>
                                    </p:set>
                                    <p:anim calcmode="lin" valueType="num">
                                      <p:cBhvr additive="base">
                                        <p:cTn id="44" dur="500" fill="hold"/>
                                        <p:tgtEl>
                                          <p:spTgt spid="92207"/>
                                        </p:tgtEl>
                                        <p:attrNameLst>
                                          <p:attrName>ppt_x</p:attrName>
                                        </p:attrNameLst>
                                      </p:cBhvr>
                                      <p:tavLst>
                                        <p:tav tm="0">
                                          <p:val>
                                            <p:strVal val="#ppt_x"/>
                                          </p:val>
                                        </p:tav>
                                        <p:tav tm="100000">
                                          <p:val>
                                            <p:strVal val="#ppt_x"/>
                                          </p:val>
                                        </p:tav>
                                      </p:tavLst>
                                    </p:anim>
                                    <p:anim calcmode="lin" valueType="num">
                                      <p:cBhvr additive="base">
                                        <p:cTn id="45" dur="500" fill="hold"/>
                                        <p:tgtEl>
                                          <p:spTgt spid="92207"/>
                                        </p:tgtEl>
                                        <p:attrNameLst>
                                          <p:attrName>ppt_y</p:attrName>
                                        </p:attrNameLst>
                                      </p:cBhvr>
                                      <p:tavLst>
                                        <p:tav tm="0">
                                          <p:val>
                                            <p:strVal val="1+#ppt_h/2"/>
                                          </p:val>
                                        </p:tav>
                                        <p:tav tm="100000">
                                          <p:val>
                                            <p:strVal val="#ppt_y"/>
                                          </p:val>
                                        </p:tav>
                                      </p:tavLst>
                                    </p:anim>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92209"/>
                                        </p:tgtEl>
                                        <p:attrNameLst>
                                          <p:attrName>style.visibility</p:attrName>
                                        </p:attrNameLst>
                                      </p:cBhvr>
                                      <p:to>
                                        <p:strVal val="visible"/>
                                      </p:to>
                                    </p:set>
                                    <p:animEffect transition="in" filter="blinds(horizontal)">
                                      <p:cBhvr>
                                        <p:cTn id="49" dur="500"/>
                                        <p:tgtEl>
                                          <p:spTgt spid="92209"/>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blinds(horizontal)">
                                      <p:cBhvr>
                                        <p:cTn id="54" dur="500"/>
                                        <p:tgtEl>
                                          <p:spTgt spid="4"/>
                                        </p:tgtEl>
                                      </p:cBhvr>
                                    </p:animEffect>
                                  </p:childTnLst>
                                </p:cTn>
                              </p:par>
                            </p:childTnLst>
                          </p:cTn>
                        </p:par>
                        <p:par>
                          <p:cTn id="55" fill="hold">
                            <p:stCondLst>
                              <p:cond delay="500"/>
                            </p:stCondLst>
                            <p:childTnLst>
                              <p:par>
                                <p:cTn id="56" presetID="3" presetClass="entr" presetSubtype="10" fill="hold" grpId="0" nodeType="afterEffect">
                                  <p:stCondLst>
                                    <p:cond delay="0"/>
                                  </p:stCondLst>
                                  <p:childTnLst>
                                    <p:set>
                                      <p:cBhvr>
                                        <p:cTn id="57" dur="1" fill="hold">
                                          <p:stCondLst>
                                            <p:cond delay="0"/>
                                          </p:stCondLst>
                                        </p:cTn>
                                        <p:tgtEl>
                                          <p:spTgt spid="92213"/>
                                        </p:tgtEl>
                                        <p:attrNameLst>
                                          <p:attrName>style.visibility</p:attrName>
                                        </p:attrNameLst>
                                      </p:cBhvr>
                                      <p:to>
                                        <p:strVal val="visible"/>
                                      </p:to>
                                    </p:set>
                                    <p:animEffect transition="in" filter="blinds(horizontal)">
                                      <p:cBhvr>
                                        <p:cTn id="58" dur="500"/>
                                        <p:tgtEl>
                                          <p:spTgt spid="92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1" grpId="0"/>
      <p:bldP spid="92205" grpId="0"/>
      <p:bldP spid="9221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6323" name="Group 2"/>
          <p:cNvGrpSpPr/>
          <p:nvPr/>
        </p:nvGrpSpPr>
        <p:grpSpPr>
          <a:xfrm>
            <a:off x="8316913" y="6446838"/>
            <a:ext cx="792162" cy="366712"/>
            <a:chOff x="5193" y="4020"/>
            <a:chExt cx="499" cy="231"/>
          </a:xfrm>
        </p:grpSpPr>
        <p:pic>
          <p:nvPicPr>
            <p:cNvPr id="56420"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6421"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6324" name="Group 5"/>
          <p:cNvGrpSpPr/>
          <p:nvPr/>
        </p:nvGrpSpPr>
        <p:grpSpPr>
          <a:xfrm>
            <a:off x="7453313" y="6446838"/>
            <a:ext cx="792162" cy="366712"/>
            <a:chOff x="4649" y="4020"/>
            <a:chExt cx="499" cy="231"/>
          </a:xfrm>
        </p:grpSpPr>
        <p:pic>
          <p:nvPicPr>
            <p:cNvPr id="56418"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6419"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graphicFrame>
        <p:nvGraphicFramePr>
          <p:cNvPr id="93218" name="Object 34"/>
          <p:cNvGraphicFramePr/>
          <p:nvPr/>
        </p:nvGraphicFramePr>
        <p:xfrm>
          <a:off x="900113" y="2276475"/>
          <a:ext cx="4746625" cy="614363"/>
        </p:xfrm>
        <a:graphic>
          <a:graphicData uri="http://schemas.openxmlformats.org/presentationml/2006/ole">
            <mc:AlternateContent xmlns:mc="http://schemas.openxmlformats.org/markup-compatibility/2006">
              <mc:Choice xmlns:v="urn:schemas-microsoft-com:vml" Requires="v">
                <p:oleObj spid="_x0000_s3470" name="" r:id="rId2" imgW="1866265" imgH="241300" progId="Equation.3">
                  <p:embed/>
                </p:oleObj>
              </mc:Choice>
              <mc:Fallback>
                <p:oleObj name="" r:id="rId2" imgW="1866265" imgH="241300" progId="Equation.3">
                  <p:embed/>
                  <p:pic>
                    <p:nvPicPr>
                      <p:cNvPr id="0" name="图片 3469"/>
                      <p:cNvPicPr/>
                      <p:nvPr/>
                    </p:nvPicPr>
                    <p:blipFill>
                      <a:blip r:embed="rId3">
                        <a:clrChange>
                          <a:clrFrom>
                            <a:srgbClr val="000000"/>
                          </a:clrFrom>
                          <a:clrTo>
                            <a:srgbClr val="FFFFFF"/>
                          </a:clrTo>
                        </a:clrChange>
                      </a:blip>
                      <a:stretch>
                        <a:fillRect/>
                      </a:stretch>
                    </p:blipFill>
                    <p:spPr>
                      <a:xfrm>
                        <a:off x="900113" y="2276475"/>
                        <a:ext cx="4746625" cy="614363"/>
                      </a:xfrm>
                      <a:prstGeom prst="rect">
                        <a:avLst/>
                      </a:prstGeom>
                      <a:noFill/>
                      <a:ln w="38100">
                        <a:noFill/>
                        <a:miter/>
                      </a:ln>
                    </p:spPr>
                  </p:pic>
                </p:oleObj>
              </mc:Fallback>
            </mc:AlternateContent>
          </a:graphicData>
        </a:graphic>
      </p:graphicFrame>
      <p:sp>
        <p:nvSpPr>
          <p:cNvPr id="93220" name="Text Box 36"/>
          <p:cNvSpPr txBox="1"/>
          <p:nvPr/>
        </p:nvSpPr>
        <p:spPr>
          <a:xfrm>
            <a:off x="684213" y="1268413"/>
            <a:ext cx="3600450" cy="946150"/>
          </a:xfrm>
          <a:prstGeom prst="rect">
            <a:avLst/>
          </a:prstGeom>
          <a:noFill/>
          <a:ln w="9525">
            <a:noFill/>
          </a:ln>
        </p:spPr>
        <p:txBody>
          <a:bodyPr>
            <a:spAutoFit/>
          </a:bodyPr>
          <a:p>
            <a:pPr>
              <a:spcBef>
                <a:spcPct val="50000"/>
              </a:spcBef>
            </a:pPr>
            <a:r>
              <a:rPr lang="en-US" altLang="zh-CN" dirty="0">
                <a:latin typeface="Arial" panose="020B0604020202020204" pitchFamily="34" charset="0"/>
              </a:rPr>
              <a:t>       </a:t>
            </a:r>
            <a:r>
              <a:rPr lang="zh-CN" altLang="en-US" dirty="0">
                <a:latin typeface="Arial" panose="020B0604020202020204" pitchFamily="34" charset="0"/>
              </a:rPr>
              <a:t>任一瞬间输入回转器的功率为</a:t>
            </a:r>
            <a:endParaRPr lang="zh-CN" altLang="en-US" dirty="0">
              <a:latin typeface="Arial" panose="020B0604020202020204" pitchFamily="34" charset="0"/>
            </a:endParaRPr>
          </a:p>
        </p:txBody>
      </p:sp>
      <p:sp>
        <p:nvSpPr>
          <p:cNvPr id="93224" name="Text Box 40"/>
          <p:cNvSpPr txBox="1"/>
          <p:nvPr/>
        </p:nvSpPr>
        <p:spPr>
          <a:xfrm>
            <a:off x="900113" y="620713"/>
            <a:ext cx="1233487" cy="547687"/>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zh-CN" altLang="en-US" dirty="0">
                <a:latin typeface="Times New Roman" panose="02020603050405020304" pitchFamily="18" charset="0"/>
              </a:rPr>
              <a:t>功率</a:t>
            </a:r>
            <a:endParaRPr lang="zh-CN" altLang="en-US" dirty="0">
              <a:latin typeface="Arial" panose="020B0604020202020204" pitchFamily="34" charset="0"/>
            </a:endParaRPr>
          </a:p>
        </p:txBody>
      </p:sp>
      <p:grpSp>
        <p:nvGrpSpPr>
          <p:cNvPr id="4" name="Group 46"/>
          <p:cNvGrpSpPr/>
          <p:nvPr/>
        </p:nvGrpSpPr>
        <p:grpSpPr>
          <a:xfrm>
            <a:off x="539750" y="2781300"/>
            <a:ext cx="1644650" cy="850900"/>
            <a:chOff x="385" y="3022"/>
            <a:chExt cx="1036" cy="536"/>
          </a:xfrm>
        </p:grpSpPr>
        <p:pic>
          <p:nvPicPr>
            <p:cNvPr id="56416" name="Picture 47"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56417" name="Text Box 48"/>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93233" name="Text Box 49"/>
          <p:cNvSpPr txBox="1"/>
          <p:nvPr/>
        </p:nvSpPr>
        <p:spPr>
          <a:xfrm>
            <a:off x="2051050" y="2852738"/>
            <a:ext cx="6481763" cy="1117600"/>
          </a:xfrm>
          <a:prstGeom prst="rect">
            <a:avLst/>
          </a:prstGeom>
          <a:noFill/>
          <a:ln w="9525">
            <a:noFill/>
          </a:ln>
        </p:spPr>
        <p:txBody>
          <a:bodyPr>
            <a:spAutoFit/>
          </a:bodyPr>
          <a:p>
            <a:pPr>
              <a:lnSpc>
                <a:spcPct val="120000"/>
              </a:lnSpc>
              <a:spcBef>
                <a:spcPct val="50000"/>
              </a:spcBef>
            </a:pPr>
            <a:r>
              <a:rPr lang="zh-CN" altLang="en-US" dirty="0">
                <a:solidFill>
                  <a:srgbClr val="FFFF00"/>
                </a:solidFill>
                <a:latin typeface="Arial" panose="020B0604020202020204" pitchFamily="34" charset="0"/>
              </a:rPr>
              <a:t>理想回转器是不储能、不耗能的无源线性两端口元件。</a:t>
            </a:r>
            <a:endParaRPr lang="zh-CN" altLang="en-US" dirty="0">
              <a:solidFill>
                <a:srgbClr val="FFFF00"/>
              </a:solidFill>
              <a:latin typeface="Arial" panose="020B0604020202020204" pitchFamily="34" charset="0"/>
            </a:endParaRPr>
          </a:p>
        </p:txBody>
      </p:sp>
      <p:sp>
        <p:nvSpPr>
          <p:cNvPr id="93234" name="Text Box 50"/>
          <p:cNvSpPr txBox="1"/>
          <p:nvPr/>
        </p:nvSpPr>
        <p:spPr>
          <a:xfrm>
            <a:off x="684213" y="3860800"/>
            <a:ext cx="5400675" cy="604838"/>
          </a:xfrm>
          <a:prstGeom prst="rect">
            <a:avLst/>
          </a:prstGeom>
          <a:noFill/>
          <a:ln w="9525">
            <a:noFill/>
          </a:ln>
        </p:spPr>
        <p:txBody>
          <a:bodyPr>
            <a:spAutoFit/>
          </a:bodyPr>
          <a:p>
            <a:pPr marL="571500" indent="-571500" algn="just">
              <a:lnSpc>
                <a:spcPct val="120000"/>
              </a:lnSpc>
              <a:spcBef>
                <a:spcPct val="50000"/>
              </a:spcBef>
              <a:buAutoNum type="circleNumDbPlain" startAt="2"/>
            </a:pPr>
            <a:r>
              <a:rPr lang="zh-CN" altLang="en-US" dirty="0">
                <a:solidFill>
                  <a:srgbClr val="FF9900"/>
                </a:solidFill>
                <a:latin typeface="楷体_GB2312" pitchFamily="49" charset="-122"/>
              </a:rPr>
              <a:t>回转器的等效电路</a:t>
            </a:r>
            <a:endParaRPr lang="zh-CN" altLang="en-US" dirty="0">
              <a:solidFill>
                <a:srgbClr val="FF9900"/>
              </a:solidFill>
              <a:latin typeface="楷体_GB2312" pitchFamily="49" charset="-122"/>
            </a:endParaRPr>
          </a:p>
        </p:txBody>
      </p:sp>
      <p:grpSp>
        <p:nvGrpSpPr>
          <p:cNvPr id="5" name="Group 141"/>
          <p:cNvGrpSpPr/>
          <p:nvPr/>
        </p:nvGrpSpPr>
        <p:grpSpPr>
          <a:xfrm>
            <a:off x="827088" y="4292600"/>
            <a:ext cx="3687762" cy="1820863"/>
            <a:chOff x="340" y="2704"/>
            <a:chExt cx="2323" cy="1147"/>
          </a:xfrm>
        </p:grpSpPr>
        <p:sp>
          <p:nvSpPr>
            <p:cNvPr id="56388" name="AutoShape 52"/>
            <p:cNvSpPr/>
            <p:nvPr/>
          </p:nvSpPr>
          <p:spPr>
            <a:xfrm>
              <a:off x="1575" y="3244"/>
              <a:ext cx="453" cy="39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89" name="AutoShape 53"/>
            <p:cNvSpPr/>
            <p:nvPr/>
          </p:nvSpPr>
          <p:spPr>
            <a:xfrm>
              <a:off x="1020" y="3248"/>
              <a:ext cx="453" cy="39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90" name="Oval 54"/>
            <p:cNvSpPr/>
            <p:nvPr/>
          </p:nvSpPr>
          <p:spPr>
            <a:xfrm>
              <a:off x="458" y="3740"/>
              <a:ext cx="68" cy="73"/>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91" name="Oval 55"/>
            <p:cNvSpPr/>
            <p:nvPr/>
          </p:nvSpPr>
          <p:spPr>
            <a:xfrm>
              <a:off x="458" y="3002"/>
              <a:ext cx="68" cy="74"/>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92" name="Line 56"/>
            <p:cNvSpPr/>
            <p:nvPr/>
          </p:nvSpPr>
          <p:spPr>
            <a:xfrm>
              <a:off x="521" y="3052"/>
              <a:ext cx="726" cy="0"/>
            </a:xfrm>
            <a:prstGeom prst="line">
              <a:avLst/>
            </a:prstGeom>
            <a:ln w="28575" cap="flat" cmpd="sng">
              <a:solidFill>
                <a:srgbClr val="FF9900"/>
              </a:solidFill>
              <a:prstDash val="solid"/>
              <a:headEnd type="none" w="med" len="med"/>
              <a:tailEnd type="none" w="med" len="med"/>
            </a:ln>
          </p:spPr>
        </p:sp>
        <p:sp>
          <p:nvSpPr>
            <p:cNvPr id="56393" name="Line 57"/>
            <p:cNvSpPr/>
            <p:nvPr/>
          </p:nvSpPr>
          <p:spPr>
            <a:xfrm>
              <a:off x="521" y="3789"/>
              <a:ext cx="726" cy="0"/>
            </a:xfrm>
            <a:prstGeom prst="line">
              <a:avLst/>
            </a:prstGeom>
            <a:ln w="28575" cap="flat" cmpd="sng">
              <a:solidFill>
                <a:srgbClr val="FF9900"/>
              </a:solidFill>
              <a:prstDash val="solid"/>
              <a:headEnd type="none" w="med" len="med"/>
              <a:tailEnd type="none" w="med" len="med"/>
            </a:ln>
          </p:spPr>
        </p:sp>
        <p:sp>
          <p:nvSpPr>
            <p:cNvPr id="56394" name="Line 58"/>
            <p:cNvSpPr/>
            <p:nvPr/>
          </p:nvSpPr>
          <p:spPr>
            <a:xfrm>
              <a:off x="1247" y="3052"/>
              <a:ext cx="0" cy="737"/>
            </a:xfrm>
            <a:prstGeom prst="line">
              <a:avLst/>
            </a:prstGeom>
            <a:ln w="28575" cap="flat" cmpd="sng">
              <a:solidFill>
                <a:srgbClr val="FF9900"/>
              </a:solidFill>
              <a:prstDash val="solid"/>
              <a:headEnd type="none" w="med" len="med"/>
              <a:tailEnd type="none" w="med" len="med"/>
            </a:ln>
          </p:spPr>
        </p:sp>
        <p:sp>
          <p:nvSpPr>
            <p:cNvPr id="56395" name="Oval 59"/>
            <p:cNvSpPr/>
            <p:nvPr/>
          </p:nvSpPr>
          <p:spPr>
            <a:xfrm rot="10800000">
              <a:off x="2523" y="3039"/>
              <a:ext cx="68" cy="74"/>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96" name="Oval 60"/>
            <p:cNvSpPr/>
            <p:nvPr/>
          </p:nvSpPr>
          <p:spPr>
            <a:xfrm rot="10800000">
              <a:off x="2515" y="3777"/>
              <a:ext cx="68" cy="74"/>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97" name="Line 61"/>
            <p:cNvSpPr/>
            <p:nvPr/>
          </p:nvSpPr>
          <p:spPr>
            <a:xfrm rot="10800000">
              <a:off x="1803" y="3810"/>
              <a:ext cx="726" cy="0"/>
            </a:xfrm>
            <a:prstGeom prst="line">
              <a:avLst/>
            </a:prstGeom>
            <a:ln w="28575" cap="flat" cmpd="sng">
              <a:solidFill>
                <a:srgbClr val="FF9900"/>
              </a:solidFill>
              <a:prstDash val="solid"/>
              <a:headEnd type="none" w="med" len="med"/>
              <a:tailEnd type="none" w="med" len="med"/>
            </a:ln>
          </p:spPr>
        </p:sp>
        <p:sp>
          <p:nvSpPr>
            <p:cNvPr id="56398" name="Line 62"/>
            <p:cNvSpPr/>
            <p:nvPr/>
          </p:nvSpPr>
          <p:spPr>
            <a:xfrm rot="10800000">
              <a:off x="1802" y="3073"/>
              <a:ext cx="726" cy="0"/>
            </a:xfrm>
            <a:prstGeom prst="line">
              <a:avLst/>
            </a:prstGeom>
            <a:ln w="28575" cap="flat" cmpd="sng">
              <a:solidFill>
                <a:srgbClr val="FF9900"/>
              </a:solidFill>
              <a:prstDash val="solid"/>
              <a:headEnd type="none" w="med" len="med"/>
              <a:tailEnd type="none" w="med" len="med"/>
            </a:ln>
          </p:spPr>
        </p:sp>
        <p:sp>
          <p:nvSpPr>
            <p:cNvPr id="56399" name="Line 63"/>
            <p:cNvSpPr/>
            <p:nvPr/>
          </p:nvSpPr>
          <p:spPr>
            <a:xfrm rot="10800000">
              <a:off x="1803" y="3073"/>
              <a:ext cx="0" cy="737"/>
            </a:xfrm>
            <a:prstGeom prst="line">
              <a:avLst/>
            </a:prstGeom>
            <a:ln w="28575" cap="flat" cmpd="sng">
              <a:solidFill>
                <a:srgbClr val="FF9900"/>
              </a:solidFill>
              <a:prstDash val="solid"/>
              <a:headEnd type="none" w="med" len="med"/>
              <a:tailEnd type="none" w="med" len="med"/>
            </a:ln>
          </p:spPr>
        </p:sp>
        <p:sp>
          <p:nvSpPr>
            <p:cNvPr id="56400" name="Text Box 64"/>
            <p:cNvSpPr txBox="1"/>
            <p:nvPr/>
          </p:nvSpPr>
          <p:spPr>
            <a:xfrm>
              <a:off x="2346" y="3244"/>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401" name="Text Box 65"/>
            <p:cNvSpPr txBox="1"/>
            <p:nvPr/>
          </p:nvSpPr>
          <p:spPr>
            <a:xfrm>
              <a:off x="2074" y="2704"/>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402" name="Text Box 66"/>
            <p:cNvSpPr txBox="1"/>
            <p:nvPr/>
          </p:nvSpPr>
          <p:spPr>
            <a:xfrm>
              <a:off x="657" y="2713"/>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403" name="Text Box 67"/>
            <p:cNvSpPr txBox="1"/>
            <p:nvPr/>
          </p:nvSpPr>
          <p:spPr>
            <a:xfrm>
              <a:off x="385" y="324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404" name="Text Box 68"/>
            <p:cNvSpPr txBox="1"/>
            <p:nvPr/>
          </p:nvSpPr>
          <p:spPr>
            <a:xfrm>
              <a:off x="340" y="3503"/>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405" name="Text Box 69"/>
            <p:cNvSpPr txBox="1"/>
            <p:nvPr/>
          </p:nvSpPr>
          <p:spPr>
            <a:xfrm>
              <a:off x="340" y="3002"/>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406" name="Text Box 70"/>
            <p:cNvSpPr txBox="1"/>
            <p:nvPr/>
          </p:nvSpPr>
          <p:spPr>
            <a:xfrm>
              <a:off x="2346" y="299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407" name="Text Box 71"/>
            <p:cNvSpPr txBox="1"/>
            <p:nvPr/>
          </p:nvSpPr>
          <p:spPr>
            <a:xfrm>
              <a:off x="2301" y="3490"/>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408" name="Line 72"/>
            <p:cNvSpPr/>
            <p:nvPr/>
          </p:nvSpPr>
          <p:spPr>
            <a:xfrm>
              <a:off x="657" y="3058"/>
              <a:ext cx="272" cy="0"/>
            </a:xfrm>
            <a:prstGeom prst="line">
              <a:avLst/>
            </a:prstGeom>
            <a:ln w="28575" cap="flat" cmpd="sng">
              <a:solidFill>
                <a:srgbClr val="00FFFF"/>
              </a:solidFill>
              <a:prstDash val="solid"/>
              <a:headEnd type="none" w="med" len="med"/>
              <a:tailEnd type="triangle" w="med" len="med"/>
            </a:ln>
          </p:spPr>
        </p:sp>
        <p:sp>
          <p:nvSpPr>
            <p:cNvPr id="56409" name="Line 73"/>
            <p:cNvSpPr/>
            <p:nvPr/>
          </p:nvSpPr>
          <p:spPr>
            <a:xfrm>
              <a:off x="2029" y="3067"/>
              <a:ext cx="272" cy="0"/>
            </a:xfrm>
            <a:prstGeom prst="line">
              <a:avLst/>
            </a:prstGeom>
            <a:ln w="28575" cap="flat" cmpd="sng">
              <a:solidFill>
                <a:srgbClr val="00FFFF"/>
              </a:solidFill>
              <a:prstDash val="solid"/>
              <a:headEnd type="triangle" w="med" len="med"/>
              <a:tailEnd type="none" w="med" len="med"/>
            </a:ln>
          </p:spPr>
        </p:sp>
        <p:sp>
          <p:nvSpPr>
            <p:cNvPr id="56410" name="Text Box 74"/>
            <p:cNvSpPr txBox="1"/>
            <p:nvPr/>
          </p:nvSpPr>
          <p:spPr>
            <a:xfrm>
              <a:off x="1802" y="3021"/>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411" name="Text Box 75"/>
            <p:cNvSpPr txBox="1"/>
            <p:nvPr/>
          </p:nvSpPr>
          <p:spPr>
            <a:xfrm>
              <a:off x="839" y="3444"/>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412" name="Text Box 76"/>
            <p:cNvSpPr txBox="1"/>
            <p:nvPr/>
          </p:nvSpPr>
          <p:spPr>
            <a:xfrm>
              <a:off x="1847" y="3489"/>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413" name="Text Box 77"/>
            <p:cNvSpPr txBox="1"/>
            <p:nvPr/>
          </p:nvSpPr>
          <p:spPr>
            <a:xfrm>
              <a:off x="884" y="3002"/>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414" name="Text Box 78"/>
            <p:cNvSpPr txBox="1"/>
            <p:nvPr/>
          </p:nvSpPr>
          <p:spPr>
            <a:xfrm>
              <a:off x="2029" y="3244"/>
              <a:ext cx="590"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ri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415" name="Text Box 79"/>
            <p:cNvSpPr txBox="1"/>
            <p:nvPr/>
          </p:nvSpPr>
          <p:spPr>
            <a:xfrm>
              <a:off x="612" y="3199"/>
              <a:ext cx="8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-ri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grpSp>
      <p:grpSp>
        <p:nvGrpSpPr>
          <p:cNvPr id="6" name="Group 142"/>
          <p:cNvGrpSpPr/>
          <p:nvPr/>
        </p:nvGrpSpPr>
        <p:grpSpPr>
          <a:xfrm>
            <a:off x="4787900" y="4365625"/>
            <a:ext cx="3905250" cy="1757363"/>
            <a:chOff x="3016" y="2750"/>
            <a:chExt cx="2460" cy="1107"/>
          </a:xfrm>
        </p:grpSpPr>
        <p:sp>
          <p:nvSpPr>
            <p:cNvPr id="56358" name="Line 81"/>
            <p:cNvSpPr/>
            <p:nvPr/>
          </p:nvSpPr>
          <p:spPr>
            <a:xfrm rot="10800000">
              <a:off x="4523" y="3077"/>
              <a:ext cx="1" cy="703"/>
            </a:xfrm>
            <a:prstGeom prst="line">
              <a:avLst/>
            </a:prstGeom>
            <a:ln w="28575" cap="flat" cmpd="sng">
              <a:solidFill>
                <a:srgbClr val="FF9900"/>
              </a:solidFill>
              <a:prstDash val="solid"/>
              <a:headEnd type="none" w="med" len="med"/>
              <a:tailEnd type="none" w="med" len="med"/>
            </a:ln>
          </p:spPr>
        </p:sp>
        <p:sp>
          <p:nvSpPr>
            <p:cNvPr id="56359" name="Oval 83"/>
            <p:cNvSpPr/>
            <p:nvPr/>
          </p:nvSpPr>
          <p:spPr>
            <a:xfrm>
              <a:off x="3179" y="3766"/>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60" name="Oval 84"/>
            <p:cNvSpPr/>
            <p:nvPr/>
          </p:nvSpPr>
          <p:spPr>
            <a:xfrm>
              <a:off x="3189" y="304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61" name="Line 85"/>
            <p:cNvSpPr/>
            <p:nvPr/>
          </p:nvSpPr>
          <p:spPr>
            <a:xfrm>
              <a:off x="3242" y="3077"/>
              <a:ext cx="726" cy="0"/>
            </a:xfrm>
            <a:prstGeom prst="line">
              <a:avLst/>
            </a:prstGeom>
            <a:ln w="28575" cap="flat" cmpd="sng">
              <a:solidFill>
                <a:srgbClr val="FF9900"/>
              </a:solidFill>
              <a:prstDash val="solid"/>
              <a:headEnd type="none" w="med" len="med"/>
              <a:tailEnd type="none" w="med" len="med"/>
            </a:ln>
          </p:spPr>
        </p:sp>
        <p:sp>
          <p:nvSpPr>
            <p:cNvPr id="56362" name="Line 86"/>
            <p:cNvSpPr/>
            <p:nvPr/>
          </p:nvSpPr>
          <p:spPr>
            <a:xfrm>
              <a:off x="3242" y="3802"/>
              <a:ext cx="726" cy="0"/>
            </a:xfrm>
            <a:prstGeom prst="line">
              <a:avLst/>
            </a:prstGeom>
            <a:ln w="28575" cap="flat" cmpd="sng">
              <a:solidFill>
                <a:srgbClr val="FF9900"/>
              </a:solidFill>
              <a:prstDash val="solid"/>
              <a:headEnd type="none" w="med" len="med"/>
              <a:tailEnd type="none" w="med" len="med"/>
            </a:ln>
          </p:spPr>
        </p:sp>
        <p:sp>
          <p:nvSpPr>
            <p:cNvPr id="56363" name="Line 87"/>
            <p:cNvSpPr/>
            <p:nvPr/>
          </p:nvSpPr>
          <p:spPr>
            <a:xfrm flipH="1">
              <a:off x="3968" y="3077"/>
              <a:ext cx="1" cy="725"/>
            </a:xfrm>
            <a:prstGeom prst="line">
              <a:avLst/>
            </a:prstGeom>
            <a:ln w="28575" cap="flat" cmpd="sng">
              <a:solidFill>
                <a:srgbClr val="FF9900"/>
              </a:solidFill>
              <a:prstDash val="solid"/>
              <a:headEnd type="none" w="med" len="med"/>
              <a:tailEnd type="none" w="med" len="med"/>
            </a:ln>
          </p:spPr>
        </p:sp>
        <p:sp>
          <p:nvSpPr>
            <p:cNvPr id="56364" name="Oval 88"/>
            <p:cNvSpPr/>
            <p:nvPr/>
          </p:nvSpPr>
          <p:spPr>
            <a:xfrm rot="10800000">
              <a:off x="5235" y="304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65" name="Oval 89"/>
            <p:cNvSpPr/>
            <p:nvPr/>
          </p:nvSpPr>
          <p:spPr>
            <a:xfrm rot="10800000">
              <a:off x="5236" y="3749"/>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66" name="Line 90"/>
            <p:cNvSpPr/>
            <p:nvPr/>
          </p:nvSpPr>
          <p:spPr>
            <a:xfrm rot="10800000">
              <a:off x="4524" y="3780"/>
              <a:ext cx="726" cy="0"/>
            </a:xfrm>
            <a:prstGeom prst="line">
              <a:avLst/>
            </a:prstGeom>
            <a:ln w="28575" cap="flat" cmpd="sng">
              <a:solidFill>
                <a:srgbClr val="FF9900"/>
              </a:solidFill>
              <a:prstDash val="solid"/>
              <a:headEnd type="none" w="med" len="med"/>
              <a:tailEnd type="none" w="med" len="med"/>
            </a:ln>
          </p:spPr>
        </p:sp>
        <p:sp>
          <p:nvSpPr>
            <p:cNvPr id="56367" name="Line 91"/>
            <p:cNvSpPr/>
            <p:nvPr/>
          </p:nvSpPr>
          <p:spPr>
            <a:xfrm rot="10800000">
              <a:off x="4523" y="3077"/>
              <a:ext cx="726" cy="0"/>
            </a:xfrm>
            <a:prstGeom prst="line">
              <a:avLst/>
            </a:prstGeom>
            <a:ln w="28575" cap="flat" cmpd="sng">
              <a:solidFill>
                <a:srgbClr val="FF9900"/>
              </a:solidFill>
              <a:prstDash val="solid"/>
              <a:headEnd type="none" w="med" len="med"/>
              <a:tailEnd type="none" w="med" len="med"/>
            </a:ln>
          </p:spPr>
        </p:sp>
        <p:sp>
          <p:nvSpPr>
            <p:cNvPr id="56368" name="Text Box 92"/>
            <p:cNvSpPr txBox="1"/>
            <p:nvPr/>
          </p:nvSpPr>
          <p:spPr>
            <a:xfrm>
              <a:off x="5159" y="324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369" name="Text Box 93"/>
            <p:cNvSpPr txBox="1"/>
            <p:nvPr/>
          </p:nvSpPr>
          <p:spPr>
            <a:xfrm>
              <a:off x="4841" y="2750"/>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370" name="Text Box 94"/>
            <p:cNvSpPr txBox="1"/>
            <p:nvPr/>
          </p:nvSpPr>
          <p:spPr>
            <a:xfrm>
              <a:off x="3333" y="275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371" name="Text Box 95"/>
            <p:cNvSpPr txBox="1"/>
            <p:nvPr/>
          </p:nvSpPr>
          <p:spPr>
            <a:xfrm>
              <a:off x="3106" y="3303"/>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372" name="Text Box 96"/>
            <p:cNvSpPr txBox="1"/>
            <p:nvPr/>
          </p:nvSpPr>
          <p:spPr>
            <a:xfrm>
              <a:off x="3016" y="3530"/>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373" name="Text Box 97"/>
            <p:cNvSpPr txBox="1"/>
            <p:nvPr/>
          </p:nvSpPr>
          <p:spPr>
            <a:xfrm>
              <a:off x="3016" y="3022"/>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374" name="Text Box 98"/>
            <p:cNvSpPr txBox="1"/>
            <p:nvPr/>
          </p:nvSpPr>
          <p:spPr>
            <a:xfrm>
              <a:off x="5113" y="3067"/>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375" name="Text Box 99"/>
            <p:cNvSpPr txBox="1"/>
            <p:nvPr/>
          </p:nvSpPr>
          <p:spPr>
            <a:xfrm>
              <a:off x="5114" y="3521"/>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376" name="Line 100"/>
            <p:cNvSpPr/>
            <p:nvPr/>
          </p:nvSpPr>
          <p:spPr>
            <a:xfrm>
              <a:off x="3379" y="3076"/>
              <a:ext cx="272" cy="0"/>
            </a:xfrm>
            <a:prstGeom prst="line">
              <a:avLst/>
            </a:prstGeom>
            <a:ln w="28575" cap="flat" cmpd="sng">
              <a:solidFill>
                <a:srgbClr val="00FFFF"/>
              </a:solidFill>
              <a:prstDash val="solid"/>
              <a:headEnd type="none" w="med" len="med"/>
              <a:tailEnd type="triangle" w="med" len="med"/>
            </a:ln>
          </p:spPr>
        </p:sp>
        <p:sp>
          <p:nvSpPr>
            <p:cNvPr id="56377" name="Line 101"/>
            <p:cNvSpPr/>
            <p:nvPr/>
          </p:nvSpPr>
          <p:spPr>
            <a:xfrm>
              <a:off x="4785" y="3076"/>
              <a:ext cx="272" cy="0"/>
            </a:xfrm>
            <a:prstGeom prst="line">
              <a:avLst/>
            </a:prstGeom>
            <a:ln w="28575" cap="flat" cmpd="sng">
              <a:solidFill>
                <a:srgbClr val="00FFFF"/>
              </a:solidFill>
              <a:prstDash val="solid"/>
              <a:headEnd type="triangle" w="med" len="med"/>
              <a:tailEnd type="none" w="med" len="med"/>
            </a:ln>
          </p:spPr>
        </p:sp>
        <p:sp>
          <p:nvSpPr>
            <p:cNvPr id="56378" name="Text Box 102"/>
            <p:cNvSpPr txBox="1"/>
            <p:nvPr/>
          </p:nvSpPr>
          <p:spPr>
            <a:xfrm>
              <a:off x="4115" y="2986"/>
              <a:ext cx="590"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gu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379" name="Text Box 103"/>
            <p:cNvSpPr txBox="1"/>
            <p:nvPr/>
          </p:nvSpPr>
          <p:spPr>
            <a:xfrm>
              <a:off x="3514" y="3394"/>
              <a:ext cx="72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gu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380" name="Line 107"/>
            <p:cNvSpPr/>
            <p:nvPr/>
          </p:nvSpPr>
          <p:spPr>
            <a:xfrm flipV="1">
              <a:off x="3969" y="3530"/>
              <a:ext cx="0" cy="182"/>
            </a:xfrm>
            <a:prstGeom prst="line">
              <a:avLst/>
            </a:prstGeom>
            <a:ln w="28575" cap="flat" cmpd="sng">
              <a:solidFill>
                <a:srgbClr val="00FFFF"/>
              </a:solidFill>
              <a:prstDash val="solid"/>
              <a:headEnd type="triangle" w="med" len="med"/>
              <a:tailEnd type="none" w="med" len="med"/>
            </a:ln>
          </p:spPr>
        </p:sp>
        <p:sp>
          <p:nvSpPr>
            <p:cNvPr id="56381" name="Line 108"/>
            <p:cNvSpPr/>
            <p:nvPr/>
          </p:nvSpPr>
          <p:spPr>
            <a:xfrm>
              <a:off x="4523" y="3122"/>
              <a:ext cx="0" cy="227"/>
            </a:xfrm>
            <a:prstGeom prst="line">
              <a:avLst/>
            </a:prstGeom>
            <a:ln w="28575" cap="flat" cmpd="sng">
              <a:solidFill>
                <a:srgbClr val="00FFFF"/>
              </a:solidFill>
              <a:prstDash val="solid"/>
              <a:headEnd type="triangle" w="med" len="med"/>
              <a:tailEnd type="none" w="med" len="med"/>
            </a:ln>
          </p:spPr>
        </p:sp>
        <p:grpSp>
          <p:nvGrpSpPr>
            <p:cNvPr id="56382" name="Group 112"/>
            <p:cNvGrpSpPr/>
            <p:nvPr/>
          </p:nvGrpSpPr>
          <p:grpSpPr>
            <a:xfrm>
              <a:off x="3741" y="3168"/>
              <a:ext cx="454" cy="363"/>
              <a:chOff x="3741" y="3248"/>
              <a:chExt cx="454" cy="363"/>
            </a:xfrm>
          </p:grpSpPr>
          <p:sp>
            <p:nvSpPr>
              <p:cNvPr id="56386" name="AutoShape 104"/>
              <p:cNvSpPr/>
              <p:nvPr/>
            </p:nvSpPr>
            <p:spPr>
              <a:xfrm>
                <a:off x="3741" y="3248"/>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87" name="Line 105"/>
              <p:cNvSpPr/>
              <p:nvPr/>
            </p:nvSpPr>
            <p:spPr>
              <a:xfrm>
                <a:off x="3741" y="3429"/>
                <a:ext cx="454" cy="0"/>
              </a:xfrm>
              <a:prstGeom prst="line">
                <a:avLst/>
              </a:prstGeom>
              <a:ln w="28575" cap="flat" cmpd="sng">
                <a:solidFill>
                  <a:srgbClr val="FF9900"/>
                </a:solidFill>
                <a:prstDash val="solid"/>
                <a:headEnd type="none" w="med" len="med"/>
                <a:tailEnd type="none" w="med" len="med"/>
              </a:ln>
            </p:spPr>
          </p:sp>
        </p:grpSp>
        <p:grpSp>
          <p:nvGrpSpPr>
            <p:cNvPr id="56383" name="Group 113"/>
            <p:cNvGrpSpPr/>
            <p:nvPr/>
          </p:nvGrpSpPr>
          <p:grpSpPr>
            <a:xfrm>
              <a:off x="4296" y="3349"/>
              <a:ext cx="454" cy="363"/>
              <a:chOff x="4467" y="3203"/>
              <a:chExt cx="454" cy="363"/>
            </a:xfrm>
          </p:grpSpPr>
          <p:sp>
            <p:nvSpPr>
              <p:cNvPr id="56384" name="AutoShape 82"/>
              <p:cNvSpPr/>
              <p:nvPr/>
            </p:nvSpPr>
            <p:spPr>
              <a:xfrm>
                <a:off x="4467" y="3203"/>
                <a:ext cx="453" cy="363"/>
              </a:xfrm>
              <a:prstGeom prst="diamond">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85" name="Line 106"/>
              <p:cNvSpPr/>
              <p:nvPr/>
            </p:nvSpPr>
            <p:spPr>
              <a:xfrm>
                <a:off x="4467" y="3384"/>
                <a:ext cx="454" cy="0"/>
              </a:xfrm>
              <a:prstGeom prst="line">
                <a:avLst/>
              </a:prstGeom>
              <a:ln w="28575" cap="flat" cmpd="sng">
                <a:solidFill>
                  <a:srgbClr val="FF9900"/>
                </a:solidFill>
                <a:prstDash val="solid"/>
                <a:headEnd type="none" w="med" len="med"/>
                <a:tailEnd type="none" w="med" len="med"/>
              </a:ln>
            </p:spPr>
          </p:sp>
        </p:grpSp>
      </p:grpSp>
      <p:grpSp>
        <p:nvGrpSpPr>
          <p:cNvPr id="56332" name="Group 115"/>
          <p:cNvGrpSpPr/>
          <p:nvPr/>
        </p:nvGrpSpPr>
        <p:grpSpPr>
          <a:xfrm>
            <a:off x="6588125" y="6446838"/>
            <a:ext cx="792163" cy="366712"/>
            <a:chOff x="4649" y="4020"/>
            <a:chExt cx="499" cy="231"/>
          </a:xfrm>
        </p:grpSpPr>
        <p:pic>
          <p:nvPicPr>
            <p:cNvPr id="56356" name="Picture 11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6357" name="Text Box 117">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10" name="Group 118"/>
          <p:cNvGrpSpPr/>
          <p:nvPr/>
        </p:nvGrpSpPr>
        <p:grpSpPr>
          <a:xfrm>
            <a:off x="4500563" y="476250"/>
            <a:ext cx="4030662" cy="1743075"/>
            <a:chOff x="2018" y="2069"/>
            <a:chExt cx="2539" cy="1098"/>
          </a:xfrm>
        </p:grpSpPr>
        <p:sp>
          <p:nvSpPr>
            <p:cNvPr id="56334" name="AutoShape 119"/>
            <p:cNvSpPr/>
            <p:nvPr/>
          </p:nvSpPr>
          <p:spPr>
            <a:xfrm rot="5400000">
              <a:off x="2720" y="2500"/>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6335" name="Oval 120"/>
            <p:cNvSpPr/>
            <p:nvPr/>
          </p:nvSpPr>
          <p:spPr>
            <a:xfrm>
              <a:off x="2190" y="3067"/>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36" name="Oval 121"/>
            <p:cNvSpPr/>
            <p:nvPr/>
          </p:nvSpPr>
          <p:spPr>
            <a:xfrm>
              <a:off x="2181" y="239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37" name="Line 122"/>
            <p:cNvSpPr/>
            <p:nvPr/>
          </p:nvSpPr>
          <p:spPr>
            <a:xfrm>
              <a:off x="2244" y="2432"/>
              <a:ext cx="726" cy="0"/>
            </a:xfrm>
            <a:prstGeom prst="line">
              <a:avLst/>
            </a:prstGeom>
            <a:ln w="28575" cap="flat" cmpd="sng">
              <a:solidFill>
                <a:srgbClr val="FF9900"/>
              </a:solidFill>
              <a:prstDash val="solid"/>
              <a:headEnd type="none" w="med" len="med"/>
              <a:tailEnd type="none" w="med" len="med"/>
            </a:ln>
          </p:spPr>
        </p:sp>
        <p:sp>
          <p:nvSpPr>
            <p:cNvPr id="56338" name="Line 123"/>
            <p:cNvSpPr/>
            <p:nvPr/>
          </p:nvSpPr>
          <p:spPr>
            <a:xfrm>
              <a:off x="2244" y="3112"/>
              <a:ext cx="726" cy="0"/>
            </a:xfrm>
            <a:prstGeom prst="line">
              <a:avLst/>
            </a:prstGeom>
            <a:ln w="28575" cap="flat" cmpd="sng">
              <a:solidFill>
                <a:srgbClr val="FF9900"/>
              </a:solidFill>
              <a:prstDash val="solid"/>
              <a:headEnd type="none" w="med" len="med"/>
              <a:tailEnd type="none" w="med" len="med"/>
            </a:ln>
          </p:spPr>
        </p:sp>
        <p:sp>
          <p:nvSpPr>
            <p:cNvPr id="56339" name="Line 124"/>
            <p:cNvSpPr/>
            <p:nvPr/>
          </p:nvSpPr>
          <p:spPr>
            <a:xfrm>
              <a:off x="2970" y="2432"/>
              <a:ext cx="0" cy="680"/>
            </a:xfrm>
            <a:prstGeom prst="line">
              <a:avLst/>
            </a:prstGeom>
            <a:ln w="28575" cap="flat" cmpd="sng">
              <a:solidFill>
                <a:srgbClr val="FF9900"/>
              </a:solidFill>
              <a:prstDash val="solid"/>
              <a:headEnd type="none" w="med" len="med"/>
              <a:tailEnd type="none" w="med" len="med"/>
            </a:ln>
          </p:spPr>
        </p:sp>
        <p:sp>
          <p:nvSpPr>
            <p:cNvPr id="56340" name="AutoShape 125"/>
            <p:cNvSpPr/>
            <p:nvPr/>
          </p:nvSpPr>
          <p:spPr>
            <a:xfrm rot="-5400000">
              <a:off x="3446" y="2478"/>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6341" name="Oval 126"/>
            <p:cNvSpPr/>
            <p:nvPr/>
          </p:nvSpPr>
          <p:spPr>
            <a:xfrm rot="10800000">
              <a:off x="4409" y="2378"/>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42" name="Oval 127"/>
            <p:cNvSpPr/>
            <p:nvPr/>
          </p:nvSpPr>
          <p:spPr>
            <a:xfrm rot="10800000">
              <a:off x="4418" y="3059"/>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43" name="Line 128"/>
            <p:cNvSpPr/>
            <p:nvPr/>
          </p:nvSpPr>
          <p:spPr>
            <a:xfrm rot="10800000">
              <a:off x="3696" y="3090"/>
              <a:ext cx="726" cy="0"/>
            </a:xfrm>
            <a:prstGeom prst="line">
              <a:avLst/>
            </a:prstGeom>
            <a:ln w="28575" cap="flat" cmpd="sng">
              <a:solidFill>
                <a:srgbClr val="FF9900"/>
              </a:solidFill>
              <a:prstDash val="solid"/>
              <a:headEnd type="none" w="med" len="med"/>
              <a:tailEnd type="none" w="med" len="med"/>
            </a:ln>
          </p:spPr>
        </p:sp>
        <p:sp>
          <p:nvSpPr>
            <p:cNvPr id="56344" name="Line 129"/>
            <p:cNvSpPr/>
            <p:nvPr/>
          </p:nvSpPr>
          <p:spPr>
            <a:xfrm rot="10800000">
              <a:off x="3696" y="2410"/>
              <a:ext cx="726" cy="0"/>
            </a:xfrm>
            <a:prstGeom prst="line">
              <a:avLst/>
            </a:prstGeom>
            <a:ln w="28575" cap="flat" cmpd="sng">
              <a:solidFill>
                <a:srgbClr val="FF9900"/>
              </a:solidFill>
              <a:prstDash val="solid"/>
              <a:headEnd type="none" w="med" len="med"/>
              <a:tailEnd type="none" w="med" len="med"/>
            </a:ln>
          </p:spPr>
        </p:sp>
        <p:sp>
          <p:nvSpPr>
            <p:cNvPr id="56345" name="Line 130"/>
            <p:cNvSpPr/>
            <p:nvPr/>
          </p:nvSpPr>
          <p:spPr>
            <a:xfrm rot="10800000">
              <a:off x="3696" y="2410"/>
              <a:ext cx="0" cy="680"/>
            </a:xfrm>
            <a:prstGeom prst="line">
              <a:avLst/>
            </a:prstGeom>
            <a:ln w="28575" cap="flat" cmpd="sng">
              <a:solidFill>
                <a:srgbClr val="FF9900"/>
              </a:solidFill>
              <a:prstDash val="solid"/>
              <a:headEnd type="none" w="med" len="med"/>
              <a:tailEnd type="none" w="med" len="med"/>
            </a:ln>
          </p:spPr>
        </p:sp>
        <p:sp>
          <p:nvSpPr>
            <p:cNvPr id="56346" name="Text Box 131"/>
            <p:cNvSpPr txBox="1"/>
            <p:nvPr/>
          </p:nvSpPr>
          <p:spPr>
            <a:xfrm>
              <a:off x="4240" y="256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347" name="Text Box 132"/>
            <p:cNvSpPr txBox="1"/>
            <p:nvPr/>
          </p:nvSpPr>
          <p:spPr>
            <a:xfrm>
              <a:off x="4059"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6348" name="Text Box 133"/>
            <p:cNvSpPr txBox="1"/>
            <p:nvPr/>
          </p:nvSpPr>
          <p:spPr>
            <a:xfrm>
              <a:off x="2335" y="206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349" name="Text Box 134"/>
            <p:cNvSpPr txBox="1"/>
            <p:nvPr/>
          </p:nvSpPr>
          <p:spPr>
            <a:xfrm>
              <a:off x="2108" y="2613"/>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6350" name="Text Box 135"/>
            <p:cNvSpPr txBox="1"/>
            <p:nvPr/>
          </p:nvSpPr>
          <p:spPr>
            <a:xfrm>
              <a:off x="2018" y="2840"/>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351" name="Text Box 136"/>
            <p:cNvSpPr txBox="1"/>
            <p:nvPr/>
          </p:nvSpPr>
          <p:spPr>
            <a:xfrm>
              <a:off x="2063" y="2386"/>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352" name="Text Box 137"/>
            <p:cNvSpPr txBox="1"/>
            <p:nvPr/>
          </p:nvSpPr>
          <p:spPr>
            <a:xfrm>
              <a:off x="4240" y="2341"/>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6353" name="Text Box 138"/>
            <p:cNvSpPr txBox="1"/>
            <p:nvPr/>
          </p:nvSpPr>
          <p:spPr>
            <a:xfrm>
              <a:off x="4195" y="2795"/>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6354" name="Line 139"/>
            <p:cNvSpPr/>
            <p:nvPr/>
          </p:nvSpPr>
          <p:spPr>
            <a:xfrm>
              <a:off x="2381" y="2432"/>
              <a:ext cx="272" cy="0"/>
            </a:xfrm>
            <a:prstGeom prst="line">
              <a:avLst/>
            </a:prstGeom>
            <a:ln w="28575" cap="flat" cmpd="sng">
              <a:solidFill>
                <a:srgbClr val="00FFFF"/>
              </a:solidFill>
              <a:prstDash val="solid"/>
              <a:headEnd type="none" w="med" len="med"/>
              <a:tailEnd type="triangle" w="med" len="med"/>
            </a:ln>
          </p:spPr>
        </p:sp>
        <p:sp>
          <p:nvSpPr>
            <p:cNvPr id="56355" name="Line 140"/>
            <p:cNvSpPr/>
            <p:nvPr/>
          </p:nvSpPr>
          <p:spPr>
            <a:xfrm>
              <a:off x="3923" y="2414"/>
              <a:ext cx="272" cy="0"/>
            </a:xfrm>
            <a:prstGeom prst="line">
              <a:avLst/>
            </a:prstGeom>
            <a:ln w="28575" cap="flat" cmpd="sng">
              <a:solidFill>
                <a:srgbClr val="00FFFF"/>
              </a:solidFill>
              <a:prstDash val="solid"/>
              <a:headEnd type="triangl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3224"/>
                                        </p:tgtEl>
                                        <p:attrNameLst>
                                          <p:attrName>style.visibility</p:attrName>
                                        </p:attrNameLst>
                                      </p:cBhvr>
                                      <p:to>
                                        <p:strVal val="visible"/>
                                      </p:to>
                                    </p:set>
                                    <p:anim calcmode="lin" valueType="num">
                                      <p:cBhvr additive="base">
                                        <p:cTn id="12" dur="500" fill="hold"/>
                                        <p:tgtEl>
                                          <p:spTgt spid="93224"/>
                                        </p:tgtEl>
                                        <p:attrNameLst>
                                          <p:attrName>ppt_x</p:attrName>
                                        </p:attrNameLst>
                                      </p:cBhvr>
                                      <p:tavLst>
                                        <p:tav tm="0">
                                          <p:val>
                                            <p:strVal val="0-#ppt_w/2"/>
                                          </p:val>
                                        </p:tav>
                                        <p:tav tm="100000">
                                          <p:val>
                                            <p:strVal val="#ppt_x"/>
                                          </p:val>
                                        </p:tav>
                                      </p:tavLst>
                                    </p:anim>
                                    <p:anim calcmode="lin" valueType="num">
                                      <p:cBhvr additive="base">
                                        <p:cTn id="13" dur="500" fill="hold"/>
                                        <p:tgtEl>
                                          <p:spTgt spid="9322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3220"/>
                                        </p:tgtEl>
                                        <p:attrNameLst>
                                          <p:attrName>style.visibility</p:attrName>
                                        </p:attrNameLst>
                                      </p:cBhvr>
                                      <p:to>
                                        <p:strVal val="visible"/>
                                      </p:to>
                                    </p:set>
                                    <p:animEffect transition="in" filter="blinds(horizontal)">
                                      <p:cBhvr>
                                        <p:cTn id="18" dur="500"/>
                                        <p:tgtEl>
                                          <p:spTgt spid="932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93218"/>
                                        </p:tgtEl>
                                        <p:attrNameLst>
                                          <p:attrName>style.visibility</p:attrName>
                                        </p:attrNameLst>
                                      </p:cBhvr>
                                      <p:to>
                                        <p:strVal val="visible"/>
                                      </p:to>
                                    </p:set>
                                    <p:animEffect transition="in" filter="wipe(left)">
                                      <p:cBhvr>
                                        <p:cTn id="23" dur="2000"/>
                                        <p:tgtEl>
                                          <p:spTgt spid="9321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93233"/>
                                        </p:tgtEl>
                                        <p:attrNameLst>
                                          <p:attrName>style.visibility</p:attrName>
                                        </p:attrNameLst>
                                      </p:cBhvr>
                                      <p:to>
                                        <p:strVal val="visible"/>
                                      </p:to>
                                    </p:set>
                                    <p:animEffect transition="in" filter="blinds(horizontal)">
                                      <p:cBhvr>
                                        <p:cTn id="32" dur="500"/>
                                        <p:tgtEl>
                                          <p:spTgt spid="9323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3234">
                                            <p:txEl>
                                              <p:charRg st="0" end="9"/>
                                            </p:txEl>
                                          </p:spTgt>
                                        </p:tgtEl>
                                        <p:attrNameLst>
                                          <p:attrName>style.visibility</p:attrName>
                                        </p:attrNameLst>
                                      </p:cBhvr>
                                      <p:to>
                                        <p:strVal val="visible"/>
                                      </p:to>
                                    </p:set>
                                    <p:animEffect transition="in" filter="blinds(horizontal)">
                                      <p:cBhvr>
                                        <p:cTn id="37" dur="500"/>
                                        <p:tgtEl>
                                          <p:spTgt spid="93234">
                                            <p:txEl>
                                              <p:charRg st="0"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20" grpId="0"/>
      <p:bldP spid="93224" grpId="0" animBg="1"/>
      <p:bldP spid="93233" grpId="0"/>
      <p:bldP spid="93234"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9" name="Group 2"/>
          <p:cNvGrpSpPr/>
          <p:nvPr/>
        </p:nvGrpSpPr>
        <p:grpSpPr>
          <a:xfrm>
            <a:off x="8316913" y="6446838"/>
            <a:ext cx="792162" cy="366712"/>
            <a:chOff x="5193" y="4020"/>
            <a:chExt cx="499" cy="231"/>
          </a:xfrm>
        </p:grpSpPr>
        <p:pic>
          <p:nvPicPr>
            <p:cNvPr id="57392"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7393"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7350" name="Group 5"/>
          <p:cNvGrpSpPr/>
          <p:nvPr/>
        </p:nvGrpSpPr>
        <p:grpSpPr>
          <a:xfrm>
            <a:off x="7453313" y="6446838"/>
            <a:ext cx="792162" cy="366712"/>
            <a:chOff x="4649" y="4020"/>
            <a:chExt cx="499" cy="231"/>
          </a:xfrm>
        </p:grpSpPr>
        <p:pic>
          <p:nvPicPr>
            <p:cNvPr id="57390"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7391"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4249" name="Text Box 41"/>
          <p:cNvSpPr txBox="1"/>
          <p:nvPr/>
        </p:nvSpPr>
        <p:spPr>
          <a:xfrm>
            <a:off x="539750" y="476250"/>
            <a:ext cx="5400675" cy="604838"/>
          </a:xfrm>
          <a:prstGeom prst="rect">
            <a:avLst/>
          </a:prstGeom>
          <a:noFill/>
          <a:ln w="9525">
            <a:noFill/>
          </a:ln>
        </p:spPr>
        <p:txBody>
          <a:bodyPr>
            <a:spAutoFit/>
          </a:bodyPr>
          <a:p>
            <a:pPr marL="571500" indent="-571500" algn="just">
              <a:lnSpc>
                <a:spcPct val="120000"/>
              </a:lnSpc>
              <a:spcBef>
                <a:spcPct val="50000"/>
              </a:spcBef>
              <a:buAutoNum type="circleNumDbPlain" startAt="3"/>
            </a:pPr>
            <a:r>
              <a:rPr lang="zh-CN" altLang="en-US" dirty="0">
                <a:solidFill>
                  <a:srgbClr val="FF9900"/>
                </a:solidFill>
                <a:latin typeface="楷体_GB2312" pitchFamily="49" charset="-122"/>
              </a:rPr>
              <a:t>回转器的应用</a:t>
            </a:r>
            <a:endParaRPr lang="zh-CN" altLang="en-US" dirty="0">
              <a:solidFill>
                <a:srgbClr val="FF9900"/>
              </a:solidFill>
              <a:latin typeface="楷体_GB2312" pitchFamily="49" charset="-122"/>
            </a:endParaRPr>
          </a:p>
        </p:txBody>
      </p:sp>
      <p:sp>
        <p:nvSpPr>
          <p:cNvPr id="94308" name="Text Box 100"/>
          <p:cNvSpPr txBox="1"/>
          <p:nvPr/>
        </p:nvSpPr>
        <p:spPr>
          <a:xfrm>
            <a:off x="539750" y="1125538"/>
            <a:ext cx="1584325" cy="579437"/>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6-1</a:t>
            </a:r>
            <a:endParaRPr lang="en-US" altLang="zh-CN" sz="3200" b="0" dirty="0">
              <a:latin typeface="Times New Roman" panose="02020603050405020304" pitchFamily="18" charset="0"/>
              <a:ea typeface="宋体" panose="02010600030101010101" pitchFamily="2" charset="-122"/>
            </a:endParaRPr>
          </a:p>
        </p:txBody>
      </p:sp>
      <p:sp>
        <p:nvSpPr>
          <p:cNvPr id="94309" name="Text Box 101"/>
          <p:cNvSpPr txBox="1"/>
          <p:nvPr/>
        </p:nvSpPr>
        <p:spPr>
          <a:xfrm>
            <a:off x="1476375" y="1125538"/>
            <a:ext cx="5256213" cy="519112"/>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回转器的逆变性。</a:t>
            </a:r>
            <a:endParaRPr lang="zh-CN" altLang="en-US" dirty="0">
              <a:solidFill>
                <a:srgbClr val="FFFF00"/>
              </a:solidFill>
              <a:latin typeface="楷体_GB2312" pitchFamily="49" charset="-122"/>
            </a:endParaRPr>
          </a:p>
        </p:txBody>
      </p:sp>
      <p:sp>
        <p:nvSpPr>
          <p:cNvPr id="94311" name="Text Box 103"/>
          <p:cNvSpPr txBox="1"/>
          <p:nvPr/>
        </p:nvSpPr>
        <p:spPr>
          <a:xfrm>
            <a:off x="1042988" y="1700213"/>
            <a:ext cx="4537075"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图示电路的输入阻抗为</a:t>
            </a:r>
            <a:endParaRPr lang="zh-CN" altLang="en-US" dirty="0">
              <a:solidFill>
                <a:srgbClr val="FFFF00"/>
              </a:solidFill>
              <a:latin typeface="Times New Roman" panose="02020603050405020304" pitchFamily="18" charset="0"/>
            </a:endParaRPr>
          </a:p>
        </p:txBody>
      </p:sp>
      <p:grpSp>
        <p:nvGrpSpPr>
          <p:cNvPr id="4" name="Group 148"/>
          <p:cNvGrpSpPr/>
          <p:nvPr/>
        </p:nvGrpSpPr>
        <p:grpSpPr>
          <a:xfrm>
            <a:off x="4787900" y="333375"/>
            <a:ext cx="4681538" cy="1714500"/>
            <a:chOff x="2925" y="228"/>
            <a:chExt cx="2949" cy="1080"/>
          </a:xfrm>
        </p:grpSpPr>
        <p:sp>
          <p:nvSpPr>
            <p:cNvPr id="57367" name="AutoShape 106"/>
            <p:cNvSpPr/>
            <p:nvPr/>
          </p:nvSpPr>
          <p:spPr>
            <a:xfrm rot="5400000">
              <a:off x="3627" y="641"/>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7368" name="Oval 107"/>
            <p:cNvSpPr/>
            <p:nvPr/>
          </p:nvSpPr>
          <p:spPr>
            <a:xfrm>
              <a:off x="3088" y="1217"/>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69" name="Oval 108"/>
            <p:cNvSpPr/>
            <p:nvPr/>
          </p:nvSpPr>
          <p:spPr>
            <a:xfrm>
              <a:off x="3097" y="536"/>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70" name="Line 109"/>
            <p:cNvSpPr/>
            <p:nvPr/>
          </p:nvSpPr>
          <p:spPr>
            <a:xfrm>
              <a:off x="3151" y="573"/>
              <a:ext cx="726" cy="0"/>
            </a:xfrm>
            <a:prstGeom prst="line">
              <a:avLst/>
            </a:prstGeom>
            <a:ln w="28575" cap="flat" cmpd="sng">
              <a:solidFill>
                <a:srgbClr val="FF9900"/>
              </a:solidFill>
              <a:prstDash val="solid"/>
              <a:headEnd type="none" w="med" len="med"/>
              <a:tailEnd type="none" w="med" len="med"/>
            </a:ln>
          </p:spPr>
        </p:sp>
        <p:sp>
          <p:nvSpPr>
            <p:cNvPr id="57371" name="Line 110"/>
            <p:cNvSpPr/>
            <p:nvPr/>
          </p:nvSpPr>
          <p:spPr>
            <a:xfrm>
              <a:off x="3151" y="1253"/>
              <a:ext cx="726" cy="0"/>
            </a:xfrm>
            <a:prstGeom prst="line">
              <a:avLst/>
            </a:prstGeom>
            <a:ln w="28575" cap="flat" cmpd="sng">
              <a:solidFill>
                <a:srgbClr val="FF9900"/>
              </a:solidFill>
              <a:prstDash val="solid"/>
              <a:headEnd type="none" w="med" len="med"/>
              <a:tailEnd type="none" w="med" len="med"/>
            </a:ln>
          </p:spPr>
        </p:sp>
        <p:sp>
          <p:nvSpPr>
            <p:cNvPr id="57372" name="Line 111"/>
            <p:cNvSpPr/>
            <p:nvPr/>
          </p:nvSpPr>
          <p:spPr>
            <a:xfrm>
              <a:off x="3877" y="573"/>
              <a:ext cx="0" cy="680"/>
            </a:xfrm>
            <a:prstGeom prst="line">
              <a:avLst/>
            </a:prstGeom>
            <a:ln w="28575" cap="flat" cmpd="sng">
              <a:solidFill>
                <a:srgbClr val="FF9900"/>
              </a:solidFill>
              <a:prstDash val="solid"/>
              <a:headEnd type="none" w="med" len="med"/>
              <a:tailEnd type="none" w="med" len="med"/>
            </a:ln>
          </p:spPr>
        </p:sp>
        <p:sp>
          <p:nvSpPr>
            <p:cNvPr id="57373" name="AutoShape 112"/>
            <p:cNvSpPr/>
            <p:nvPr/>
          </p:nvSpPr>
          <p:spPr>
            <a:xfrm rot="-5400000">
              <a:off x="4217" y="637"/>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7374" name="Line 113"/>
            <p:cNvSpPr/>
            <p:nvPr/>
          </p:nvSpPr>
          <p:spPr>
            <a:xfrm rot="10800000">
              <a:off x="4467" y="1271"/>
              <a:ext cx="726" cy="0"/>
            </a:xfrm>
            <a:prstGeom prst="line">
              <a:avLst/>
            </a:prstGeom>
            <a:ln w="28575" cap="flat" cmpd="sng">
              <a:solidFill>
                <a:srgbClr val="FF9900"/>
              </a:solidFill>
              <a:prstDash val="solid"/>
              <a:headEnd type="none" w="med" len="med"/>
              <a:tailEnd type="none" w="med" len="med"/>
            </a:ln>
          </p:spPr>
        </p:sp>
        <p:sp>
          <p:nvSpPr>
            <p:cNvPr id="57375" name="Line 114"/>
            <p:cNvSpPr/>
            <p:nvPr/>
          </p:nvSpPr>
          <p:spPr>
            <a:xfrm rot="10800000">
              <a:off x="4468" y="569"/>
              <a:ext cx="726" cy="0"/>
            </a:xfrm>
            <a:prstGeom prst="line">
              <a:avLst/>
            </a:prstGeom>
            <a:ln w="28575" cap="flat" cmpd="sng">
              <a:solidFill>
                <a:srgbClr val="FF9900"/>
              </a:solidFill>
              <a:prstDash val="solid"/>
              <a:headEnd type="none" w="med" len="med"/>
              <a:tailEnd type="none" w="med" len="med"/>
            </a:ln>
          </p:spPr>
        </p:sp>
        <p:sp>
          <p:nvSpPr>
            <p:cNvPr id="57376" name="Line 115"/>
            <p:cNvSpPr/>
            <p:nvPr/>
          </p:nvSpPr>
          <p:spPr>
            <a:xfrm rot="10800000">
              <a:off x="4467" y="569"/>
              <a:ext cx="0" cy="702"/>
            </a:xfrm>
            <a:prstGeom prst="line">
              <a:avLst/>
            </a:prstGeom>
            <a:ln w="28575" cap="flat" cmpd="sng">
              <a:solidFill>
                <a:srgbClr val="FF9900"/>
              </a:solidFill>
              <a:prstDash val="solid"/>
              <a:headEnd type="none" w="med" len="med"/>
              <a:tailEnd type="none" w="med" len="med"/>
            </a:ln>
          </p:spPr>
        </p:sp>
        <p:sp>
          <p:nvSpPr>
            <p:cNvPr id="57377" name="Text Box 116"/>
            <p:cNvSpPr txBox="1"/>
            <p:nvPr/>
          </p:nvSpPr>
          <p:spPr>
            <a:xfrm>
              <a:off x="4558" y="727"/>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7378" name="Text Box 117"/>
            <p:cNvSpPr txBox="1"/>
            <p:nvPr/>
          </p:nvSpPr>
          <p:spPr>
            <a:xfrm>
              <a:off x="4830" y="22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7379" name="Text Box 118"/>
            <p:cNvSpPr txBox="1"/>
            <p:nvPr/>
          </p:nvSpPr>
          <p:spPr>
            <a:xfrm>
              <a:off x="3288" y="237"/>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7380" name="Text Box 119"/>
            <p:cNvSpPr txBox="1"/>
            <p:nvPr/>
          </p:nvSpPr>
          <p:spPr>
            <a:xfrm>
              <a:off x="3015" y="754"/>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7381" name="Text Box 120"/>
            <p:cNvSpPr txBox="1"/>
            <p:nvPr/>
          </p:nvSpPr>
          <p:spPr>
            <a:xfrm>
              <a:off x="2925" y="981"/>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7382" name="Text Box 121"/>
            <p:cNvSpPr txBox="1"/>
            <p:nvPr/>
          </p:nvSpPr>
          <p:spPr>
            <a:xfrm>
              <a:off x="2970" y="527"/>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7383" name="Text Box 122"/>
            <p:cNvSpPr txBox="1"/>
            <p:nvPr/>
          </p:nvSpPr>
          <p:spPr>
            <a:xfrm>
              <a:off x="4512" y="546"/>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7384" name="Text Box 123"/>
            <p:cNvSpPr txBox="1"/>
            <p:nvPr/>
          </p:nvSpPr>
          <p:spPr>
            <a:xfrm>
              <a:off x="4512" y="908"/>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7385" name="Line 124"/>
            <p:cNvSpPr/>
            <p:nvPr/>
          </p:nvSpPr>
          <p:spPr>
            <a:xfrm>
              <a:off x="3288" y="573"/>
              <a:ext cx="272" cy="0"/>
            </a:xfrm>
            <a:prstGeom prst="line">
              <a:avLst/>
            </a:prstGeom>
            <a:ln w="28575" cap="flat" cmpd="sng">
              <a:solidFill>
                <a:srgbClr val="00FFFF"/>
              </a:solidFill>
              <a:prstDash val="solid"/>
              <a:headEnd type="none" w="med" len="med"/>
              <a:tailEnd type="triangle" w="med" len="med"/>
            </a:ln>
          </p:spPr>
        </p:sp>
        <p:sp>
          <p:nvSpPr>
            <p:cNvPr id="57386" name="Line 125"/>
            <p:cNvSpPr/>
            <p:nvPr/>
          </p:nvSpPr>
          <p:spPr>
            <a:xfrm>
              <a:off x="4830" y="573"/>
              <a:ext cx="272" cy="0"/>
            </a:xfrm>
            <a:prstGeom prst="line">
              <a:avLst/>
            </a:prstGeom>
            <a:ln w="28575" cap="flat" cmpd="sng">
              <a:solidFill>
                <a:srgbClr val="00FFFF"/>
              </a:solidFill>
              <a:prstDash val="solid"/>
              <a:headEnd type="triangle" w="med" len="med"/>
              <a:tailEnd type="none" w="med" len="med"/>
            </a:ln>
          </p:spPr>
        </p:sp>
        <p:sp>
          <p:nvSpPr>
            <p:cNvPr id="57387" name="Line 126"/>
            <p:cNvSpPr/>
            <p:nvPr/>
          </p:nvSpPr>
          <p:spPr>
            <a:xfrm>
              <a:off x="5193" y="546"/>
              <a:ext cx="0" cy="725"/>
            </a:xfrm>
            <a:prstGeom prst="line">
              <a:avLst/>
            </a:prstGeom>
            <a:ln w="28575" cap="flat" cmpd="sng">
              <a:solidFill>
                <a:srgbClr val="FF9900"/>
              </a:solidFill>
              <a:prstDash val="solid"/>
              <a:headEnd type="none" w="med" len="med"/>
              <a:tailEnd type="none" w="med" len="med"/>
            </a:ln>
          </p:spPr>
        </p:sp>
        <p:sp>
          <p:nvSpPr>
            <p:cNvPr id="57388" name="Rectangle 127"/>
            <p:cNvSpPr/>
            <p:nvPr/>
          </p:nvSpPr>
          <p:spPr>
            <a:xfrm>
              <a:off x="5147" y="72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7389" name="Text Box 128"/>
            <p:cNvSpPr txBox="1"/>
            <p:nvPr/>
          </p:nvSpPr>
          <p:spPr>
            <a:xfrm>
              <a:off x="5239" y="663"/>
              <a:ext cx="635"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Z</a:t>
              </a:r>
              <a:r>
                <a:rPr lang="en-US" altLang="zh-CN" b="0" baseline="-25000" dirty="0">
                  <a:latin typeface="Times New Roman" panose="02020603050405020304" pitchFamily="18" charset="0"/>
                </a:rPr>
                <a:t>L</a:t>
              </a:r>
              <a:endParaRPr lang="en-US" altLang="zh-CN" b="0" baseline="-25000" dirty="0">
                <a:latin typeface="Times New Roman" panose="02020603050405020304" pitchFamily="18" charset="0"/>
              </a:endParaRPr>
            </a:p>
          </p:txBody>
        </p:sp>
      </p:grpSp>
      <p:graphicFrame>
        <p:nvGraphicFramePr>
          <p:cNvPr id="94337" name="Object 129"/>
          <p:cNvGraphicFramePr/>
          <p:nvPr/>
        </p:nvGraphicFramePr>
        <p:xfrm>
          <a:off x="1331913" y="2349500"/>
          <a:ext cx="3249612" cy="1147763"/>
        </p:xfrm>
        <a:graphic>
          <a:graphicData uri="http://schemas.openxmlformats.org/presentationml/2006/ole">
            <mc:AlternateContent xmlns:mc="http://schemas.openxmlformats.org/markup-compatibility/2006">
              <mc:Choice xmlns:v="urn:schemas-microsoft-com:vml" Requires="v">
                <p:oleObj spid="_x0000_s3471" name="" r:id="rId2" imgW="1295400" imgH="457200" progId="Equation.DSMT4">
                  <p:embed/>
                </p:oleObj>
              </mc:Choice>
              <mc:Fallback>
                <p:oleObj name="" r:id="rId2" imgW="1295400" imgH="457200" progId="Equation.DSMT4">
                  <p:embed/>
                  <p:pic>
                    <p:nvPicPr>
                      <p:cNvPr id="0" name="图片 3470"/>
                      <p:cNvPicPr/>
                      <p:nvPr/>
                    </p:nvPicPr>
                    <p:blipFill>
                      <a:blip r:embed="rId3">
                        <a:clrChange>
                          <a:clrFrom>
                            <a:srgbClr val="000000"/>
                          </a:clrFrom>
                          <a:clrTo>
                            <a:srgbClr val="FFFFFF"/>
                          </a:clrTo>
                        </a:clrChange>
                      </a:blip>
                      <a:stretch>
                        <a:fillRect/>
                      </a:stretch>
                    </p:blipFill>
                    <p:spPr>
                      <a:xfrm>
                        <a:off x="1331913" y="2349500"/>
                        <a:ext cx="3249612" cy="1147763"/>
                      </a:xfrm>
                      <a:prstGeom prst="rect">
                        <a:avLst/>
                      </a:prstGeom>
                      <a:noFill/>
                      <a:ln w="38100">
                        <a:noFill/>
                        <a:miter/>
                      </a:ln>
                    </p:spPr>
                  </p:pic>
                </p:oleObj>
              </mc:Fallback>
            </mc:AlternateContent>
          </a:graphicData>
        </a:graphic>
      </p:graphicFrame>
      <p:sp>
        <p:nvSpPr>
          <p:cNvPr id="94338" name="Text Box 130"/>
          <p:cNvSpPr txBox="1"/>
          <p:nvPr/>
        </p:nvSpPr>
        <p:spPr>
          <a:xfrm>
            <a:off x="611188" y="3789363"/>
            <a:ext cx="4537075"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若</a:t>
            </a:r>
            <a:endParaRPr lang="zh-CN" altLang="en-US" dirty="0">
              <a:solidFill>
                <a:srgbClr val="FFFF00"/>
              </a:solidFill>
              <a:latin typeface="Times New Roman" panose="02020603050405020304" pitchFamily="18" charset="0"/>
            </a:endParaRPr>
          </a:p>
        </p:txBody>
      </p:sp>
      <p:graphicFrame>
        <p:nvGraphicFramePr>
          <p:cNvPr id="94339" name="Object 131"/>
          <p:cNvGraphicFramePr/>
          <p:nvPr/>
        </p:nvGraphicFramePr>
        <p:xfrm>
          <a:off x="1403350" y="3573463"/>
          <a:ext cx="1658938" cy="1069975"/>
        </p:xfrm>
        <a:graphic>
          <a:graphicData uri="http://schemas.openxmlformats.org/presentationml/2006/ole">
            <mc:AlternateContent xmlns:mc="http://schemas.openxmlformats.org/markup-compatibility/2006">
              <mc:Choice xmlns:v="urn:schemas-microsoft-com:vml" Requires="v">
                <p:oleObj spid="_x0000_s3472" name="" r:id="rId4" imgW="748665" imgH="482600" progId="Equation.3">
                  <p:embed/>
                </p:oleObj>
              </mc:Choice>
              <mc:Fallback>
                <p:oleObj name="" r:id="rId4" imgW="748665" imgH="482600" progId="Equation.3">
                  <p:embed/>
                  <p:pic>
                    <p:nvPicPr>
                      <p:cNvPr id="0" name="图片 3471"/>
                      <p:cNvPicPr/>
                      <p:nvPr/>
                    </p:nvPicPr>
                    <p:blipFill>
                      <a:blip r:embed="rId5">
                        <a:clrChange>
                          <a:clrFrom>
                            <a:srgbClr val="000000"/>
                          </a:clrFrom>
                          <a:clrTo>
                            <a:srgbClr val="FFFFFF"/>
                          </a:clrTo>
                        </a:clrChange>
                      </a:blip>
                      <a:stretch>
                        <a:fillRect/>
                      </a:stretch>
                    </p:blipFill>
                    <p:spPr>
                      <a:xfrm>
                        <a:off x="1403350" y="3573463"/>
                        <a:ext cx="1658938" cy="1069975"/>
                      </a:xfrm>
                      <a:prstGeom prst="rect">
                        <a:avLst/>
                      </a:prstGeom>
                      <a:noFill/>
                      <a:ln w="38100">
                        <a:noFill/>
                        <a:miter/>
                      </a:ln>
                    </p:spPr>
                  </p:pic>
                </p:oleObj>
              </mc:Fallback>
            </mc:AlternateContent>
          </a:graphicData>
        </a:graphic>
      </p:graphicFrame>
      <p:sp>
        <p:nvSpPr>
          <p:cNvPr id="94340" name="Line 132"/>
          <p:cNvSpPr/>
          <p:nvPr/>
        </p:nvSpPr>
        <p:spPr>
          <a:xfrm>
            <a:off x="3132138" y="4076700"/>
            <a:ext cx="647700" cy="0"/>
          </a:xfrm>
          <a:prstGeom prst="line">
            <a:avLst/>
          </a:prstGeom>
          <a:ln w="76200" cap="flat" cmpd="sng">
            <a:solidFill>
              <a:srgbClr val="3399FF"/>
            </a:solidFill>
            <a:prstDash val="solid"/>
            <a:headEnd type="none" w="med" len="med"/>
            <a:tailEnd type="triangle" w="med" len="med"/>
          </a:ln>
        </p:spPr>
      </p:sp>
      <p:graphicFrame>
        <p:nvGraphicFramePr>
          <p:cNvPr id="94341" name="Object 133"/>
          <p:cNvGraphicFramePr/>
          <p:nvPr/>
        </p:nvGraphicFramePr>
        <p:xfrm>
          <a:off x="4067175" y="3716338"/>
          <a:ext cx="2160588" cy="633412"/>
        </p:xfrm>
        <a:graphic>
          <a:graphicData uri="http://schemas.openxmlformats.org/presentationml/2006/ole">
            <mc:AlternateContent xmlns:mc="http://schemas.openxmlformats.org/markup-compatibility/2006">
              <mc:Choice xmlns:v="urn:schemas-microsoft-com:vml" Requires="v">
                <p:oleObj spid="_x0000_s3473" name="" r:id="rId6" imgW="824865" imgH="241300" progId="Equation.DSMT4">
                  <p:embed/>
                </p:oleObj>
              </mc:Choice>
              <mc:Fallback>
                <p:oleObj name="" r:id="rId6" imgW="824865" imgH="241300" progId="Equation.DSMT4">
                  <p:embed/>
                  <p:pic>
                    <p:nvPicPr>
                      <p:cNvPr id="0" name="图片 3472"/>
                      <p:cNvPicPr/>
                      <p:nvPr/>
                    </p:nvPicPr>
                    <p:blipFill>
                      <a:blip r:embed="rId7">
                        <a:clrChange>
                          <a:clrFrom>
                            <a:srgbClr val="000000"/>
                          </a:clrFrom>
                          <a:clrTo>
                            <a:srgbClr val="FFFFFF"/>
                          </a:clrTo>
                        </a:clrChange>
                      </a:blip>
                      <a:stretch>
                        <a:fillRect/>
                      </a:stretch>
                    </p:blipFill>
                    <p:spPr>
                      <a:xfrm>
                        <a:off x="4067175" y="3716338"/>
                        <a:ext cx="2160588" cy="633412"/>
                      </a:xfrm>
                      <a:prstGeom prst="rect">
                        <a:avLst/>
                      </a:prstGeom>
                      <a:noFill/>
                      <a:ln w="38100">
                        <a:noFill/>
                        <a:miter/>
                      </a:ln>
                    </p:spPr>
                  </p:pic>
                </p:oleObj>
              </mc:Fallback>
            </mc:AlternateContent>
          </a:graphicData>
        </a:graphic>
      </p:graphicFrame>
      <p:grpSp>
        <p:nvGrpSpPr>
          <p:cNvPr id="5" name="Group 134"/>
          <p:cNvGrpSpPr/>
          <p:nvPr/>
        </p:nvGrpSpPr>
        <p:grpSpPr>
          <a:xfrm>
            <a:off x="468313" y="4581525"/>
            <a:ext cx="1644650" cy="850900"/>
            <a:chOff x="385" y="3022"/>
            <a:chExt cx="1036" cy="536"/>
          </a:xfrm>
        </p:grpSpPr>
        <p:pic>
          <p:nvPicPr>
            <p:cNvPr id="57365" name="Picture 135" descr="123"/>
            <p:cNvPicPr>
              <a:picLocks noChangeAspect="1"/>
            </p:cNvPicPr>
            <p:nvPr/>
          </p:nvPicPr>
          <p:blipFill>
            <a:blip r:embed="rId8"/>
            <a:stretch>
              <a:fillRect/>
            </a:stretch>
          </p:blipFill>
          <p:spPr>
            <a:xfrm>
              <a:off x="385" y="3022"/>
              <a:ext cx="590" cy="536"/>
            </a:xfrm>
            <a:prstGeom prst="rect">
              <a:avLst/>
            </a:prstGeom>
            <a:noFill/>
            <a:ln w="9525">
              <a:noFill/>
            </a:ln>
          </p:spPr>
        </p:pic>
        <p:sp>
          <p:nvSpPr>
            <p:cNvPr id="57366" name="Text Box 136"/>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94345" name="Rectangle 137"/>
          <p:cNvSpPr/>
          <p:nvPr/>
        </p:nvSpPr>
        <p:spPr>
          <a:xfrm>
            <a:off x="827088" y="4652963"/>
            <a:ext cx="7993062" cy="1630362"/>
          </a:xfrm>
          <a:prstGeom prst="rect">
            <a:avLst/>
          </a:prstGeom>
          <a:noFill/>
          <a:ln w="9525">
            <a:noFill/>
          </a:ln>
        </p:spPr>
        <p:txBody>
          <a:bodyPr anchor="ctr" anchorCtr="0">
            <a:spAutoFit/>
          </a:bodyPr>
          <a:p>
            <a:pPr>
              <a:lnSpc>
                <a:spcPct val="120000"/>
              </a:lnSpc>
            </a:pPr>
            <a:r>
              <a:rPr lang="en-US" altLang="zh-CN" dirty="0">
                <a:solidFill>
                  <a:srgbClr val="FFFF00"/>
                </a:solidFill>
                <a:latin typeface="Arial" panose="020B0604020202020204" pitchFamily="34" charset="0"/>
              </a:rPr>
              <a:t>            </a:t>
            </a:r>
            <a:r>
              <a:rPr lang="zh-CN" altLang="en-US" dirty="0">
                <a:solidFill>
                  <a:srgbClr val="FFFF00"/>
                </a:solidFill>
                <a:latin typeface="Arial" panose="020B0604020202020204" pitchFamily="34" charset="0"/>
              </a:rPr>
              <a:t>回转器具有把一个电容回转为一个电感的本领，实现了没有磁场的电感，这为实现难于集成的电感提供了可能性。 </a:t>
            </a:r>
            <a:endParaRPr lang="zh-CN" altLang="en-US" dirty="0">
              <a:solidFill>
                <a:srgbClr val="FFFF00"/>
              </a:solidFill>
              <a:latin typeface="Arial" panose="020B0604020202020204" pitchFamily="34" charset="0"/>
            </a:endParaRPr>
          </a:p>
        </p:txBody>
      </p:sp>
      <p:sp>
        <p:nvSpPr>
          <p:cNvPr id="94346" name="AutoShape 138" descr="羊皮纸"/>
          <p:cNvSpPr/>
          <p:nvPr/>
        </p:nvSpPr>
        <p:spPr>
          <a:xfrm>
            <a:off x="5651500" y="2565400"/>
            <a:ext cx="1512888" cy="503238"/>
          </a:xfrm>
          <a:prstGeom prst="wedgeRoundRectCallout">
            <a:avLst>
              <a:gd name="adj1" fmla="val -118731"/>
              <a:gd name="adj2" fmla="val 37380"/>
              <a:gd name="adj3" fmla="val 16667"/>
            </a:avLst>
          </a:prstGeom>
          <a:blipFill rotWithShape="1">
            <a:blip r:embed="rId9"/>
          </a:blipFill>
          <a:ln w="9525">
            <a:noFill/>
          </a:ln>
        </p:spPr>
        <p:txBody>
          <a:bodyPr/>
          <a:p>
            <a:r>
              <a:rPr lang="zh-CN" altLang="en-US" dirty="0">
                <a:solidFill>
                  <a:schemeClr val="tx1"/>
                </a:solidFill>
                <a:latin typeface="Times New Roman" panose="02020603050405020304" pitchFamily="18" charset="0"/>
              </a:rPr>
              <a:t>逆变性</a:t>
            </a:r>
            <a:endParaRPr lang="zh-CN" altLang="en-US" dirty="0">
              <a:solidFill>
                <a:schemeClr val="tx1"/>
              </a:solidFill>
              <a:latin typeface="楷体_GB2312" pitchFamily="49" charset="-122"/>
            </a:endParaRPr>
          </a:p>
        </p:txBody>
      </p:sp>
      <p:grpSp>
        <p:nvGrpSpPr>
          <p:cNvPr id="57361" name="Group 142"/>
          <p:cNvGrpSpPr/>
          <p:nvPr/>
        </p:nvGrpSpPr>
        <p:grpSpPr>
          <a:xfrm>
            <a:off x="6588125" y="6446838"/>
            <a:ext cx="792163" cy="366712"/>
            <a:chOff x="4649" y="4020"/>
            <a:chExt cx="499" cy="231"/>
          </a:xfrm>
        </p:grpSpPr>
        <p:pic>
          <p:nvPicPr>
            <p:cNvPr id="57363" name="Picture 143"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7364" name="Text Box 144">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
        <p:nvSpPr>
          <p:cNvPr id="94354" name="Text Box 146"/>
          <p:cNvSpPr txBox="1"/>
          <p:nvPr/>
        </p:nvSpPr>
        <p:spPr>
          <a:xfrm>
            <a:off x="395288" y="1773238"/>
            <a:ext cx="706437"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94249">
                                            <p:txEl>
                                              <p:charRg st="0" end="7"/>
                                            </p:txEl>
                                          </p:spTgt>
                                        </p:tgtEl>
                                        <p:attrNameLst>
                                          <p:attrName>style.visibility</p:attrName>
                                        </p:attrNameLst>
                                      </p:cBhvr>
                                      <p:to>
                                        <p:strVal val="visible"/>
                                      </p:to>
                                    </p:set>
                                    <p:animEffect transition="in" filter="blinds(horizontal)">
                                      <p:cBhvr>
                                        <p:cTn id="7" dur="500"/>
                                        <p:tgtEl>
                                          <p:spTgt spid="94249">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94308"/>
                                        </p:tgtEl>
                                        <p:attrNameLst>
                                          <p:attrName>style.visibility</p:attrName>
                                        </p:attrNameLst>
                                      </p:cBhvr>
                                      <p:to>
                                        <p:strVal val="visible"/>
                                      </p:to>
                                    </p:set>
                                    <p:anim calcmode="lin" valueType="num">
                                      <p:cBhvr>
                                        <p:cTn id="12" dur="1000" fill="hold"/>
                                        <p:tgtEl>
                                          <p:spTgt spid="94308"/>
                                        </p:tgtEl>
                                        <p:attrNameLst>
                                          <p:attrName>ppt_w</p:attrName>
                                        </p:attrNameLst>
                                      </p:cBhvr>
                                      <p:tavLst>
                                        <p:tav tm="0">
                                          <p:val>
                                            <p:fltVal val="0.000000"/>
                                          </p:val>
                                        </p:tav>
                                        <p:tav tm="100000">
                                          <p:val>
                                            <p:strVal val="#ppt_w"/>
                                          </p:val>
                                        </p:tav>
                                      </p:tavLst>
                                    </p:anim>
                                    <p:anim calcmode="lin" valueType="num">
                                      <p:cBhvr>
                                        <p:cTn id="13" dur="1000" fill="hold"/>
                                        <p:tgtEl>
                                          <p:spTgt spid="94308"/>
                                        </p:tgtEl>
                                        <p:attrNameLst>
                                          <p:attrName>ppt_h</p:attrName>
                                        </p:attrNameLst>
                                      </p:cBhvr>
                                      <p:tavLst>
                                        <p:tav tm="0">
                                          <p:val>
                                            <p:fltVal val="0.000000"/>
                                          </p:val>
                                        </p:tav>
                                        <p:tav tm="100000">
                                          <p:val>
                                            <p:strVal val="#ppt_h"/>
                                          </p:val>
                                        </p:tav>
                                      </p:tavLst>
                                    </p:anim>
                                    <p:anim calcmode="lin" valueType="num">
                                      <p:cBhvr>
                                        <p:cTn id="14" dur="1000" fill="hold"/>
                                        <p:tgtEl>
                                          <p:spTgt spid="94308"/>
                                        </p:tgtEl>
                                        <p:attrNameLst>
                                          <p:attrName>ppt_x</p:attrName>
                                        </p:attrNameLst>
                                      </p:cBhvr>
                                      <p:tavLst>
                                        <p:tav tm="0" fmla="#ppt_x+(cos(-2*pi*(1-$))*-#ppt_x-sin(-2*pi*(1-$))*(1-#ppt_y))*(1-$)">
                                          <p:val>
                                            <p:fltVal val="0.000000"/>
                                          </p:val>
                                        </p:tav>
                                        <p:tav tm="100000">
                                          <p:val>
                                            <p:fltVal val="1.000000"/>
                                          </p:val>
                                        </p:tav>
                                      </p:tavLst>
                                    </p:anim>
                                    <p:anim calcmode="lin" valueType="num">
                                      <p:cBhvr>
                                        <p:cTn id="15" dur="1000" fill="hold"/>
                                        <p:tgtEl>
                                          <p:spTgt spid="94308"/>
                                        </p:tgtEl>
                                        <p:attrNameLst>
                                          <p:attrName>ppt_y</p:attrName>
                                        </p:attrNameLst>
                                      </p:cBhvr>
                                      <p:tavLst>
                                        <p:tav tm="0" fmla="#ppt_y+(sin(-2*pi*(1-$))*-#ppt_x+cos(-2*pi*(1-$))*(1-#ppt_y))*(1-$)">
                                          <p:val>
                                            <p:fltVal val="0.000000"/>
                                          </p:val>
                                        </p:tav>
                                        <p:tav tm="100000">
                                          <p:val>
                                            <p:fltVal val="1.000000"/>
                                          </p:val>
                                        </p:tav>
                                      </p:tavLst>
                                    </p:anim>
                                  </p:childTnLst>
                                </p:cTn>
                              </p:par>
                            </p:childTnLst>
                          </p:cTn>
                        </p:par>
                        <p:par>
                          <p:cTn id="16" fill="hold">
                            <p:stCondLst>
                              <p:cond delay="1000"/>
                            </p:stCondLst>
                            <p:childTnLst>
                              <p:par>
                                <p:cTn id="17" presetID="3" presetClass="entr" presetSubtype="1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horizontal)">
                                      <p:cBhvr>
                                        <p:cTn id="19" dur="500"/>
                                        <p:tgtEl>
                                          <p:spTgt spid="4"/>
                                        </p:tgtEl>
                                      </p:cBhvr>
                                    </p:animEffect>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94309">
                                            <p:txEl>
                                              <p:charRg st="0" end="9"/>
                                            </p:txEl>
                                          </p:spTgt>
                                        </p:tgtEl>
                                        <p:attrNameLst>
                                          <p:attrName>style.visibility</p:attrName>
                                        </p:attrNameLst>
                                      </p:cBhvr>
                                      <p:to>
                                        <p:strVal val="visible"/>
                                      </p:to>
                                    </p:set>
                                    <p:animEffect transition="in" filter="wipe(left)">
                                      <p:cBhvr>
                                        <p:cTn id="23" dur="2000"/>
                                        <p:tgtEl>
                                          <p:spTgt spid="94309">
                                            <p:txEl>
                                              <p:charRg st="0"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94354"/>
                                        </p:tgtEl>
                                        <p:attrNameLst>
                                          <p:attrName>style.visibility</p:attrName>
                                        </p:attrNameLst>
                                      </p:cBhvr>
                                      <p:to>
                                        <p:strVal val="visible"/>
                                      </p:to>
                                    </p:set>
                                    <p:anim calcmode="lin" valueType="num">
                                      <p:cBhvr>
                                        <p:cTn id="28" dur="1000" fill="hold"/>
                                        <p:tgtEl>
                                          <p:spTgt spid="94354"/>
                                        </p:tgtEl>
                                        <p:attrNameLst>
                                          <p:attrName>ppt_w</p:attrName>
                                        </p:attrNameLst>
                                      </p:cBhvr>
                                      <p:tavLst>
                                        <p:tav tm="0">
                                          <p:val>
                                            <p:fltVal val="0.000000"/>
                                          </p:val>
                                        </p:tav>
                                        <p:tav tm="100000">
                                          <p:val>
                                            <p:strVal val="#ppt_w"/>
                                          </p:val>
                                        </p:tav>
                                      </p:tavLst>
                                    </p:anim>
                                    <p:anim calcmode="lin" valueType="num">
                                      <p:cBhvr>
                                        <p:cTn id="29" dur="1000" fill="hold"/>
                                        <p:tgtEl>
                                          <p:spTgt spid="94354"/>
                                        </p:tgtEl>
                                        <p:attrNameLst>
                                          <p:attrName>ppt_h</p:attrName>
                                        </p:attrNameLst>
                                      </p:cBhvr>
                                      <p:tavLst>
                                        <p:tav tm="0">
                                          <p:val>
                                            <p:fltVal val="0.000000"/>
                                          </p:val>
                                        </p:tav>
                                        <p:tav tm="100000">
                                          <p:val>
                                            <p:strVal val="#ppt_h"/>
                                          </p:val>
                                        </p:tav>
                                      </p:tavLst>
                                    </p:anim>
                                    <p:anim calcmode="lin" valueType="num">
                                      <p:cBhvr>
                                        <p:cTn id="30" dur="1000" fill="hold"/>
                                        <p:tgtEl>
                                          <p:spTgt spid="94354"/>
                                        </p:tgtEl>
                                        <p:attrNameLst>
                                          <p:attrName>ppt_x</p:attrName>
                                        </p:attrNameLst>
                                      </p:cBhvr>
                                      <p:tavLst>
                                        <p:tav tm="0" fmla="#ppt_x+(cos(-2*pi*(1-$))*-#ppt_x-sin(-2*pi*(1-$))*(1-#ppt_y))*(1-$)">
                                          <p:val>
                                            <p:fltVal val="0.000000"/>
                                          </p:val>
                                        </p:tav>
                                        <p:tav tm="100000">
                                          <p:val>
                                            <p:fltVal val="1.000000"/>
                                          </p:val>
                                        </p:tav>
                                      </p:tavLst>
                                    </p:anim>
                                    <p:anim calcmode="lin" valueType="num">
                                      <p:cBhvr>
                                        <p:cTn id="31" dur="1000" fill="hold"/>
                                        <p:tgtEl>
                                          <p:spTgt spid="9435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94311">
                                            <p:txEl>
                                              <p:charRg st="0" end="11"/>
                                            </p:txEl>
                                          </p:spTgt>
                                        </p:tgtEl>
                                        <p:attrNameLst>
                                          <p:attrName>style.visibility</p:attrName>
                                        </p:attrNameLst>
                                      </p:cBhvr>
                                      <p:to>
                                        <p:strVal val="visible"/>
                                      </p:to>
                                    </p:set>
                                    <p:anim calcmode="lin" valueType="num">
                                      <p:cBhvr additive="base">
                                        <p:cTn id="36" dur="500" fill="hold"/>
                                        <p:tgtEl>
                                          <p:spTgt spid="94311">
                                            <p:txEl>
                                              <p:charRg st="0" end="11"/>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94311">
                                            <p:txEl>
                                              <p:charRg st="0" end="11"/>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4337"/>
                                        </p:tgtEl>
                                        <p:attrNameLst>
                                          <p:attrName>style.visibility</p:attrName>
                                        </p:attrNameLst>
                                      </p:cBhvr>
                                      <p:to>
                                        <p:strVal val="visible"/>
                                      </p:to>
                                    </p:set>
                                    <p:animEffect transition="in" filter="wipe(left)">
                                      <p:cBhvr>
                                        <p:cTn id="42" dur="2000"/>
                                        <p:tgtEl>
                                          <p:spTgt spid="94337"/>
                                        </p:tgtEl>
                                      </p:cBhvr>
                                    </p:animEffect>
                                  </p:childTnLst>
                                </p:cTn>
                              </p:par>
                            </p:childTnLst>
                          </p:cTn>
                        </p:par>
                        <p:par>
                          <p:cTn id="43" fill="hold">
                            <p:stCondLst>
                              <p:cond delay="2000"/>
                            </p:stCondLst>
                            <p:childTnLst>
                              <p:par>
                                <p:cTn id="44" presetID="20" presetClass="entr" presetSubtype="0" fill="hold" grpId="0" nodeType="afterEffect">
                                  <p:stCondLst>
                                    <p:cond delay="0"/>
                                  </p:stCondLst>
                                  <p:childTnLst>
                                    <p:set>
                                      <p:cBhvr>
                                        <p:cTn id="45" dur="1" fill="hold">
                                          <p:stCondLst>
                                            <p:cond delay="0"/>
                                          </p:stCondLst>
                                        </p:cTn>
                                        <p:tgtEl>
                                          <p:spTgt spid="94346"/>
                                        </p:tgtEl>
                                        <p:attrNameLst>
                                          <p:attrName>style.visibility</p:attrName>
                                        </p:attrNameLst>
                                      </p:cBhvr>
                                      <p:to>
                                        <p:strVal val="visible"/>
                                      </p:to>
                                    </p:set>
                                    <p:animEffect transition="in" filter="wedge">
                                      <p:cBhvr>
                                        <p:cTn id="46" dur="2000"/>
                                        <p:tgtEl>
                                          <p:spTgt spid="9434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94338">
                                            <p:txEl>
                                              <p:charRg st="0" end="2"/>
                                            </p:txEl>
                                          </p:spTgt>
                                        </p:tgtEl>
                                        <p:attrNameLst>
                                          <p:attrName>style.visibility</p:attrName>
                                        </p:attrNameLst>
                                      </p:cBhvr>
                                      <p:to>
                                        <p:strVal val="visible"/>
                                      </p:to>
                                    </p:set>
                                    <p:anim calcmode="lin" valueType="num">
                                      <p:cBhvr additive="base">
                                        <p:cTn id="51" dur="500" fill="hold"/>
                                        <p:tgtEl>
                                          <p:spTgt spid="94338">
                                            <p:txEl>
                                              <p:charRg st="0" end="2"/>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94338">
                                            <p:txEl>
                                              <p:charRg st="0" end="2"/>
                                            </p:txEl>
                                          </p:spTgt>
                                        </p:tgtEl>
                                        <p:attrNameLst>
                                          <p:attrName>ppt_y</p:attrName>
                                        </p:attrNameLst>
                                      </p:cBhvr>
                                      <p:tavLst>
                                        <p:tav tm="0">
                                          <p:val>
                                            <p:strVal val="#ppt_y"/>
                                          </p:val>
                                        </p:tav>
                                        <p:tav tm="100000">
                                          <p:val>
                                            <p:strVal val="#ppt_y"/>
                                          </p:val>
                                        </p:tav>
                                      </p:tavLst>
                                    </p:anim>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94339"/>
                                        </p:tgtEl>
                                        <p:attrNameLst>
                                          <p:attrName>style.visibility</p:attrName>
                                        </p:attrNameLst>
                                      </p:cBhvr>
                                      <p:to>
                                        <p:strVal val="visible"/>
                                      </p:to>
                                    </p:set>
                                    <p:animEffect transition="in" filter="wipe(left)">
                                      <p:cBhvr>
                                        <p:cTn id="56" dur="2000"/>
                                        <p:tgtEl>
                                          <p:spTgt spid="94339"/>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nodeType="clickEffect">
                                  <p:stCondLst>
                                    <p:cond delay="0"/>
                                  </p:stCondLst>
                                  <p:childTnLst>
                                    <p:set>
                                      <p:cBhvr>
                                        <p:cTn id="60" dur="1" fill="hold">
                                          <p:stCondLst>
                                            <p:cond delay="0"/>
                                          </p:stCondLst>
                                        </p:cTn>
                                        <p:tgtEl>
                                          <p:spTgt spid="94340"/>
                                        </p:tgtEl>
                                        <p:attrNameLst>
                                          <p:attrName>style.visibility</p:attrName>
                                        </p:attrNameLst>
                                      </p:cBhvr>
                                      <p:to>
                                        <p:strVal val="visible"/>
                                      </p:to>
                                    </p:set>
                                    <p:animEffect transition="in" filter="slide(fromLeft)">
                                      <p:cBhvr>
                                        <p:cTn id="61" dur="500"/>
                                        <p:tgtEl>
                                          <p:spTgt spid="94340"/>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94341"/>
                                        </p:tgtEl>
                                        <p:attrNameLst>
                                          <p:attrName>style.visibility</p:attrName>
                                        </p:attrNameLst>
                                      </p:cBhvr>
                                      <p:to>
                                        <p:strVal val="visible"/>
                                      </p:to>
                                    </p:set>
                                    <p:animEffect transition="in" filter="wipe(left)">
                                      <p:cBhvr>
                                        <p:cTn id="65" dur="2000"/>
                                        <p:tgtEl>
                                          <p:spTgt spid="94341"/>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blinds(horizontal)">
                                      <p:cBhvr>
                                        <p:cTn id="70" dur="500"/>
                                        <p:tgtEl>
                                          <p:spTgt spid="5"/>
                                        </p:tgtEl>
                                      </p:cBhvr>
                                    </p:animEffect>
                                  </p:childTnLst>
                                </p:cTn>
                              </p:par>
                            </p:childTnLst>
                          </p:cTn>
                        </p:par>
                        <p:par>
                          <p:cTn id="71" fill="hold">
                            <p:stCondLst>
                              <p:cond delay="500"/>
                            </p:stCondLst>
                            <p:childTnLst>
                              <p:par>
                                <p:cTn id="72" presetID="3" presetClass="entr" presetSubtype="10" fill="hold" grpId="0" nodeType="afterEffect">
                                  <p:stCondLst>
                                    <p:cond delay="0"/>
                                  </p:stCondLst>
                                  <p:childTnLst>
                                    <p:set>
                                      <p:cBhvr>
                                        <p:cTn id="73" dur="1" fill="hold">
                                          <p:stCondLst>
                                            <p:cond delay="0"/>
                                          </p:stCondLst>
                                        </p:cTn>
                                        <p:tgtEl>
                                          <p:spTgt spid="94345"/>
                                        </p:tgtEl>
                                        <p:attrNameLst>
                                          <p:attrName>style.visibility</p:attrName>
                                        </p:attrNameLst>
                                      </p:cBhvr>
                                      <p:to>
                                        <p:strVal val="visible"/>
                                      </p:to>
                                    </p:set>
                                    <p:animEffect transition="in" filter="blinds(horizontal)">
                                      <p:cBhvr>
                                        <p:cTn id="74" dur="500"/>
                                        <p:tgtEl>
                                          <p:spTgt spid="9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49" grpId="0" build="p"/>
      <p:bldP spid="94308" grpId="0"/>
      <p:bldP spid="94309" grpId="0" build="p"/>
      <p:bldP spid="94311" grpId="0" build="p"/>
      <p:bldP spid="94338" grpId="0" build="p"/>
      <p:bldP spid="94345" grpId="0"/>
      <p:bldP spid="94346" grpId="0" animBg="1"/>
      <p:bldP spid="9435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8372" name="Group 2"/>
          <p:cNvGrpSpPr/>
          <p:nvPr/>
        </p:nvGrpSpPr>
        <p:grpSpPr>
          <a:xfrm>
            <a:off x="8316913" y="6446838"/>
            <a:ext cx="792162" cy="366712"/>
            <a:chOff x="5193" y="4020"/>
            <a:chExt cx="499" cy="231"/>
          </a:xfrm>
        </p:grpSpPr>
        <p:pic>
          <p:nvPicPr>
            <p:cNvPr id="58459"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8460"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8373" name="Group 5"/>
          <p:cNvGrpSpPr/>
          <p:nvPr/>
        </p:nvGrpSpPr>
        <p:grpSpPr>
          <a:xfrm>
            <a:off x="7453313" y="6446838"/>
            <a:ext cx="792162" cy="366712"/>
            <a:chOff x="4649" y="4020"/>
            <a:chExt cx="499" cy="231"/>
          </a:xfrm>
        </p:grpSpPr>
        <p:pic>
          <p:nvPicPr>
            <p:cNvPr id="58457"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8458"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5241" name="Text Box 9"/>
          <p:cNvSpPr txBox="1"/>
          <p:nvPr/>
        </p:nvSpPr>
        <p:spPr>
          <a:xfrm>
            <a:off x="323850" y="476250"/>
            <a:ext cx="1511300"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6-2</a:t>
            </a:r>
            <a:endParaRPr lang="en-US" altLang="zh-CN" sz="3200" b="0" dirty="0">
              <a:latin typeface="Times New Roman" panose="02020603050405020304" pitchFamily="18" charset="0"/>
              <a:ea typeface="宋体" panose="02010600030101010101" pitchFamily="2" charset="-122"/>
            </a:endParaRPr>
          </a:p>
        </p:txBody>
      </p:sp>
      <p:sp>
        <p:nvSpPr>
          <p:cNvPr id="95242" name="Text Box 10"/>
          <p:cNvSpPr txBox="1"/>
          <p:nvPr/>
        </p:nvSpPr>
        <p:spPr>
          <a:xfrm>
            <a:off x="1476375" y="476250"/>
            <a:ext cx="5256213"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利用回转器实现理想变压器。</a:t>
            </a:r>
            <a:endParaRPr lang="zh-CN" altLang="en-US" dirty="0">
              <a:solidFill>
                <a:srgbClr val="FFFF00"/>
              </a:solidFill>
              <a:latin typeface="楷体_GB2312" pitchFamily="49" charset="-122"/>
            </a:endParaRPr>
          </a:p>
        </p:txBody>
      </p:sp>
      <p:sp>
        <p:nvSpPr>
          <p:cNvPr id="95243" name="Text Box 11"/>
          <p:cNvSpPr txBox="1"/>
          <p:nvPr/>
        </p:nvSpPr>
        <p:spPr>
          <a:xfrm>
            <a:off x="1331913" y="2636838"/>
            <a:ext cx="4537075" cy="519112"/>
          </a:xfrm>
          <a:prstGeom prst="rect">
            <a:avLst/>
          </a:prstGeom>
          <a:noFill/>
          <a:ln w="9525">
            <a:noFill/>
          </a:ln>
        </p:spPr>
        <p:txBody>
          <a:bodyPr>
            <a:spAutoFit/>
          </a:bodyPr>
          <a:p>
            <a:pPr>
              <a:spcBef>
                <a:spcPct val="50000"/>
              </a:spcBef>
            </a:pPr>
            <a:r>
              <a:rPr lang="zh-CN" altLang="en-US" dirty="0">
                <a:solidFill>
                  <a:srgbClr val="FFFF00"/>
                </a:solidFill>
                <a:latin typeface="Times New Roman" panose="02020603050405020304" pitchFamily="18" charset="0"/>
              </a:rPr>
              <a:t>图示电路的</a:t>
            </a:r>
            <a:r>
              <a:rPr lang="en-US" altLang="zh-CN" b="0" i="1" dirty="0">
                <a:latin typeface="Times New Roman" panose="02020603050405020304" pitchFamily="18" charset="0"/>
              </a:rPr>
              <a:t>T</a:t>
            </a:r>
            <a:r>
              <a:rPr lang="zh-CN" altLang="en-US" dirty="0">
                <a:solidFill>
                  <a:srgbClr val="FFFF00"/>
                </a:solidFill>
                <a:latin typeface="Times New Roman" panose="02020603050405020304" pitchFamily="18" charset="0"/>
              </a:rPr>
              <a:t>参数为</a:t>
            </a:r>
            <a:endParaRPr lang="zh-CN" altLang="en-US" dirty="0">
              <a:solidFill>
                <a:srgbClr val="FFFF00"/>
              </a:solidFill>
              <a:latin typeface="Times New Roman" panose="02020603050405020304" pitchFamily="18" charset="0"/>
            </a:endParaRPr>
          </a:p>
        </p:txBody>
      </p:sp>
      <p:graphicFrame>
        <p:nvGraphicFramePr>
          <p:cNvPr id="95313" name="Object 81"/>
          <p:cNvGraphicFramePr/>
          <p:nvPr/>
        </p:nvGraphicFramePr>
        <p:xfrm>
          <a:off x="900113" y="3068638"/>
          <a:ext cx="5264150" cy="1998662"/>
        </p:xfrm>
        <a:graphic>
          <a:graphicData uri="http://schemas.openxmlformats.org/presentationml/2006/ole">
            <mc:AlternateContent xmlns:mc="http://schemas.openxmlformats.org/markup-compatibility/2006">
              <mc:Choice xmlns:v="urn:schemas-microsoft-com:vml" Requires="v">
                <p:oleObj spid="_x0000_s3474" name="" r:id="rId2" imgW="2400300" imgH="914400" progId="Equation.DSMT4">
                  <p:embed/>
                </p:oleObj>
              </mc:Choice>
              <mc:Fallback>
                <p:oleObj name="" r:id="rId2" imgW="2400300" imgH="914400" progId="Equation.DSMT4">
                  <p:embed/>
                  <p:pic>
                    <p:nvPicPr>
                      <p:cNvPr id="0" name="图片 3473"/>
                      <p:cNvPicPr/>
                      <p:nvPr/>
                    </p:nvPicPr>
                    <p:blipFill>
                      <a:blip r:embed="rId3">
                        <a:clrChange>
                          <a:clrFrom>
                            <a:srgbClr val="000000"/>
                          </a:clrFrom>
                          <a:clrTo>
                            <a:srgbClr val="FFFFFF"/>
                          </a:clrTo>
                        </a:clrChange>
                      </a:blip>
                      <a:stretch>
                        <a:fillRect/>
                      </a:stretch>
                    </p:blipFill>
                    <p:spPr>
                      <a:xfrm>
                        <a:off x="900113" y="3068638"/>
                        <a:ext cx="5264150" cy="1998662"/>
                      </a:xfrm>
                      <a:prstGeom prst="rect">
                        <a:avLst/>
                      </a:prstGeom>
                      <a:noFill/>
                      <a:ln w="38100">
                        <a:noFill/>
                        <a:miter/>
                      </a:ln>
                    </p:spPr>
                  </p:pic>
                </p:oleObj>
              </mc:Fallback>
            </mc:AlternateContent>
          </a:graphicData>
        </a:graphic>
      </p:graphicFrame>
      <p:grpSp>
        <p:nvGrpSpPr>
          <p:cNvPr id="4" name="Group 197"/>
          <p:cNvGrpSpPr/>
          <p:nvPr/>
        </p:nvGrpSpPr>
        <p:grpSpPr>
          <a:xfrm>
            <a:off x="395288" y="836613"/>
            <a:ext cx="4462462" cy="1743075"/>
            <a:chOff x="249" y="527"/>
            <a:chExt cx="2811" cy="1098"/>
          </a:xfrm>
        </p:grpSpPr>
        <p:sp>
          <p:nvSpPr>
            <p:cNvPr id="58423" name="Text Box 95"/>
            <p:cNvSpPr txBox="1"/>
            <p:nvPr/>
          </p:nvSpPr>
          <p:spPr>
            <a:xfrm>
              <a:off x="2561" y="527"/>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8424" name="Text Box 96"/>
            <p:cNvSpPr txBox="1"/>
            <p:nvPr/>
          </p:nvSpPr>
          <p:spPr>
            <a:xfrm>
              <a:off x="566" y="527"/>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i</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grpSp>
          <p:nvGrpSpPr>
            <p:cNvPr id="58425" name="Group 159"/>
            <p:cNvGrpSpPr/>
            <p:nvPr/>
          </p:nvGrpSpPr>
          <p:grpSpPr>
            <a:xfrm>
              <a:off x="249" y="618"/>
              <a:ext cx="2811" cy="1007"/>
              <a:chOff x="249" y="618"/>
              <a:chExt cx="2811" cy="1007"/>
            </a:xfrm>
          </p:grpSpPr>
          <p:sp>
            <p:nvSpPr>
              <p:cNvPr id="58426" name="Line 111"/>
              <p:cNvSpPr/>
              <p:nvPr/>
            </p:nvSpPr>
            <p:spPr>
              <a:xfrm rot="-10800000" flipV="1">
                <a:off x="2516" y="844"/>
                <a:ext cx="363" cy="1"/>
              </a:xfrm>
              <a:prstGeom prst="line">
                <a:avLst/>
              </a:prstGeom>
              <a:ln w="28575" cap="flat" cmpd="sng">
                <a:solidFill>
                  <a:srgbClr val="FF9900"/>
                </a:solidFill>
                <a:prstDash val="solid"/>
                <a:headEnd type="none" w="med" len="med"/>
                <a:tailEnd type="none" w="med" len="med"/>
              </a:ln>
            </p:spPr>
          </p:sp>
          <p:sp>
            <p:nvSpPr>
              <p:cNvPr id="58427" name="Text Box 84"/>
              <p:cNvSpPr txBox="1"/>
              <p:nvPr/>
            </p:nvSpPr>
            <p:spPr>
              <a:xfrm>
                <a:off x="1064" y="61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g</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8428" name="AutoShape 85"/>
              <p:cNvSpPr/>
              <p:nvPr/>
            </p:nvSpPr>
            <p:spPr>
              <a:xfrm rot="5400000">
                <a:off x="632" y="958"/>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8429" name="Oval 86"/>
              <p:cNvSpPr/>
              <p:nvPr/>
            </p:nvSpPr>
            <p:spPr>
              <a:xfrm>
                <a:off x="421" y="152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30" name="Oval 87"/>
              <p:cNvSpPr/>
              <p:nvPr/>
            </p:nvSpPr>
            <p:spPr>
              <a:xfrm>
                <a:off x="421" y="844"/>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31" name="Line 88"/>
              <p:cNvSpPr/>
              <p:nvPr/>
            </p:nvSpPr>
            <p:spPr>
              <a:xfrm>
                <a:off x="475" y="890"/>
                <a:ext cx="407" cy="0"/>
              </a:xfrm>
              <a:prstGeom prst="line">
                <a:avLst/>
              </a:prstGeom>
              <a:ln w="28575" cap="flat" cmpd="sng">
                <a:solidFill>
                  <a:srgbClr val="FF9900"/>
                </a:solidFill>
                <a:prstDash val="solid"/>
                <a:headEnd type="none" w="med" len="med"/>
                <a:tailEnd type="none" w="med" len="med"/>
              </a:ln>
            </p:spPr>
          </p:sp>
          <p:sp>
            <p:nvSpPr>
              <p:cNvPr id="58432" name="Line 89"/>
              <p:cNvSpPr/>
              <p:nvPr/>
            </p:nvSpPr>
            <p:spPr>
              <a:xfrm>
                <a:off x="475" y="1570"/>
                <a:ext cx="407" cy="0"/>
              </a:xfrm>
              <a:prstGeom prst="line">
                <a:avLst/>
              </a:prstGeom>
              <a:ln w="28575" cap="flat" cmpd="sng">
                <a:solidFill>
                  <a:srgbClr val="FF9900"/>
                </a:solidFill>
                <a:prstDash val="solid"/>
                <a:headEnd type="none" w="med" len="med"/>
                <a:tailEnd type="none" w="med" len="med"/>
              </a:ln>
            </p:spPr>
          </p:sp>
          <p:sp>
            <p:nvSpPr>
              <p:cNvPr id="58433" name="Line 90"/>
              <p:cNvSpPr/>
              <p:nvPr/>
            </p:nvSpPr>
            <p:spPr>
              <a:xfrm>
                <a:off x="882" y="890"/>
                <a:ext cx="0" cy="680"/>
              </a:xfrm>
              <a:prstGeom prst="line">
                <a:avLst/>
              </a:prstGeom>
              <a:ln w="28575" cap="flat" cmpd="sng">
                <a:solidFill>
                  <a:srgbClr val="FF9900"/>
                </a:solidFill>
                <a:prstDash val="solid"/>
                <a:headEnd type="none" w="med" len="med"/>
                <a:tailEnd type="none" w="med" len="med"/>
              </a:ln>
            </p:spPr>
          </p:sp>
          <p:sp>
            <p:nvSpPr>
              <p:cNvPr id="58434" name="AutoShape 91"/>
              <p:cNvSpPr/>
              <p:nvPr/>
            </p:nvSpPr>
            <p:spPr>
              <a:xfrm rot="-5400000">
                <a:off x="1267" y="913"/>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8435" name="Line 92"/>
              <p:cNvSpPr/>
              <p:nvPr/>
            </p:nvSpPr>
            <p:spPr>
              <a:xfrm rot="10800000">
                <a:off x="1517" y="1570"/>
                <a:ext cx="364" cy="0"/>
              </a:xfrm>
              <a:prstGeom prst="line">
                <a:avLst/>
              </a:prstGeom>
              <a:ln w="28575" cap="flat" cmpd="sng">
                <a:solidFill>
                  <a:srgbClr val="FF9900"/>
                </a:solidFill>
                <a:prstDash val="solid"/>
                <a:headEnd type="none" w="med" len="med"/>
                <a:tailEnd type="none" w="med" len="med"/>
              </a:ln>
            </p:spPr>
          </p:sp>
          <p:sp>
            <p:nvSpPr>
              <p:cNvPr id="58436" name="Line 93"/>
              <p:cNvSpPr/>
              <p:nvPr/>
            </p:nvSpPr>
            <p:spPr>
              <a:xfrm rot="-10800000" flipV="1">
                <a:off x="1518" y="844"/>
                <a:ext cx="363" cy="0"/>
              </a:xfrm>
              <a:prstGeom prst="line">
                <a:avLst/>
              </a:prstGeom>
              <a:ln w="28575" cap="flat" cmpd="sng">
                <a:solidFill>
                  <a:srgbClr val="FF9900"/>
                </a:solidFill>
                <a:prstDash val="solid"/>
                <a:headEnd type="none" w="med" len="med"/>
                <a:tailEnd type="none" w="med" len="med"/>
              </a:ln>
            </p:spPr>
          </p:sp>
          <p:sp>
            <p:nvSpPr>
              <p:cNvPr id="58437" name="Line 94"/>
              <p:cNvSpPr/>
              <p:nvPr/>
            </p:nvSpPr>
            <p:spPr>
              <a:xfrm rot="-10800000" flipH="1">
                <a:off x="1517" y="844"/>
                <a:ext cx="1" cy="726"/>
              </a:xfrm>
              <a:prstGeom prst="line">
                <a:avLst/>
              </a:prstGeom>
              <a:ln w="28575" cap="flat" cmpd="sng">
                <a:solidFill>
                  <a:srgbClr val="FF9900"/>
                </a:solidFill>
                <a:prstDash val="solid"/>
                <a:headEnd type="none" w="med" len="med"/>
                <a:tailEnd type="none" w="med" len="med"/>
              </a:ln>
            </p:spPr>
          </p:sp>
          <p:sp>
            <p:nvSpPr>
              <p:cNvPr id="58438" name="Text Box 97"/>
              <p:cNvSpPr txBox="1"/>
              <p:nvPr/>
            </p:nvSpPr>
            <p:spPr>
              <a:xfrm>
                <a:off x="330" y="1071"/>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1</a:t>
                </a:r>
                <a:endParaRPr lang="en-US" altLang="zh-CN" b="0" baseline="-25000" dirty="0">
                  <a:latin typeface="Times New Roman" panose="02020603050405020304" pitchFamily="18" charset="0"/>
                </a:endParaRPr>
              </a:p>
            </p:txBody>
          </p:sp>
          <p:sp>
            <p:nvSpPr>
              <p:cNvPr id="58439" name="Text Box 98"/>
              <p:cNvSpPr txBox="1"/>
              <p:nvPr/>
            </p:nvSpPr>
            <p:spPr>
              <a:xfrm>
                <a:off x="249" y="1298"/>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8440" name="Text Box 99"/>
              <p:cNvSpPr txBox="1"/>
              <p:nvPr/>
            </p:nvSpPr>
            <p:spPr>
              <a:xfrm>
                <a:off x="294" y="844"/>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8441" name="Line 100"/>
              <p:cNvSpPr/>
              <p:nvPr/>
            </p:nvSpPr>
            <p:spPr>
              <a:xfrm>
                <a:off x="521" y="890"/>
                <a:ext cx="272" cy="0"/>
              </a:xfrm>
              <a:prstGeom prst="line">
                <a:avLst/>
              </a:prstGeom>
              <a:ln w="28575" cap="flat" cmpd="sng">
                <a:solidFill>
                  <a:srgbClr val="00FFFF"/>
                </a:solidFill>
                <a:prstDash val="solid"/>
                <a:headEnd type="none" w="med" len="med"/>
                <a:tailEnd type="triangle" w="med" len="med"/>
              </a:ln>
            </p:spPr>
          </p:sp>
          <p:sp>
            <p:nvSpPr>
              <p:cNvPr id="58442" name="Line 101"/>
              <p:cNvSpPr/>
              <p:nvPr/>
            </p:nvSpPr>
            <p:spPr>
              <a:xfrm>
                <a:off x="1064" y="981"/>
                <a:ext cx="272" cy="0"/>
              </a:xfrm>
              <a:prstGeom prst="line">
                <a:avLst/>
              </a:prstGeom>
              <a:ln w="28575" cap="flat" cmpd="sng">
                <a:solidFill>
                  <a:srgbClr val="00FFFF"/>
                </a:solidFill>
                <a:prstDash val="solid"/>
                <a:headEnd type="none" w="med" len="med"/>
                <a:tailEnd type="triangle" w="med" len="med"/>
              </a:ln>
            </p:spPr>
          </p:sp>
          <p:sp>
            <p:nvSpPr>
              <p:cNvPr id="58443" name="AutoShape 102"/>
              <p:cNvSpPr/>
              <p:nvPr/>
            </p:nvSpPr>
            <p:spPr>
              <a:xfrm rot="5400000">
                <a:off x="1631" y="913"/>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8444" name="Line 103"/>
              <p:cNvSpPr/>
              <p:nvPr/>
            </p:nvSpPr>
            <p:spPr>
              <a:xfrm>
                <a:off x="1881" y="844"/>
                <a:ext cx="0" cy="726"/>
              </a:xfrm>
              <a:prstGeom prst="line">
                <a:avLst/>
              </a:prstGeom>
              <a:ln w="28575" cap="flat" cmpd="sng">
                <a:solidFill>
                  <a:srgbClr val="FF9900"/>
                </a:solidFill>
                <a:prstDash val="solid"/>
                <a:headEnd type="none" w="med" len="med"/>
                <a:tailEnd type="none" w="med" len="med"/>
              </a:ln>
            </p:spPr>
          </p:sp>
          <p:sp>
            <p:nvSpPr>
              <p:cNvPr id="58445" name="AutoShape 104"/>
              <p:cNvSpPr/>
              <p:nvPr/>
            </p:nvSpPr>
            <p:spPr>
              <a:xfrm rot="-5400000">
                <a:off x="2266" y="913"/>
                <a:ext cx="500" cy="544"/>
              </a:xfrm>
              <a:custGeom>
                <a:avLst/>
                <a:gdLst>
                  <a:gd name="txL" fmla="*/ 0 w 21600"/>
                  <a:gd name="txT" fmla="*/ 0 h 21600"/>
                  <a:gd name="txR" fmla="*/ 21600 w 21600"/>
                  <a:gd name="txB" fmla="*/ 7703 h 21600"/>
                </a:gdLst>
                <a:ahLst/>
                <a:cxnLst>
                  <a:cxn ang="0">
                    <a:pos x="6" y="0"/>
                  </a:cxn>
                  <a:cxn ang="0">
                    <a:pos x="3" y="7"/>
                  </a:cxn>
                  <a:cxn ang="0">
                    <a:pos x="6" y="7"/>
                  </a:cxn>
                  <a:cxn ang="0">
                    <a:pos x="9" y="7"/>
                  </a:cxn>
                </a:cxnLst>
                <a:rect l="txL" t="txT" r="txR" b="txB"/>
                <a:pathLst>
                  <a:path w="21600" h="21600">
                    <a:moveTo>
                      <a:pt x="10435" y="10800"/>
                    </a:moveTo>
                    <a:cubicBezTo>
                      <a:pt x="10435" y="10598"/>
                      <a:pt x="10598" y="10435"/>
                      <a:pt x="10800" y="10435"/>
                    </a:cubicBezTo>
                    <a:cubicBezTo>
                      <a:pt x="11001" y="10434"/>
                      <a:pt x="11164" y="10598"/>
                      <a:pt x="11165" y="10799"/>
                    </a:cubicBezTo>
                    <a:lnTo>
                      <a:pt x="21600" y="10800"/>
                    </a:lnTo>
                    <a:cubicBezTo>
                      <a:pt x="21600" y="4835"/>
                      <a:pt x="16764" y="0"/>
                      <a:pt x="10800" y="0"/>
                    </a:cubicBezTo>
                    <a:cubicBezTo>
                      <a:pt x="4835" y="0"/>
                      <a:pt x="0" y="4835"/>
                      <a:pt x="0" y="10800"/>
                    </a:cubicBezTo>
                    <a:close/>
                  </a:path>
                </a:pathLst>
              </a:custGeom>
              <a:gradFill rotWithShape="1">
                <a:gsLst>
                  <a:gs pos="0">
                    <a:srgbClr val="FF9900"/>
                  </a:gs>
                  <a:gs pos="100000">
                    <a:srgbClr val="764700"/>
                  </a:gs>
                </a:gsLst>
                <a:path path="rect">
                  <a:fillToRect l="50000" t="50000" r="50000" b="50000"/>
                </a:path>
                <a:tileRect/>
              </a:gradFill>
              <a:ln w="9525">
                <a:noFill/>
              </a:ln>
            </p:spPr>
            <p:txBody>
              <a:bodyPr wrap="none" anchor="ctr" anchorCtr="0"/>
              <a:p>
                <a:endParaRPr lang="zh-CN" altLang="en-US" dirty="0">
                  <a:latin typeface="Arial" panose="020B0604020202020204" pitchFamily="34" charset="0"/>
                </a:endParaRPr>
              </a:p>
            </p:txBody>
          </p:sp>
          <p:sp>
            <p:nvSpPr>
              <p:cNvPr id="58446" name="Line 105"/>
              <p:cNvSpPr/>
              <p:nvPr/>
            </p:nvSpPr>
            <p:spPr>
              <a:xfrm rot="10800000">
                <a:off x="2516" y="845"/>
                <a:ext cx="0" cy="726"/>
              </a:xfrm>
              <a:prstGeom prst="line">
                <a:avLst/>
              </a:prstGeom>
              <a:ln w="28575" cap="flat" cmpd="sng">
                <a:solidFill>
                  <a:srgbClr val="FF9900"/>
                </a:solidFill>
                <a:prstDash val="solid"/>
                <a:headEnd type="none" w="med" len="med"/>
                <a:tailEnd type="none" w="med" len="med"/>
              </a:ln>
            </p:spPr>
          </p:sp>
          <p:sp>
            <p:nvSpPr>
              <p:cNvPr id="58447" name="Text Box 106"/>
              <p:cNvSpPr txBox="1"/>
              <p:nvPr/>
            </p:nvSpPr>
            <p:spPr>
              <a:xfrm>
                <a:off x="2743" y="1026"/>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u</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8448" name="Text Box 107"/>
              <p:cNvSpPr txBox="1"/>
              <p:nvPr/>
            </p:nvSpPr>
            <p:spPr>
              <a:xfrm>
                <a:off x="2743" y="799"/>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a:t>
                </a:r>
                <a:endParaRPr lang="en-US" altLang="zh-CN" b="0" baseline="-25000" dirty="0">
                  <a:latin typeface="Times New Roman" panose="02020603050405020304" pitchFamily="18" charset="0"/>
                </a:endParaRPr>
              </a:p>
            </p:txBody>
          </p:sp>
          <p:sp>
            <p:nvSpPr>
              <p:cNvPr id="58449" name="Text Box 108"/>
              <p:cNvSpPr txBox="1"/>
              <p:nvPr/>
            </p:nvSpPr>
            <p:spPr>
              <a:xfrm>
                <a:off x="2743" y="1298"/>
                <a:ext cx="317" cy="327"/>
              </a:xfrm>
              <a:prstGeom prst="rect">
                <a:avLst/>
              </a:prstGeom>
              <a:noFill/>
              <a:ln w="9525">
                <a:noFill/>
              </a:ln>
            </p:spPr>
            <p:txBody>
              <a:bodyPr>
                <a:spAutoFit/>
              </a:bodyPr>
              <a:p>
                <a:pPr>
                  <a:spcBef>
                    <a:spcPct val="50000"/>
                  </a:spcBef>
                </a:pPr>
                <a:r>
                  <a:rPr lang="en-US" altLang="zh-CN" b="0" i="1" dirty="0">
                    <a:latin typeface="宋体" panose="02010600030101010101" pitchFamily="2" charset="-122"/>
                    <a:ea typeface="宋体" panose="02010600030101010101" pitchFamily="2" charset="-122"/>
                  </a:rPr>
                  <a:t>-</a:t>
                </a:r>
                <a:endParaRPr lang="en-US" altLang="zh-CN" b="0" baseline="-25000" dirty="0">
                  <a:latin typeface="宋体" panose="02010600030101010101" pitchFamily="2" charset="-122"/>
                  <a:ea typeface="宋体" panose="02010600030101010101" pitchFamily="2" charset="-122"/>
                </a:endParaRPr>
              </a:p>
            </p:txBody>
          </p:sp>
          <p:sp>
            <p:nvSpPr>
              <p:cNvPr id="58450" name="Line 109"/>
              <p:cNvSpPr/>
              <p:nvPr/>
            </p:nvSpPr>
            <p:spPr>
              <a:xfrm>
                <a:off x="2562" y="845"/>
                <a:ext cx="272" cy="0"/>
              </a:xfrm>
              <a:prstGeom prst="line">
                <a:avLst/>
              </a:prstGeom>
              <a:ln w="28575" cap="flat" cmpd="sng">
                <a:solidFill>
                  <a:srgbClr val="00FFFF"/>
                </a:solidFill>
                <a:prstDash val="solid"/>
                <a:headEnd type="triangle" w="med" len="med"/>
                <a:tailEnd type="none" w="med" len="med"/>
              </a:ln>
            </p:spPr>
          </p:sp>
          <p:sp>
            <p:nvSpPr>
              <p:cNvPr id="58451" name="Line 110"/>
              <p:cNvSpPr/>
              <p:nvPr/>
            </p:nvSpPr>
            <p:spPr>
              <a:xfrm rot="-10800000" flipV="1">
                <a:off x="2516" y="1570"/>
                <a:ext cx="363" cy="1"/>
              </a:xfrm>
              <a:prstGeom prst="line">
                <a:avLst/>
              </a:prstGeom>
              <a:ln w="28575" cap="flat" cmpd="sng">
                <a:solidFill>
                  <a:srgbClr val="FF9900"/>
                </a:solidFill>
                <a:prstDash val="solid"/>
                <a:headEnd type="none" w="med" len="med"/>
                <a:tailEnd type="none" w="med" len="med"/>
              </a:ln>
            </p:spPr>
          </p:sp>
          <p:sp>
            <p:nvSpPr>
              <p:cNvPr id="58452" name="Text Box 112"/>
              <p:cNvSpPr txBox="1"/>
              <p:nvPr/>
            </p:nvSpPr>
            <p:spPr>
              <a:xfrm>
                <a:off x="2063" y="618"/>
                <a:ext cx="317"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g</a:t>
                </a:r>
                <a:r>
                  <a:rPr lang="en-US" altLang="zh-CN" b="0" baseline="-25000" dirty="0">
                    <a:latin typeface="Times New Roman" panose="02020603050405020304" pitchFamily="18" charset="0"/>
                  </a:rPr>
                  <a:t>2</a:t>
                </a:r>
                <a:endParaRPr lang="en-US" altLang="zh-CN" b="0" baseline="-25000" dirty="0">
                  <a:latin typeface="Times New Roman" panose="02020603050405020304" pitchFamily="18" charset="0"/>
                </a:endParaRPr>
              </a:p>
            </p:txBody>
          </p:sp>
          <p:sp>
            <p:nvSpPr>
              <p:cNvPr id="58453" name="Line 113"/>
              <p:cNvSpPr/>
              <p:nvPr/>
            </p:nvSpPr>
            <p:spPr>
              <a:xfrm>
                <a:off x="2063" y="981"/>
                <a:ext cx="272" cy="0"/>
              </a:xfrm>
              <a:prstGeom prst="line">
                <a:avLst/>
              </a:prstGeom>
              <a:ln w="28575" cap="flat" cmpd="sng">
                <a:solidFill>
                  <a:srgbClr val="00FFFF"/>
                </a:solidFill>
                <a:prstDash val="solid"/>
                <a:headEnd type="none" w="med" len="med"/>
                <a:tailEnd type="triangle" w="med" len="med"/>
              </a:ln>
            </p:spPr>
          </p:sp>
          <p:sp>
            <p:nvSpPr>
              <p:cNvPr id="58454" name="Oval 114"/>
              <p:cNvSpPr/>
              <p:nvPr/>
            </p:nvSpPr>
            <p:spPr>
              <a:xfrm>
                <a:off x="2879" y="800"/>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55" name="Oval 115"/>
              <p:cNvSpPr/>
              <p:nvPr/>
            </p:nvSpPr>
            <p:spPr>
              <a:xfrm>
                <a:off x="2879" y="1525"/>
                <a:ext cx="68" cy="68"/>
              </a:xfrm>
              <a:prstGeom prst="ellipse">
                <a:avLst/>
              </a:prstGeom>
              <a:no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56" name="Line 116"/>
              <p:cNvSpPr/>
              <p:nvPr/>
            </p:nvSpPr>
            <p:spPr>
              <a:xfrm>
                <a:off x="1565" y="845"/>
                <a:ext cx="272" cy="0"/>
              </a:xfrm>
              <a:prstGeom prst="line">
                <a:avLst/>
              </a:prstGeom>
              <a:ln w="28575" cap="flat" cmpd="sng">
                <a:solidFill>
                  <a:srgbClr val="00FFFF"/>
                </a:solidFill>
                <a:prstDash val="solid"/>
                <a:headEnd type="none" w="med" len="med"/>
                <a:tailEnd type="triangle" w="med" len="med"/>
              </a:ln>
            </p:spPr>
          </p:sp>
        </p:grpSp>
      </p:grpSp>
      <p:sp>
        <p:nvSpPr>
          <p:cNvPr id="95349" name="Line 117"/>
          <p:cNvSpPr/>
          <p:nvPr/>
        </p:nvSpPr>
        <p:spPr>
          <a:xfrm>
            <a:off x="4859338" y="1989138"/>
            <a:ext cx="647700" cy="0"/>
          </a:xfrm>
          <a:prstGeom prst="line">
            <a:avLst/>
          </a:prstGeom>
          <a:ln w="76200" cap="flat" cmpd="sng">
            <a:solidFill>
              <a:srgbClr val="3399FF"/>
            </a:solidFill>
            <a:prstDash val="solid"/>
            <a:headEnd type="none" w="med" len="med"/>
            <a:tailEnd type="triangle" w="med" len="med"/>
          </a:ln>
        </p:spPr>
      </p:sp>
      <p:graphicFrame>
        <p:nvGraphicFramePr>
          <p:cNvPr id="95380" name="Object 148"/>
          <p:cNvGraphicFramePr/>
          <p:nvPr/>
        </p:nvGraphicFramePr>
        <p:xfrm>
          <a:off x="6156325" y="3284538"/>
          <a:ext cx="1838325" cy="1414462"/>
        </p:xfrm>
        <a:graphic>
          <a:graphicData uri="http://schemas.openxmlformats.org/presentationml/2006/ole">
            <mc:AlternateContent xmlns:mc="http://schemas.openxmlformats.org/markup-compatibility/2006">
              <mc:Choice xmlns:v="urn:schemas-microsoft-com:vml" Requires="v">
                <p:oleObj spid="_x0000_s3475" name="" r:id="rId4" imgW="838200" imgH="647700" progId="Equation.3">
                  <p:embed/>
                </p:oleObj>
              </mc:Choice>
              <mc:Fallback>
                <p:oleObj name="" r:id="rId4" imgW="838200" imgH="647700" progId="Equation.3">
                  <p:embed/>
                  <p:pic>
                    <p:nvPicPr>
                      <p:cNvPr id="0" name="图片 3474"/>
                      <p:cNvPicPr/>
                      <p:nvPr/>
                    </p:nvPicPr>
                    <p:blipFill>
                      <a:blip r:embed="rId5">
                        <a:clrChange>
                          <a:clrFrom>
                            <a:srgbClr val="000000"/>
                          </a:clrFrom>
                          <a:clrTo>
                            <a:srgbClr val="FFFFFF"/>
                          </a:clrTo>
                        </a:clrChange>
                      </a:blip>
                      <a:stretch>
                        <a:fillRect/>
                      </a:stretch>
                    </p:blipFill>
                    <p:spPr>
                      <a:xfrm>
                        <a:off x="6156325" y="3284538"/>
                        <a:ext cx="1838325" cy="1414462"/>
                      </a:xfrm>
                      <a:prstGeom prst="rect">
                        <a:avLst/>
                      </a:prstGeom>
                      <a:noFill/>
                      <a:ln w="38100">
                        <a:noFill/>
                        <a:miter/>
                      </a:ln>
                    </p:spPr>
                  </p:pic>
                </p:oleObj>
              </mc:Fallback>
            </mc:AlternateContent>
          </a:graphicData>
        </a:graphic>
      </p:graphicFrame>
      <p:grpSp>
        <p:nvGrpSpPr>
          <p:cNvPr id="6" name="Group 149"/>
          <p:cNvGrpSpPr/>
          <p:nvPr/>
        </p:nvGrpSpPr>
        <p:grpSpPr>
          <a:xfrm>
            <a:off x="180975" y="4797425"/>
            <a:ext cx="1644650" cy="850900"/>
            <a:chOff x="385" y="3022"/>
            <a:chExt cx="1036" cy="536"/>
          </a:xfrm>
        </p:grpSpPr>
        <p:pic>
          <p:nvPicPr>
            <p:cNvPr id="58421" name="Picture 150" descr="123"/>
            <p:cNvPicPr>
              <a:picLocks noChangeAspect="1"/>
            </p:cNvPicPr>
            <p:nvPr/>
          </p:nvPicPr>
          <p:blipFill>
            <a:blip r:embed="rId6"/>
            <a:stretch>
              <a:fillRect/>
            </a:stretch>
          </p:blipFill>
          <p:spPr>
            <a:xfrm>
              <a:off x="385" y="3022"/>
              <a:ext cx="590" cy="536"/>
            </a:xfrm>
            <a:prstGeom prst="rect">
              <a:avLst/>
            </a:prstGeom>
            <a:noFill/>
            <a:ln w="9525">
              <a:noFill/>
            </a:ln>
          </p:spPr>
        </p:pic>
        <p:sp>
          <p:nvSpPr>
            <p:cNvPr id="58422" name="Text Box 151"/>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sp>
        <p:nvSpPr>
          <p:cNvPr id="95384" name="Rectangle 152"/>
          <p:cNvSpPr/>
          <p:nvPr/>
        </p:nvSpPr>
        <p:spPr>
          <a:xfrm>
            <a:off x="611188" y="4941888"/>
            <a:ext cx="7993062" cy="1117600"/>
          </a:xfrm>
          <a:prstGeom prst="rect">
            <a:avLst/>
          </a:prstGeom>
          <a:noFill/>
          <a:ln w="9525">
            <a:noFill/>
          </a:ln>
        </p:spPr>
        <p:txBody>
          <a:bodyPr anchor="ctr" anchorCtr="0">
            <a:spAutoFit/>
          </a:bodyPr>
          <a:p>
            <a:pPr>
              <a:lnSpc>
                <a:spcPct val="120000"/>
              </a:lnSpc>
            </a:pPr>
            <a:r>
              <a:rPr lang="en-US" altLang="zh-CN" dirty="0">
                <a:solidFill>
                  <a:srgbClr val="FFFF00"/>
                </a:solidFill>
                <a:latin typeface="Arial" panose="020B0604020202020204" pitchFamily="34" charset="0"/>
              </a:rPr>
              <a:t>            </a:t>
            </a:r>
            <a:r>
              <a:rPr lang="zh-CN" altLang="en-US" dirty="0">
                <a:solidFill>
                  <a:srgbClr val="FFFF00"/>
                </a:solidFill>
                <a:latin typeface="Arial" panose="020B0604020202020204" pitchFamily="34" charset="0"/>
              </a:rPr>
              <a:t>两个回转器的级联相当于一个变比</a:t>
            </a:r>
            <a:r>
              <a:rPr lang="en-US" altLang="zh-CN" b="0" i="1" dirty="0">
                <a:latin typeface="Times New Roman" panose="02020603050405020304" pitchFamily="18" charset="0"/>
              </a:rPr>
              <a:t>n</a:t>
            </a:r>
            <a:r>
              <a:rPr lang="en-US" altLang="zh-CN" b="0" dirty="0">
                <a:latin typeface="Times New Roman" panose="02020603050405020304" pitchFamily="18" charset="0"/>
              </a:rPr>
              <a:t>=</a:t>
            </a:r>
            <a:r>
              <a:rPr lang="en-US" altLang="zh-CN" b="0" i="1" dirty="0">
                <a:latin typeface="Times New Roman" panose="02020603050405020304" pitchFamily="18" charset="0"/>
              </a:rPr>
              <a:t>g</a:t>
            </a:r>
            <a:r>
              <a:rPr lang="en-US" altLang="zh-CN" b="0" baseline="-25000" dirty="0">
                <a:latin typeface="Times New Roman" panose="02020603050405020304" pitchFamily="18" charset="0"/>
              </a:rPr>
              <a:t>2</a:t>
            </a:r>
            <a:r>
              <a:rPr lang="en-US" altLang="zh-CN" b="0" dirty="0">
                <a:latin typeface="Times New Roman" panose="02020603050405020304" pitchFamily="18" charset="0"/>
              </a:rPr>
              <a:t>/</a:t>
            </a:r>
            <a:r>
              <a:rPr lang="en-US" altLang="zh-CN" b="0" i="1" dirty="0">
                <a:latin typeface="Times New Roman" panose="02020603050405020304" pitchFamily="18" charset="0"/>
              </a:rPr>
              <a:t>g</a:t>
            </a:r>
            <a:r>
              <a:rPr lang="en-US" altLang="zh-CN" b="0" baseline="-25000" dirty="0">
                <a:latin typeface="Times New Roman" panose="02020603050405020304" pitchFamily="18" charset="0"/>
              </a:rPr>
              <a:t>1</a:t>
            </a:r>
            <a:r>
              <a:rPr lang="zh-CN" altLang="en-US" dirty="0">
                <a:solidFill>
                  <a:srgbClr val="FFFF00"/>
                </a:solidFill>
                <a:latin typeface="Arial" panose="020B0604020202020204" pitchFamily="34" charset="0"/>
              </a:rPr>
              <a:t>的理想变压器。 </a:t>
            </a:r>
            <a:endParaRPr lang="zh-CN" altLang="en-US" dirty="0">
              <a:solidFill>
                <a:srgbClr val="FFFF00"/>
              </a:solidFill>
              <a:latin typeface="Arial" panose="020B0604020202020204" pitchFamily="34" charset="0"/>
            </a:endParaRPr>
          </a:p>
        </p:txBody>
      </p:sp>
      <p:grpSp>
        <p:nvGrpSpPr>
          <p:cNvPr id="58381" name="Group 156"/>
          <p:cNvGrpSpPr/>
          <p:nvPr/>
        </p:nvGrpSpPr>
        <p:grpSpPr>
          <a:xfrm>
            <a:off x="6588125" y="6446838"/>
            <a:ext cx="792163" cy="366712"/>
            <a:chOff x="4649" y="4020"/>
            <a:chExt cx="499" cy="231"/>
          </a:xfrm>
        </p:grpSpPr>
        <p:pic>
          <p:nvPicPr>
            <p:cNvPr id="58419" name="Picture 15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8420" name="Text Box 15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
        <p:nvSpPr>
          <p:cNvPr id="95392" name="Text Box 160"/>
          <p:cNvSpPr txBox="1"/>
          <p:nvPr/>
        </p:nvSpPr>
        <p:spPr>
          <a:xfrm>
            <a:off x="539750" y="2636838"/>
            <a:ext cx="706438" cy="519112"/>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grpSp>
        <p:nvGrpSpPr>
          <p:cNvPr id="8" name="Group 161"/>
          <p:cNvGrpSpPr/>
          <p:nvPr/>
        </p:nvGrpSpPr>
        <p:grpSpPr>
          <a:xfrm>
            <a:off x="5449888" y="765175"/>
            <a:ext cx="3551237" cy="1922463"/>
            <a:chOff x="340" y="1979"/>
            <a:chExt cx="2237" cy="1211"/>
          </a:xfrm>
        </p:grpSpPr>
        <p:sp>
          <p:nvSpPr>
            <p:cNvPr id="58384" name="Line 162"/>
            <p:cNvSpPr/>
            <p:nvPr/>
          </p:nvSpPr>
          <p:spPr>
            <a:xfrm flipV="1">
              <a:off x="1259" y="2342"/>
              <a:ext cx="0" cy="283"/>
            </a:xfrm>
            <a:prstGeom prst="line">
              <a:avLst/>
            </a:prstGeom>
            <a:ln w="28575" cap="flat" cmpd="sng">
              <a:solidFill>
                <a:srgbClr val="FFCC00"/>
              </a:solidFill>
              <a:prstDash val="solid"/>
              <a:headEnd type="none" w="med" len="med"/>
              <a:tailEnd type="none" w="med" len="med"/>
            </a:ln>
          </p:spPr>
        </p:sp>
        <p:sp>
          <p:nvSpPr>
            <p:cNvPr id="58385" name="Line 163"/>
            <p:cNvSpPr/>
            <p:nvPr/>
          </p:nvSpPr>
          <p:spPr>
            <a:xfrm flipH="1" flipV="1">
              <a:off x="1259" y="2977"/>
              <a:ext cx="0" cy="192"/>
            </a:xfrm>
            <a:prstGeom prst="line">
              <a:avLst/>
            </a:prstGeom>
            <a:ln w="28575" cap="flat" cmpd="sng">
              <a:solidFill>
                <a:srgbClr val="FFCC00"/>
              </a:solidFill>
              <a:prstDash val="solid"/>
              <a:headEnd type="none" w="med" len="med"/>
              <a:tailEnd type="none" w="med" len="med"/>
            </a:ln>
          </p:spPr>
        </p:sp>
        <p:sp>
          <p:nvSpPr>
            <p:cNvPr id="58386" name="Line 164"/>
            <p:cNvSpPr/>
            <p:nvPr/>
          </p:nvSpPr>
          <p:spPr>
            <a:xfrm>
              <a:off x="533" y="3158"/>
              <a:ext cx="726" cy="0"/>
            </a:xfrm>
            <a:prstGeom prst="line">
              <a:avLst/>
            </a:prstGeom>
            <a:ln w="28575" cap="flat" cmpd="sng">
              <a:solidFill>
                <a:srgbClr val="FFCC00"/>
              </a:solidFill>
              <a:prstDash val="solid"/>
              <a:headEnd type="none" w="med" len="med"/>
              <a:tailEnd type="none" w="med" len="med"/>
            </a:ln>
          </p:spPr>
        </p:sp>
        <p:sp>
          <p:nvSpPr>
            <p:cNvPr id="58387" name="Text Box 165"/>
            <p:cNvSpPr txBox="1"/>
            <p:nvPr/>
          </p:nvSpPr>
          <p:spPr>
            <a:xfrm>
              <a:off x="1017" y="2387"/>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8388" name="Text Box 166"/>
            <p:cNvSpPr txBox="1"/>
            <p:nvPr/>
          </p:nvSpPr>
          <p:spPr>
            <a:xfrm>
              <a:off x="1644" y="2423"/>
              <a:ext cx="227"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8389" name="Text Box 167"/>
            <p:cNvSpPr txBox="1"/>
            <p:nvPr/>
          </p:nvSpPr>
          <p:spPr>
            <a:xfrm>
              <a:off x="1259" y="2115"/>
              <a:ext cx="403"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n</a:t>
              </a:r>
              <a:r>
                <a:rPr lang="en-US" altLang="zh-CN" b="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58390" name="Text Box 168"/>
            <p:cNvSpPr txBox="1"/>
            <p:nvPr/>
          </p:nvSpPr>
          <p:spPr>
            <a:xfrm>
              <a:off x="340" y="2387"/>
              <a:ext cx="242"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8391" name="Text Box 169"/>
            <p:cNvSpPr txBox="1"/>
            <p:nvPr/>
          </p:nvSpPr>
          <p:spPr>
            <a:xfrm>
              <a:off x="340" y="2705"/>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58392" name="Text Box 170"/>
            <p:cNvSpPr txBox="1"/>
            <p:nvPr/>
          </p:nvSpPr>
          <p:spPr>
            <a:xfrm>
              <a:off x="340" y="2569"/>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58393" name="Text Box 171"/>
            <p:cNvSpPr txBox="1"/>
            <p:nvPr/>
          </p:nvSpPr>
          <p:spPr>
            <a:xfrm>
              <a:off x="2273" y="2342"/>
              <a:ext cx="242"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8394" name="Text Box 172"/>
            <p:cNvSpPr txBox="1"/>
            <p:nvPr/>
          </p:nvSpPr>
          <p:spPr>
            <a:xfrm>
              <a:off x="2273" y="2750"/>
              <a:ext cx="228" cy="327"/>
            </a:xfrm>
            <a:prstGeom prst="rect">
              <a:avLst/>
            </a:prstGeom>
            <a:noFill/>
            <a:ln w="38100">
              <a:noFill/>
            </a:ln>
          </p:spPr>
          <p:txBody>
            <a:bodyPr wrap="none">
              <a:spAutoFit/>
            </a:bodyPr>
            <a:p>
              <a:r>
                <a:rPr lang="en-US" altLang="zh-CN" b="0" dirty="0">
                  <a:latin typeface="Times New Roman" panose="02020603050405020304" pitchFamily="18" charset="0"/>
                  <a:ea typeface="宋体" panose="02010600030101010101" pitchFamily="2" charset="-122"/>
                </a:rPr>
                <a:t>_</a:t>
              </a:r>
              <a:endParaRPr lang="en-US" altLang="zh-CN" b="0" dirty="0">
                <a:latin typeface="Times New Roman" panose="02020603050405020304" pitchFamily="18" charset="0"/>
                <a:ea typeface="宋体" panose="02010600030101010101" pitchFamily="2" charset="-122"/>
              </a:endParaRPr>
            </a:p>
          </p:txBody>
        </p:sp>
        <p:sp>
          <p:nvSpPr>
            <p:cNvPr id="58395" name="Text Box 173"/>
            <p:cNvSpPr txBox="1"/>
            <p:nvPr/>
          </p:nvSpPr>
          <p:spPr>
            <a:xfrm>
              <a:off x="2273" y="2569"/>
              <a:ext cx="304" cy="327"/>
            </a:xfrm>
            <a:prstGeom prst="rect">
              <a:avLst/>
            </a:prstGeom>
            <a:noFill/>
            <a:ln w="38100">
              <a:noFill/>
            </a:ln>
          </p:spPr>
          <p:txBody>
            <a:bodyPr wrap="none">
              <a:spAutoFit/>
            </a:bodyPr>
            <a:p>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58396" name="Line 174"/>
            <p:cNvSpPr/>
            <p:nvPr/>
          </p:nvSpPr>
          <p:spPr>
            <a:xfrm>
              <a:off x="1644" y="3158"/>
              <a:ext cx="726" cy="0"/>
            </a:xfrm>
            <a:prstGeom prst="line">
              <a:avLst/>
            </a:prstGeom>
            <a:ln w="28575" cap="flat" cmpd="sng">
              <a:solidFill>
                <a:srgbClr val="FFCC00"/>
              </a:solidFill>
              <a:prstDash val="solid"/>
              <a:headEnd type="none" w="med" len="med"/>
              <a:tailEnd type="none" w="med" len="med"/>
            </a:ln>
          </p:spPr>
        </p:sp>
        <p:sp>
          <p:nvSpPr>
            <p:cNvPr id="58397" name="Line 175"/>
            <p:cNvSpPr/>
            <p:nvPr/>
          </p:nvSpPr>
          <p:spPr>
            <a:xfrm>
              <a:off x="1644" y="2342"/>
              <a:ext cx="726" cy="0"/>
            </a:xfrm>
            <a:prstGeom prst="line">
              <a:avLst/>
            </a:prstGeom>
            <a:ln w="28575" cap="flat" cmpd="sng">
              <a:solidFill>
                <a:srgbClr val="FFCC00"/>
              </a:solidFill>
              <a:prstDash val="solid"/>
              <a:headEnd type="none" w="med" len="med"/>
              <a:tailEnd type="none" w="med" len="med"/>
            </a:ln>
          </p:spPr>
        </p:sp>
        <p:sp>
          <p:nvSpPr>
            <p:cNvPr id="58398" name="Line 176"/>
            <p:cNvSpPr/>
            <p:nvPr/>
          </p:nvSpPr>
          <p:spPr>
            <a:xfrm>
              <a:off x="485" y="2342"/>
              <a:ext cx="774" cy="0"/>
            </a:xfrm>
            <a:prstGeom prst="line">
              <a:avLst/>
            </a:prstGeom>
            <a:ln w="28575" cap="flat" cmpd="sng">
              <a:solidFill>
                <a:srgbClr val="FFCC00"/>
              </a:solidFill>
              <a:prstDash val="solid"/>
              <a:headEnd type="none" w="med" len="med"/>
              <a:tailEnd type="none" w="med" len="med"/>
            </a:ln>
          </p:spPr>
        </p:sp>
        <p:sp>
          <p:nvSpPr>
            <p:cNvPr id="58399" name="Line 177"/>
            <p:cNvSpPr/>
            <p:nvPr/>
          </p:nvSpPr>
          <p:spPr>
            <a:xfrm flipH="1" flipV="1">
              <a:off x="1644" y="2977"/>
              <a:ext cx="0" cy="192"/>
            </a:xfrm>
            <a:prstGeom prst="line">
              <a:avLst/>
            </a:prstGeom>
            <a:ln w="28575" cap="flat" cmpd="sng">
              <a:solidFill>
                <a:srgbClr val="FFCC00"/>
              </a:solidFill>
              <a:prstDash val="solid"/>
              <a:headEnd type="none" w="med" len="med"/>
              <a:tailEnd type="none" w="med" len="med"/>
            </a:ln>
          </p:spPr>
        </p:sp>
        <p:sp>
          <p:nvSpPr>
            <p:cNvPr id="58400" name="Line 178"/>
            <p:cNvSpPr/>
            <p:nvPr/>
          </p:nvSpPr>
          <p:spPr>
            <a:xfrm flipH="1" flipV="1">
              <a:off x="1644" y="2342"/>
              <a:ext cx="0" cy="283"/>
            </a:xfrm>
            <a:prstGeom prst="line">
              <a:avLst/>
            </a:prstGeom>
            <a:ln w="28575" cap="flat" cmpd="sng">
              <a:solidFill>
                <a:srgbClr val="FFCC00"/>
              </a:solidFill>
              <a:prstDash val="solid"/>
              <a:headEnd type="none" w="med" len="med"/>
              <a:tailEnd type="none" w="med" len="med"/>
            </a:ln>
          </p:spPr>
        </p:sp>
        <p:sp>
          <p:nvSpPr>
            <p:cNvPr id="58401" name="Line 179"/>
            <p:cNvSpPr/>
            <p:nvPr/>
          </p:nvSpPr>
          <p:spPr>
            <a:xfrm>
              <a:off x="567" y="2341"/>
              <a:ext cx="387" cy="0"/>
            </a:xfrm>
            <a:prstGeom prst="line">
              <a:avLst/>
            </a:prstGeom>
            <a:ln w="38100" cap="flat" cmpd="sng">
              <a:solidFill>
                <a:srgbClr val="00FFFF"/>
              </a:solidFill>
              <a:prstDash val="solid"/>
              <a:headEnd type="none" w="med" len="med"/>
              <a:tailEnd type="triangle" w="med" len="med"/>
            </a:ln>
          </p:spPr>
        </p:sp>
        <p:sp>
          <p:nvSpPr>
            <p:cNvPr id="58402" name="Line 180"/>
            <p:cNvSpPr/>
            <p:nvPr/>
          </p:nvSpPr>
          <p:spPr>
            <a:xfrm>
              <a:off x="1882" y="2341"/>
              <a:ext cx="387" cy="0"/>
            </a:xfrm>
            <a:prstGeom prst="line">
              <a:avLst/>
            </a:prstGeom>
            <a:ln w="28575" cap="flat" cmpd="sng">
              <a:solidFill>
                <a:srgbClr val="00FFFF"/>
              </a:solidFill>
              <a:prstDash val="solid"/>
              <a:headEnd type="triangle" w="med" len="med"/>
              <a:tailEnd type="none" w="med" len="med"/>
            </a:ln>
          </p:spPr>
        </p:sp>
        <p:sp>
          <p:nvSpPr>
            <p:cNvPr id="58403" name="Text Box 181"/>
            <p:cNvSpPr txBox="1"/>
            <p:nvPr/>
          </p:nvSpPr>
          <p:spPr>
            <a:xfrm>
              <a:off x="612" y="1979"/>
              <a:ext cx="484"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ea typeface="仿宋_GB2312" pitchFamily="49" charset="-122"/>
                </a:rPr>
                <a:t>i</a:t>
              </a:r>
              <a:r>
                <a:rPr lang="en-US" altLang="zh-CN" b="0" baseline="-25000" dirty="0">
                  <a:latin typeface="Times New Roman" panose="02020603050405020304" pitchFamily="18" charset="0"/>
                  <a:ea typeface="仿宋_GB2312" pitchFamily="49" charset="-122"/>
                </a:rPr>
                <a:t>1</a:t>
              </a:r>
              <a:endParaRPr lang="en-US" altLang="zh-CN" b="0" baseline="-25000" dirty="0">
                <a:latin typeface="Times New Roman" panose="02020603050405020304" pitchFamily="18" charset="0"/>
                <a:ea typeface="仿宋_GB2312" pitchFamily="49" charset="-122"/>
              </a:endParaRPr>
            </a:p>
          </p:txBody>
        </p:sp>
        <p:sp>
          <p:nvSpPr>
            <p:cNvPr id="58404" name="Text Box 182"/>
            <p:cNvSpPr txBox="1"/>
            <p:nvPr/>
          </p:nvSpPr>
          <p:spPr>
            <a:xfrm>
              <a:off x="1973" y="1979"/>
              <a:ext cx="484"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ea typeface="仿宋_GB2312" pitchFamily="49" charset="-122"/>
                </a:rPr>
                <a:t>i</a:t>
              </a:r>
              <a:r>
                <a:rPr lang="en-US" altLang="zh-CN" b="0" baseline="-25000" dirty="0">
                  <a:latin typeface="Times New Roman" panose="02020603050405020304" pitchFamily="18" charset="0"/>
                  <a:ea typeface="仿宋_GB2312" pitchFamily="49" charset="-122"/>
                </a:rPr>
                <a:t>2</a:t>
              </a:r>
              <a:endParaRPr lang="en-US" altLang="zh-CN" b="0" baseline="-25000" dirty="0">
                <a:latin typeface="Times New Roman" panose="02020603050405020304" pitchFamily="18" charset="0"/>
                <a:ea typeface="仿宋_GB2312" pitchFamily="49" charset="-122"/>
              </a:endParaRPr>
            </a:p>
          </p:txBody>
        </p:sp>
        <p:grpSp>
          <p:nvGrpSpPr>
            <p:cNvPr id="58405" name="Group 183"/>
            <p:cNvGrpSpPr/>
            <p:nvPr/>
          </p:nvGrpSpPr>
          <p:grpSpPr>
            <a:xfrm>
              <a:off x="1565" y="2614"/>
              <a:ext cx="91" cy="363"/>
              <a:chOff x="1565" y="2614"/>
              <a:chExt cx="90" cy="486"/>
            </a:xfrm>
          </p:grpSpPr>
          <p:sp>
            <p:nvSpPr>
              <p:cNvPr id="58415" name="Arc 184"/>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6" name="Arc 185"/>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7" name="Arc 186"/>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8" name="Arc 187"/>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58406" name="Group 188"/>
            <p:cNvGrpSpPr/>
            <p:nvPr/>
          </p:nvGrpSpPr>
          <p:grpSpPr>
            <a:xfrm rot="10800000">
              <a:off x="1247" y="2614"/>
              <a:ext cx="90" cy="363"/>
              <a:chOff x="1565" y="2614"/>
              <a:chExt cx="90" cy="486"/>
            </a:xfrm>
          </p:grpSpPr>
          <p:sp>
            <p:nvSpPr>
              <p:cNvPr id="58411" name="Arc 189"/>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2" name="Arc 190"/>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3" name="Arc 191"/>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4" name="Arc 192"/>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58407" name="Oval 193"/>
            <p:cNvSpPr/>
            <p:nvPr/>
          </p:nvSpPr>
          <p:spPr>
            <a:xfrm>
              <a:off x="431" y="2314"/>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08" name="Oval 194"/>
            <p:cNvSpPr/>
            <p:nvPr/>
          </p:nvSpPr>
          <p:spPr>
            <a:xfrm>
              <a:off x="2372"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09" name="Oval 195"/>
            <p:cNvSpPr/>
            <p:nvPr/>
          </p:nvSpPr>
          <p:spPr>
            <a:xfrm>
              <a:off x="467"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8410" name="Oval 196"/>
            <p:cNvSpPr/>
            <p:nvPr/>
          </p:nvSpPr>
          <p:spPr>
            <a:xfrm>
              <a:off x="2372" y="2305"/>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5241"/>
                                        </p:tgtEl>
                                        <p:attrNameLst>
                                          <p:attrName>style.visibility</p:attrName>
                                        </p:attrNameLst>
                                      </p:cBhvr>
                                      <p:to>
                                        <p:strVal val="visible"/>
                                      </p:to>
                                    </p:set>
                                    <p:anim calcmode="lin" valueType="num">
                                      <p:cBhvr>
                                        <p:cTn id="7" dur="1000" fill="hold"/>
                                        <p:tgtEl>
                                          <p:spTgt spid="95241"/>
                                        </p:tgtEl>
                                        <p:attrNameLst>
                                          <p:attrName>ppt_w</p:attrName>
                                        </p:attrNameLst>
                                      </p:cBhvr>
                                      <p:tavLst>
                                        <p:tav tm="0">
                                          <p:val>
                                            <p:fltVal val="0.000000"/>
                                          </p:val>
                                        </p:tav>
                                        <p:tav tm="100000">
                                          <p:val>
                                            <p:strVal val="#ppt_w"/>
                                          </p:val>
                                        </p:tav>
                                      </p:tavLst>
                                    </p:anim>
                                    <p:anim calcmode="lin" valueType="num">
                                      <p:cBhvr>
                                        <p:cTn id="8" dur="1000" fill="hold"/>
                                        <p:tgtEl>
                                          <p:spTgt spid="95241"/>
                                        </p:tgtEl>
                                        <p:attrNameLst>
                                          <p:attrName>ppt_h</p:attrName>
                                        </p:attrNameLst>
                                      </p:cBhvr>
                                      <p:tavLst>
                                        <p:tav tm="0">
                                          <p:val>
                                            <p:fltVal val="0.000000"/>
                                          </p:val>
                                        </p:tav>
                                        <p:tav tm="100000">
                                          <p:val>
                                            <p:strVal val="#ppt_h"/>
                                          </p:val>
                                        </p:tav>
                                      </p:tavLst>
                                    </p:anim>
                                    <p:anim calcmode="lin" valueType="num">
                                      <p:cBhvr>
                                        <p:cTn id="9" dur="1000" fill="hold"/>
                                        <p:tgtEl>
                                          <p:spTgt spid="95241"/>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95241"/>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95242">
                                            <p:txEl>
                                              <p:charRg st="0" end="14"/>
                                            </p:txEl>
                                          </p:spTgt>
                                        </p:tgtEl>
                                        <p:attrNameLst>
                                          <p:attrName>style.visibility</p:attrName>
                                        </p:attrNameLst>
                                      </p:cBhvr>
                                      <p:to>
                                        <p:strVal val="visible"/>
                                      </p:to>
                                    </p:set>
                                    <p:animEffect transition="in" filter="wipe(left)">
                                      <p:cBhvr>
                                        <p:cTn id="18" dur="2000"/>
                                        <p:tgtEl>
                                          <p:spTgt spid="95242">
                                            <p:txEl>
                                              <p:charRg st="0" end="1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95392"/>
                                        </p:tgtEl>
                                        <p:attrNameLst>
                                          <p:attrName>style.visibility</p:attrName>
                                        </p:attrNameLst>
                                      </p:cBhvr>
                                      <p:to>
                                        <p:strVal val="visible"/>
                                      </p:to>
                                    </p:set>
                                    <p:anim calcmode="lin" valueType="num">
                                      <p:cBhvr>
                                        <p:cTn id="23" dur="1000" fill="hold"/>
                                        <p:tgtEl>
                                          <p:spTgt spid="95392"/>
                                        </p:tgtEl>
                                        <p:attrNameLst>
                                          <p:attrName>ppt_w</p:attrName>
                                        </p:attrNameLst>
                                      </p:cBhvr>
                                      <p:tavLst>
                                        <p:tav tm="0">
                                          <p:val>
                                            <p:fltVal val="0.000000"/>
                                          </p:val>
                                        </p:tav>
                                        <p:tav tm="100000">
                                          <p:val>
                                            <p:strVal val="#ppt_w"/>
                                          </p:val>
                                        </p:tav>
                                      </p:tavLst>
                                    </p:anim>
                                    <p:anim calcmode="lin" valueType="num">
                                      <p:cBhvr>
                                        <p:cTn id="24" dur="1000" fill="hold"/>
                                        <p:tgtEl>
                                          <p:spTgt spid="95392"/>
                                        </p:tgtEl>
                                        <p:attrNameLst>
                                          <p:attrName>ppt_h</p:attrName>
                                        </p:attrNameLst>
                                      </p:cBhvr>
                                      <p:tavLst>
                                        <p:tav tm="0">
                                          <p:val>
                                            <p:fltVal val="0.000000"/>
                                          </p:val>
                                        </p:tav>
                                        <p:tav tm="100000">
                                          <p:val>
                                            <p:strVal val="#ppt_h"/>
                                          </p:val>
                                        </p:tav>
                                      </p:tavLst>
                                    </p:anim>
                                    <p:anim calcmode="lin" valueType="num">
                                      <p:cBhvr>
                                        <p:cTn id="25" dur="1000" fill="hold"/>
                                        <p:tgtEl>
                                          <p:spTgt spid="95392"/>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95392"/>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5243">
                                            <p:txEl>
                                              <p:charRg st="0" end="10"/>
                                            </p:txEl>
                                          </p:spTgt>
                                        </p:tgtEl>
                                        <p:attrNameLst>
                                          <p:attrName>style.visibility</p:attrName>
                                        </p:attrNameLst>
                                      </p:cBhvr>
                                      <p:to>
                                        <p:strVal val="visible"/>
                                      </p:to>
                                    </p:set>
                                    <p:anim calcmode="lin" valueType="num">
                                      <p:cBhvr additive="base">
                                        <p:cTn id="31" dur="500" fill="hold"/>
                                        <p:tgtEl>
                                          <p:spTgt spid="95243">
                                            <p:txEl>
                                              <p:charRg st="0" end="1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5243">
                                            <p:txEl>
                                              <p:charRg st="0" end="1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5313"/>
                                        </p:tgtEl>
                                        <p:attrNameLst>
                                          <p:attrName>style.visibility</p:attrName>
                                        </p:attrNameLst>
                                      </p:cBhvr>
                                      <p:to>
                                        <p:strVal val="visible"/>
                                      </p:to>
                                    </p:set>
                                    <p:anim calcmode="lin" valueType="num">
                                      <p:cBhvr additive="base">
                                        <p:cTn id="37" dur="500" fill="hold"/>
                                        <p:tgtEl>
                                          <p:spTgt spid="95313"/>
                                        </p:tgtEl>
                                        <p:attrNameLst>
                                          <p:attrName>ppt_x</p:attrName>
                                        </p:attrNameLst>
                                      </p:cBhvr>
                                      <p:tavLst>
                                        <p:tav tm="0">
                                          <p:val>
                                            <p:strVal val="#ppt_x"/>
                                          </p:val>
                                        </p:tav>
                                        <p:tav tm="100000">
                                          <p:val>
                                            <p:strVal val="#ppt_x"/>
                                          </p:val>
                                        </p:tav>
                                      </p:tavLst>
                                    </p:anim>
                                    <p:anim calcmode="lin" valueType="num">
                                      <p:cBhvr additive="base">
                                        <p:cTn id="38" dur="500" fill="hold"/>
                                        <p:tgtEl>
                                          <p:spTgt spid="953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95349"/>
                                        </p:tgtEl>
                                        <p:attrNameLst>
                                          <p:attrName>style.visibility</p:attrName>
                                        </p:attrNameLst>
                                      </p:cBhvr>
                                      <p:to>
                                        <p:strVal val="visible"/>
                                      </p:to>
                                    </p:set>
                                    <p:animEffect transition="in" filter="slide(fromLeft)">
                                      <p:cBhvr>
                                        <p:cTn id="43" dur="500"/>
                                        <p:tgtEl>
                                          <p:spTgt spid="95349"/>
                                        </p:tgtEl>
                                      </p:cBhvr>
                                    </p:animEffect>
                                  </p:childTnLst>
                                </p:cTn>
                              </p:par>
                            </p:childTnLst>
                          </p:cTn>
                        </p:par>
                        <p:par>
                          <p:cTn id="44" fill="hold">
                            <p:stCondLst>
                              <p:cond delay="500"/>
                            </p:stCondLst>
                            <p:childTnLst>
                              <p:par>
                                <p:cTn id="45" presetID="3" presetClass="entr" presetSubtype="10" fill="hold"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95380"/>
                                        </p:tgtEl>
                                        <p:attrNameLst>
                                          <p:attrName>style.visibility</p:attrName>
                                        </p:attrNameLst>
                                      </p:cBhvr>
                                      <p:to>
                                        <p:strVal val="visible"/>
                                      </p:to>
                                    </p:set>
                                    <p:anim calcmode="lin" valueType="num">
                                      <p:cBhvr additive="base">
                                        <p:cTn id="52" dur="500" fill="hold"/>
                                        <p:tgtEl>
                                          <p:spTgt spid="95380"/>
                                        </p:tgtEl>
                                        <p:attrNameLst>
                                          <p:attrName>ppt_x</p:attrName>
                                        </p:attrNameLst>
                                      </p:cBhvr>
                                      <p:tavLst>
                                        <p:tav tm="0">
                                          <p:val>
                                            <p:strVal val="#ppt_x"/>
                                          </p:val>
                                        </p:tav>
                                        <p:tav tm="100000">
                                          <p:val>
                                            <p:strVal val="#ppt_x"/>
                                          </p:val>
                                        </p:tav>
                                      </p:tavLst>
                                    </p:anim>
                                    <p:anim calcmode="lin" valueType="num">
                                      <p:cBhvr additive="base">
                                        <p:cTn id="53" dur="500" fill="hold"/>
                                        <p:tgtEl>
                                          <p:spTgt spid="95380"/>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blinds(horizontal)">
                                      <p:cBhvr>
                                        <p:cTn id="58" dur="500"/>
                                        <p:tgtEl>
                                          <p:spTgt spid="6"/>
                                        </p:tgtEl>
                                      </p:cBhvr>
                                    </p:animEffect>
                                  </p:childTnLst>
                                </p:cTn>
                              </p:par>
                            </p:childTnLst>
                          </p:cTn>
                        </p:par>
                        <p:par>
                          <p:cTn id="59" fill="hold">
                            <p:stCondLst>
                              <p:cond delay="500"/>
                            </p:stCondLst>
                            <p:childTnLst>
                              <p:par>
                                <p:cTn id="60" presetID="3" presetClass="entr" presetSubtype="10" fill="hold" grpId="0" nodeType="afterEffect">
                                  <p:stCondLst>
                                    <p:cond delay="0"/>
                                  </p:stCondLst>
                                  <p:childTnLst>
                                    <p:set>
                                      <p:cBhvr>
                                        <p:cTn id="61" dur="1" fill="hold">
                                          <p:stCondLst>
                                            <p:cond delay="0"/>
                                          </p:stCondLst>
                                        </p:cTn>
                                        <p:tgtEl>
                                          <p:spTgt spid="95384"/>
                                        </p:tgtEl>
                                        <p:attrNameLst>
                                          <p:attrName>style.visibility</p:attrName>
                                        </p:attrNameLst>
                                      </p:cBhvr>
                                      <p:to>
                                        <p:strVal val="visible"/>
                                      </p:to>
                                    </p:set>
                                    <p:animEffect transition="in" filter="blinds(horizontal)">
                                      <p:cBhvr>
                                        <p:cTn id="62" dur="500"/>
                                        <p:tgtEl>
                                          <p:spTgt spid="95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1" grpId="0"/>
      <p:bldP spid="95242" grpId="0" build="p"/>
      <p:bldP spid="95243" grpId="0" build="p"/>
      <p:bldP spid="95384" grpId="0"/>
      <p:bldP spid="9539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Text Box 3"/>
          <p:cNvSpPr txBox="1"/>
          <p:nvPr/>
        </p:nvSpPr>
        <p:spPr>
          <a:xfrm>
            <a:off x="611188" y="981075"/>
            <a:ext cx="8135937" cy="1630363"/>
          </a:xfrm>
          <a:prstGeom prst="rect">
            <a:avLst/>
          </a:prstGeom>
          <a:noFill/>
          <a:ln w="9525">
            <a:noFill/>
          </a:ln>
        </p:spPr>
        <p:txBody>
          <a:bodyPr>
            <a:spAutoFit/>
          </a:bodyPr>
          <a:p>
            <a:pPr marL="342900" indent="-342900">
              <a:lnSpc>
                <a:spcPct val="120000"/>
              </a:lnSpc>
              <a:spcBef>
                <a:spcPct val="20000"/>
              </a:spcBef>
            </a:pPr>
            <a:r>
              <a:rPr lang="en-US" altLang="zh-CN" dirty="0">
                <a:solidFill>
                  <a:srgbClr val="FFFF00"/>
                </a:solidFill>
                <a:latin typeface="楷体_GB2312" pitchFamily="49" charset="-122"/>
                <a:sym typeface="Symbol" panose="05050102010706020507" pitchFamily="18" charset="2"/>
              </a:rPr>
              <a:t>      </a:t>
            </a:r>
            <a:r>
              <a:rPr lang="zh-CN" altLang="en-US" dirty="0">
                <a:solidFill>
                  <a:srgbClr val="FFFF00"/>
                </a:solidFill>
                <a:latin typeface="楷体_GB2312" pitchFamily="49" charset="-122"/>
                <a:sym typeface="Symbol" panose="05050102010706020507" pitchFamily="18" charset="2"/>
              </a:rPr>
              <a:t>负阻抗变换器（简称</a:t>
            </a:r>
            <a:r>
              <a:rPr lang="en-US" altLang="zh-CN" b="0" dirty="0">
                <a:latin typeface="Times New Roman" panose="02020603050405020304" pitchFamily="18" charset="0"/>
                <a:sym typeface="Symbol" panose="05050102010706020507" pitchFamily="18" charset="2"/>
              </a:rPr>
              <a:t>NIC</a:t>
            </a:r>
            <a:r>
              <a:rPr lang="zh-CN" altLang="en-US" b="0" dirty="0">
                <a:solidFill>
                  <a:srgbClr val="FFFF00"/>
                </a:solidFill>
                <a:latin typeface="Times New Roman" panose="02020603050405020304" pitchFamily="18" charset="0"/>
                <a:sym typeface="Symbol" panose="05050102010706020507" pitchFamily="18" charset="2"/>
              </a:rPr>
              <a:t>）</a:t>
            </a:r>
            <a:r>
              <a:rPr lang="zh-CN" altLang="en-US" dirty="0">
                <a:solidFill>
                  <a:srgbClr val="FFFF00"/>
                </a:solidFill>
                <a:latin typeface="楷体_GB2312" pitchFamily="49" charset="-122"/>
                <a:sym typeface="Symbol" panose="05050102010706020507" pitchFamily="18" charset="2"/>
              </a:rPr>
              <a:t>是一个能将阻抗按一定比例进行变换并改变其符号的二端口元件，可以用晶体管电路或运算放大器来实现。</a:t>
            </a:r>
            <a:endParaRPr lang="zh-CN" altLang="en-US" dirty="0">
              <a:solidFill>
                <a:srgbClr val="FFFF00"/>
              </a:solidFill>
              <a:latin typeface="楷体_GB2312" pitchFamily="49" charset="-122"/>
              <a:sym typeface="Symbol" panose="05050102010706020507" pitchFamily="18" charset="2"/>
            </a:endParaRPr>
          </a:p>
        </p:txBody>
      </p:sp>
      <p:sp>
        <p:nvSpPr>
          <p:cNvPr id="96260" name="Text Box 4"/>
          <p:cNvSpPr txBox="1"/>
          <p:nvPr/>
        </p:nvSpPr>
        <p:spPr>
          <a:xfrm>
            <a:off x="539750" y="476250"/>
            <a:ext cx="3311525" cy="579438"/>
          </a:xfrm>
          <a:prstGeom prst="rect">
            <a:avLst/>
          </a:prstGeom>
          <a:noFill/>
          <a:ln w="9525">
            <a:noFill/>
          </a:ln>
        </p:spPr>
        <p:txBody>
          <a:bodyPr>
            <a:spAutoFit/>
          </a:bodyPr>
          <a:p>
            <a:pPr>
              <a:spcBef>
                <a:spcPct val="50000"/>
              </a:spcBef>
            </a:pPr>
            <a:r>
              <a:rPr lang="en-US" altLang="zh-CN" sz="3200" b="0" dirty="0">
                <a:latin typeface="Times New Roman" panose="02020603050405020304" pitchFamily="18" charset="0"/>
              </a:rPr>
              <a:t>2.</a:t>
            </a:r>
            <a:r>
              <a:rPr lang="en-US" altLang="zh-CN" sz="3200" dirty="0">
                <a:latin typeface="楷体_GB2312" pitchFamily="49" charset="-122"/>
              </a:rPr>
              <a:t> </a:t>
            </a:r>
            <a:r>
              <a:rPr lang="zh-CN" altLang="en-US" sz="3200" dirty="0">
                <a:latin typeface="楷体_GB2312" pitchFamily="49" charset="-122"/>
              </a:rPr>
              <a:t>负阻抗变换器</a:t>
            </a:r>
            <a:endParaRPr lang="zh-CN" altLang="en-US" sz="3200" dirty="0">
              <a:latin typeface="楷体_GB2312" pitchFamily="49" charset="-122"/>
            </a:endParaRPr>
          </a:p>
        </p:txBody>
      </p:sp>
      <p:grpSp>
        <p:nvGrpSpPr>
          <p:cNvPr id="59397" name="Group 5"/>
          <p:cNvGrpSpPr/>
          <p:nvPr/>
        </p:nvGrpSpPr>
        <p:grpSpPr>
          <a:xfrm>
            <a:off x="8316913" y="6446838"/>
            <a:ext cx="792162" cy="366712"/>
            <a:chOff x="5193" y="4020"/>
            <a:chExt cx="499" cy="231"/>
          </a:xfrm>
        </p:grpSpPr>
        <p:pic>
          <p:nvPicPr>
            <p:cNvPr id="59429" name="Picture 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59430" name="Text Box 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59398" name="Group 8"/>
          <p:cNvGrpSpPr/>
          <p:nvPr/>
        </p:nvGrpSpPr>
        <p:grpSpPr>
          <a:xfrm>
            <a:off x="7453313" y="6446838"/>
            <a:ext cx="792162" cy="366712"/>
            <a:chOff x="4649" y="4020"/>
            <a:chExt cx="499" cy="231"/>
          </a:xfrm>
        </p:grpSpPr>
        <p:pic>
          <p:nvPicPr>
            <p:cNvPr id="59427" name="Picture 9"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9428" name="Text Box 10">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6267" name="Text Box 11"/>
          <p:cNvSpPr txBox="1"/>
          <p:nvPr/>
        </p:nvSpPr>
        <p:spPr>
          <a:xfrm>
            <a:off x="827088" y="2565400"/>
            <a:ext cx="5400675" cy="604838"/>
          </a:xfrm>
          <a:prstGeom prst="rect">
            <a:avLst/>
          </a:prstGeom>
          <a:noFill/>
          <a:ln w="9525">
            <a:noFill/>
          </a:ln>
        </p:spPr>
        <p:txBody>
          <a:bodyPr>
            <a:spAutoFit/>
          </a:bodyPr>
          <a:p>
            <a:pPr marL="571500" indent="-571500" algn="just">
              <a:lnSpc>
                <a:spcPct val="120000"/>
              </a:lnSpc>
              <a:spcBef>
                <a:spcPct val="50000"/>
              </a:spcBef>
              <a:buAutoNum type="circleNumDbPlain"/>
            </a:pPr>
            <a:r>
              <a:rPr lang="zh-CN" altLang="en-US" dirty="0">
                <a:solidFill>
                  <a:srgbClr val="FF9900"/>
                </a:solidFill>
                <a:latin typeface="楷体_GB2312" pitchFamily="49" charset="-122"/>
              </a:rPr>
              <a:t>负阻抗变换器的基本特性</a:t>
            </a:r>
            <a:endParaRPr lang="zh-CN" altLang="en-US" dirty="0">
              <a:solidFill>
                <a:srgbClr val="FF9900"/>
              </a:solidFill>
              <a:latin typeface="楷体_GB2312" pitchFamily="49" charset="-122"/>
            </a:endParaRPr>
          </a:p>
        </p:txBody>
      </p:sp>
      <p:sp>
        <p:nvSpPr>
          <p:cNvPr id="96268" name="Text Box 12"/>
          <p:cNvSpPr txBox="1"/>
          <p:nvPr/>
        </p:nvSpPr>
        <p:spPr>
          <a:xfrm>
            <a:off x="1258888" y="3429000"/>
            <a:ext cx="1233487" cy="547688"/>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zh-CN" altLang="en-US" dirty="0">
                <a:latin typeface="Arial" panose="020B0604020202020204" pitchFamily="34" charset="0"/>
              </a:rPr>
              <a:t>符号</a:t>
            </a:r>
            <a:endParaRPr lang="zh-CN" altLang="en-US" dirty="0">
              <a:latin typeface="Arial" panose="020B0604020202020204" pitchFamily="34" charset="0"/>
            </a:endParaRPr>
          </a:p>
        </p:txBody>
      </p:sp>
      <p:sp>
        <p:nvSpPr>
          <p:cNvPr id="96295" name="Text Box 39"/>
          <p:cNvSpPr txBox="1"/>
          <p:nvPr/>
        </p:nvSpPr>
        <p:spPr>
          <a:xfrm>
            <a:off x="1187450" y="5229225"/>
            <a:ext cx="2662238" cy="547688"/>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zh-CN" altLang="en-US" dirty="0">
                <a:latin typeface="Arial" panose="020B0604020202020204" pitchFamily="34" charset="0"/>
              </a:rPr>
              <a:t>电压电流关系</a:t>
            </a:r>
            <a:endParaRPr lang="zh-CN" altLang="en-US" dirty="0">
              <a:latin typeface="Arial" panose="020B0604020202020204" pitchFamily="34" charset="0"/>
            </a:endParaRPr>
          </a:p>
        </p:txBody>
      </p:sp>
      <p:graphicFrame>
        <p:nvGraphicFramePr>
          <p:cNvPr id="96296" name="Object 40"/>
          <p:cNvGraphicFramePr/>
          <p:nvPr/>
        </p:nvGraphicFramePr>
        <p:xfrm>
          <a:off x="4140200" y="5013325"/>
          <a:ext cx="1484313" cy="1262063"/>
        </p:xfrm>
        <a:graphic>
          <a:graphicData uri="http://schemas.openxmlformats.org/presentationml/2006/ole">
            <mc:AlternateContent xmlns:mc="http://schemas.openxmlformats.org/markup-compatibility/2006">
              <mc:Choice xmlns:v="urn:schemas-microsoft-com:vml" Requires="v">
                <p:oleObj spid="_x0000_s3476" name="" r:id="rId2" imgW="584200" imgH="495300" progId="Equation.3">
                  <p:embed/>
                </p:oleObj>
              </mc:Choice>
              <mc:Fallback>
                <p:oleObj name="" r:id="rId2" imgW="584200" imgH="495300" progId="Equation.3">
                  <p:embed/>
                  <p:pic>
                    <p:nvPicPr>
                      <p:cNvPr id="0" name="图片 3475"/>
                      <p:cNvPicPr/>
                      <p:nvPr/>
                    </p:nvPicPr>
                    <p:blipFill>
                      <a:blip r:embed="rId3">
                        <a:clrChange>
                          <a:clrFrom>
                            <a:srgbClr val="000000"/>
                          </a:clrFrom>
                          <a:clrTo>
                            <a:srgbClr val="FFFFFF"/>
                          </a:clrTo>
                        </a:clrChange>
                      </a:blip>
                      <a:stretch>
                        <a:fillRect/>
                      </a:stretch>
                    </p:blipFill>
                    <p:spPr>
                      <a:xfrm>
                        <a:off x="4140200" y="5013325"/>
                        <a:ext cx="1484313" cy="1262063"/>
                      </a:xfrm>
                      <a:prstGeom prst="rect">
                        <a:avLst/>
                      </a:prstGeom>
                      <a:noFill/>
                      <a:ln w="38100">
                        <a:noFill/>
                        <a:miter/>
                      </a:ln>
                    </p:spPr>
                  </p:pic>
                </p:oleObj>
              </mc:Fallback>
            </mc:AlternateContent>
          </a:graphicData>
        </a:graphic>
      </p:graphicFrame>
      <p:sp>
        <p:nvSpPr>
          <p:cNvPr id="96297" name="AutoShape 41" descr="羊皮纸"/>
          <p:cNvSpPr/>
          <p:nvPr/>
        </p:nvSpPr>
        <p:spPr>
          <a:xfrm>
            <a:off x="6372225" y="5445125"/>
            <a:ext cx="2232025" cy="503238"/>
          </a:xfrm>
          <a:prstGeom prst="wedgeRoundRectCallout">
            <a:avLst>
              <a:gd name="adj1" fmla="val -89190"/>
              <a:gd name="adj2" fmla="val -787"/>
              <a:gd name="adj3" fmla="val 16667"/>
            </a:avLst>
          </a:prstGeom>
          <a:blipFill rotWithShape="1">
            <a:blip r:embed="rId4"/>
          </a:blipFill>
          <a:ln w="9525">
            <a:noFill/>
          </a:ln>
        </p:spPr>
        <p:txBody>
          <a:bodyPr/>
          <a:p>
            <a:r>
              <a:rPr lang="zh-CN" altLang="en-US" dirty="0">
                <a:solidFill>
                  <a:schemeClr val="tx1"/>
                </a:solidFill>
                <a:latin typeface="Times New Roman" panose="02020603050405020304" pitchFamily="18" charset="0"/>
              </a:rPr>
              <a:t>电流反向型</a:t>
            </a:r>
            <a:endParaRPr lang="zh-CN" altLang="en-US" dirty="0">
              <a:solidFill>
                <a:schemeClr val="tx1"/>
              </a:solidFill>
              <a:latin typeface="楷体_GB2312" pitchFamily="49" charset="-122"/>
            </a:endParaRPr>
          </a:p>
        </p:txBody>
      </p:sp>
      <p:grpSp>
        <p:nvGrpSpPr>
          <p:cNvPr id="4" name="Group 69"/>
          <p:cNvGrpSpPr/>
          <p:nvPr/>
        </p:nvGrpSpPr>
        <p:grpSpPr>
          <a:xfrm>
            <a:off x="3203575" y="3068638"/>
            <a:ext cx="3981450" cy="1600200"/>
            <a:chOff x="2018" y="1933"/>
            <a:chExt cx="2508" cy="1008"/>
          </a:xfrm>
        </p:grpSpPr>
        <p:sp>
          <p:nvSpPr>
            <p:cNvPr id="59407" name="Oval 43"/>
            <p:cNvSpPr/>
            <p:nvPr/>
          </p:nvSpPr>
          <p:spPr>
            <a:xfrm>
              <a:off x="4204" y="226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9408" name="Line 44"/>
            <p:cNvSpPr/>
            <p:nvPr/>
          </p:nvSpPr>
          <p:spPr>
            <a:xfrm>
              <a:off x="2290" y="2296"/>
              <a:ext cx="700" cy="1"/>
            </a:xfrm>
            <a:prstGeom prst="line">
              <a:avLst/>
            </a:prstGeom>
            <a:ln w="28575" cap="flat" cmpd="sng">
              <a:solidFill>
                <a:srgbClr val="FFCC00"/>
              </a:solidFill>
              <a:prstDash val="solid"/>
              <a:headEnd type="none" w="med" len="med"/>
              <a:tailEnd type="none" w="med" len="med"/>
            </a:ln>
          </p:spPr>
        </p:sp>
        <p:sp>
          <p:nvSpPr>
            <p:cNvPr id="59409" name="Line 45"/>
            <p:cNvSpPr/>
            <p:nvPr/>
          </p:nvSpPr>
          <p:spPr>
            <a:xfrm>
              <a:off x="2290" y="2795"/>
              <a:ext cx="700" cy="0"/>
            </a:xfrm>
            <a:prstGeom prst="line">
              <a:avLst/>
            </a:prstGeom>
            <a:ln w="28575" cap="flat" cmpd="sng">
              <a:solidFill>
                <a:srgbClr val="FFCC00"/>
              </a:solidFill>
              <a:prstDash val="solid"/>
              <a:headEnd type="none" w="med" len="med"/>
              <a:tailEnd type="none" w="med" len="med"/>
            </a:ln>
          </p:spPr>
        </p:sp>
        <p:sp>
          <p:nvSpPr>
            <p:cNvPr id="59410" name="Line 46"/>
            <p:cNvSpPr/>
            <p:nvPr/>
          </p:nvSpPr>
          <p:spPr>
            <a:xfrm>
              <a:off x="2517" y="2296"/>
              <a:ext cx="265" cy="0"/>
            </a:xfrm>
            <a:prstGeom prst="line">
              <a:avLst/>
            </a:prstGeom>
            <a:ln w="28575" cap="flat" cmpd="sng">
              <a:solidFill>
                <a:srgbClr val="00FFFF"/>
              </a:solidFill>
              <a:prstDash val="solid"/>
              <a:headEnd type="none" w="med" len="med"/>
              <a:tailEnd type="triangle" w="med" len="med"/>
            </a:ln>
          </p:spPr>
        </p:sp>
        <p:sp>
          <p:nvSpPr>
            <p:cNvPr id="59411" name="Text Box 47"/>
            <p:cNvSpPr txBox="1"/>
            <p:nvPr/>
          </p:nvSpPr>
          <p:spPr>
            <a:xfrm>
              <a:off x="2018" y="2070"/>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9412" name="Text Box 48"/>
            <p:cNvSpPr txBox="1"/>
            <p:nvPr/>
          </p:nvSpPr>
          <p:spPr>
            <a:xfrm>
              <a:off x="2018" y="2568"/>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59413" name="Text Box 49"/>
            <p:cNvSpPr txBox="1"/>
            <p:nvPr/>
          </p:nvSpPr>
          <p:spPr>
            <a:xfrm>
              <a:off x="2018" y="2342"/>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59414" name="Text Box 50"/>
            <p:cNvSpPr txBox="1"/>
            <p:nvPr/>
          </p:nvSpPr>
          <p:spPr>
            <a:xfrm>
              <a:off x="2426" y="1933"/>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59415" name="Line 51"/>
            <p:cNvSpPr/>
            <p:nvPr/>
          </p:nvSpPr>
          <p:spPr>
            <a:xfrm>
              <a:off x="3515" y="2296"/>
              <a:ext cx="700" cy="1"/>
            </a:xfrm>
            <a:prstGeom prst="line">
              <a:avLst/>
            </a:prstGeom>
            <a:ln w="28575" cap="flat" cmpd="sng">
              <a:solidFill>
                <a:srgbClr val="FFCC00"/>
              </a:solidFill>
              <a:prstDash val="solid"/>
              <a:headEnd type="none" w="med" len="med"/>
              <a:tailEnd type="none" w="med" len="med"/>
            </a:ln>
          </p:spPr>
        </p:sp>
        <p:sp>
          <p:nvSpPr>
            <p:cNvPr id="59416" name="Line 52"/>
            <p:cNvSpPr/>
            <p:nvPr/>
          </p:nvSpPr>
          <p:spPr>
            <a:xfrm>
              <a:off x="3515" y="2795"/>
              <a:ext cx="700" cy="1"/>
            </a:xfrm>
            <a:prstGeom prst="line">
              <a:avLst/>
            </a:prstGeom>
            <a:ln w="28575" cap="flat" cmpd="sng">
              <a:solidFill>
                <a:srgbClr val="FFCC00"/>
              </a:solidFill>
              <a:prstDash val="solid"/>
              <a:headEnd type="none" w="med" len="med"/>
              <a:tailEnd type="none" w="med" len="med"/>
            </a:ln>
          </p:spPr>
        </p:sp>
        <p:sp>
          <p:nvSpPr>
            <p:cNvPr id="59417" name="Line 53"/>
            <p:cNvSpPr/>
            <p:nvPr/>
          </p:nvSpPr>
          <p:spPr>
            <a:xfrm flipH="1">
              <a:off x="3651" y="2296"/>
              <a:ext cx="265" cy="0"/>
            </a:xfrm>
            <a:prstGeom prst="line">
              <a:avLst/>
            </a:prstGeom>
            <a:ln w="28575" cap="flat" cmpd="sng">
              <a:solidFill>
                <a:srgbClr val="00FFFF"/>
              </a:solidFill>
              <a:prstDash val="solid"/>
              <a:headEnd type="none" w="med" len="med"/>
              <a:tailEnd type="triangle" w="med" len="med"/>
            </a:ln>
          </p:spPr>
        </p:sp>
        <p:sp>
          <p:nvSpPr>
            <p:cNvPr id="59418" name="Text Box 54"/>
            <p:cNvSpPr txBox="1"/>
            <p:nvPr/>
          </p:nvSpPr>
          <p:spPr>
            <a:xfrm>
              <a:off x="3696" y="1933"/>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59419" name="Text Box 55"/>
            <p:cNvSpPr txBox="1"/>
            <p:nvPr/>
          </p:nvSpPr>
          <p:spPr>
            <a:xfrm>
              <a:off x="4241" y="2115"/>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59420" name="Text Box 56"/>
            <p:cNvSpPr txBox="1"/>
            <p:nvPr/>
          </p:nvSpPr>
          <p:spPr>
            <a:xfrm>
              <a:off x="4286" y="2614"/>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59421" name="Text Box 57"/>
            <p:cNvSpPr txBox="1"/>
            <p:nvPr/>
          </p:nvSpPr>
          <p:spPr>
            <a:xfrm>
              <a:off x="4150" y="2342"/>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59422" name="Oval 58"/>
            <p:cNvSpPr/>
            <p:nvPr/>
          </p:nvSpPr>
          <p:spPr>
            <a:xfrm>
              <a:off x="2227" y="226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9423" name="Oval 59"/>
            <p:cNvSpPr/>
            <p:nvPr/>
          </p:nvSpPr>
          <p:spPr>
            <a:xfrm>
              <a:off x="2227" y="275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9424" name="Oval 60"/>
            <p:cNvSpPr/>
            <p:nvPr/>
          </p:nvSpPr>
          <p:spPr>
            <a:xfrm>
              <a:off x="4204" y="275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9425" name="Rectangle 61"/>
            <p:cNvSpPr/>
            <p:nvPr/>
          </p:nvSpPr>
          <p:spPr>
            <a:xfrm>
              <a:off x="2834" y="2160"/>
              <a:ext cx="792" cy="758"/>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59426" name="Rectangle 62"/>
            <p:cNvSpPr/>
            <p:nvPr/>
          </p:nvSpPr>
          <p:spPr>
            <a:xfrm>
              <a:off x="2954" y="2300"/>
              <a:ext cx="606" cy="422"/>
            </a:xfrm>
            <a:prstGeom prst="rect">
              <a:avLst/>
            </a:prstGeom>
            <a:noFill/>
            <a:ln w="38100">
              <a:noFill/>
            </a:ln>
          </p:spPr>
          <p:txBody>
            <a:bodyPr wrap="none" lIns="0" tIns="0" rIns="0" bIns="0">
              <a:spAutoFit/>
            </a:bodyPr>
            <a:p>
              <a:pPr algn="ctr"/>
              <a:r>
                <a:rPr lang="en-US" altLang="zh-CN" sz="4400" b="0" dirty="0">
                  <a:latin typeface="Times New Roman" panose="02020603050405020304" pitchFamily="18" charset="0"/>
                  <a:ea typeface="宋体" panose="02010600030101010101" pitchFamily="2" charset="-122"/>
                </a:rPr>
                <a:t>NIC</a:t>
              </a:r>
              <a:endParaRPr lang="en-US" altLang="zh-CN" sz="4400" b="0" dirty="0">
                <a:latin typeface="Times New Roman" panose="02020603050405020304" pitchFamily="18" charset="0"/>
                <a:ea typeface="宋体" panose="02010600030101010101" pitchFamily="2" charset="-122"/>
              </a:endParaRPr>
            </a:p>
          </p:txBody>
        </p:sp>
      </p:grpSp>
      <p:grpSp>
        <p:nvGrpSpPr>
          <p:cNvPr id="59404" name="Group 66"/>
          <p:cNvGrpSpPr/>
          <p:nvPr/>
        </p:nvGrpSpPr>
        <p:grpSpPr>
          <a:xfrm>
            <a:off x="6588125" y="6446838"/>
            <a:ext cx="792163" cy="366712"/>
            <a:chOff x="4649" y="4020"/>
            <a:chExt cx="499" cy="231"/>
          </a:xfrm>
        </p:grpSpPr>
        <p:pic>
          <p:nvPicPr>
            <p:cNvPr id="59405" name="Picture 6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59406" name="Text Box 6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6260"/>
                                        </p:tgtEl>
                                        <p:attrNameLst>
                                          <p:attrName>style.visibility</p:attrName>
                                        </p:attrNameLst>
                                      </p:cBhvr>
                                      <p:to>
                                        <p:strVal val="visible"/>
                                      </p:to>
                                    </p:set>
                                    <p:anim calcmode="lin" valueType="num">
                                      <p:cBhvr additive="base">
                                        <p:cTn id="7" dur="500" fill="hold"/>
                                        <p:tgtEl>
                                          <p:spTgt spid="96260"/>
                                        </p:tgtEl>
                                        <p:attrNameLst>
                                          <p:attrName>ppt_x</p:attrName>
                                        </p:attrNameLst>
                                      </p:cBhvr>
                                      <p:tavLst>
                                        <p:tav tm="0">
                                          <p:val>
                                            <p:strVal val="0-#ppt_w/2"/>
                                          </p:val>
                                        </p:tav>
                                        <p:tav tm="100000">
                                          <p:val>
                                            <p:strVal val="#ppt_x"/>
                                          </p:val>
                                        </p:tav>
                                      </p:tavLst>
                                    </p:anim>
                                    <p:anim calcmode="lin" valueType="num">
                                      <p:cBhvr additive="base">
                                        <p:cTn id="8" dur="500" fill="hold"/>
                                        <p:tgtEl>
                                          <p:spTgt spid="962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96259"/>
                                        </p:tgtEl>
                                        <p:attrNameLst>
                                          <p:attrName>style.visibility</p:attrName>
                                        </p:attrNameLst>
                                      </p:cBhvr>
                                      <p:to>
                                        <p:strVal val="visible"/>
                                      </p:to>
                                    </p:set>
                                    <p:animEffect transition="in" filter="slide(fromBottom)">
                                      <p:cBhvr>
                                        <p:cTn id="13" dur="2000"/>
                                        <p:tgtEl>
                                          <p:spTgt spid="9625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6267">
                                            <p:txEl>
                                              <p:charRg st="0" end="12"/>
                                            </p:txEl>
                                          </p:spTgt>
                                        </p:tgtEl>
                                        <p:attrNameLst>
                                          <p:attrName>style.visibility</p:attrName>
                                        </p:attrNameLst>
                                      </p:cBhvr>
                                      <p:to>
                                        <p:strVal val="visible"/>
                                      </p:to>
                                    </p:set>
                                    <p:animEffect transition="in" filter="blinds(horizontal)">
                                      <p:cBhvr>
                                        <p:cTn id="18" dur="500"/>
                                        <p:tgtEl>
                                          <p:spTgt spid="96267">
                                            <p:txEl>
                                              <p:charRg st="0" end="1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96268"/>
                                        </p:tgtEl>
                                        <p:attrNameLst>
                                          <p:attrName>style.visibility</p:attrName>
                                        </p:attrNameLst>
                                      </p:cBhvr>
                                      <p:to>
                                        <p:strVal val="visible"/>
                                      </p:to>
                                    </p:set>
                                    <p:anim calcmode="lin" valueType="num">
                                      <p:cBhvr additive="base">
                                        <p:cTn id="23" dur="500" fill="hold"/>
                                        <p:tgtEl>
                                          <p:spTgt spid="96268"/>
                                        </p:tgtEl>
                                        <p:attrNameLst>
                                          <p:attrName>ppt_x</p:attrName>
                                        </p:attrNameLst>
                                      </p:cBhvr>
                                      <p:tavLst>
                                        <p:tav tm="0">
                                          <p:val>
                                            <p:strVal val="0-#ppt_w/2"/>
                                          </p:val>
                                        </p:tav>
                                        <p:tav tm="100000">
                                          <p:val>
                                            <p:strVal val="#ppt_x"/>
                                          </p:val>
                                        </p:tav>
                                      </p:tavLst>
                                    </p:anim>
                                    <p:anim calcmode="lin" valueType="num">
                                      <p:cBhvr additive="base">
                                        <p:cTn id="24" dur="500" fill="hold"/>
                                        <p:tgtEl>
                                          <p:spTgt spid="96268"/>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96295"/>
                                        </p:tgtEl>
                                        <p:attrNameLst>
                                          <p:attrName>style.visibility</p:attrName>
                                        </p:attrNameLst>
                                      </p:cBhvr>
                                      <p:to>
                                        <p:strVal val="visible"/>
                                      </p:to>
                                    </p:set>
                                    <p:anim calcmode="lin" valueType="num">
                                      <p:cBhvr additive="base">
                                        <p:cTn id="33" dur="500" fill="hold"/>
                                        <p:tgtEl>
                                          <p:spTgt spid="96295"/>
                                        </p:tgtEl>
                                        <p:attrNameLst>
                                          <p:attrName>ppt_x</p:attrName>
                                        </p:attrNameLst>
                                      </p:cBhvr>
                                      <p:tavLst>
                                        <p:tav tm="0">
                                          <p:val>
                                            <p:strVal val="0-#ppt_w/2"/>
                                          </p:val>
                                        </p:tav>
                                        <p:tav tm="100000">
                                          <p:val>
                                            <p:strVal val="#ppt_x"/>
                                          </p:val>
                                        </p:tav>
                                      </p:tavLst>
                                    </p:anim>
                                    <p:anim calcmode="lin" valueType="num">
                                      <p:cBhvr additive="base">
                                        <p:cTn id="34" dur="500" fill="hold"/>
                                        <p:tgtEl>
                                          <p:spTgt spid="9629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6296"/>
                                        </p:tgtEl>
                                        <p:attrNameLst>
                                          <p:attrName>style.visibility</p:attrName>
                                        </p:attrNameLst>
                                      </p:cBhvr>
                                      <p:to>
                                        <p:strVal val="visible"/>
                                      </p:to>
                                    </p:set>
                                    <p:animEffect transition="in" filter="wipe(left)">
                                      <p:cBhvr>
                                        <p:cTn id="39" dur="2000"/>
                                        <p:tgtEl>
                                          <p:spTgt spid="96296"/>
                                        </p:tgtEl>
                                      </p:cBhvr>
                                    </p:animEffect>
                                  </p:childTnLst>
                                </p:cTn>
                              </p:par>
                            </p:childTnLst>
                          </p:cTn>
                        </p:par>
                        <p:par>
                          <p:cTn id="40" fill="hold">
                            <p:stCondLst>
                              <p:cond delay="2000"/>
                            </p:stCondLst>
                            <p:childTnLst>
                              <p:par>
                                <p:cTn id="41" presetID="20" presetClass="entr" presetSubtype="0" fill="hold" grpId="0" nodeType="afterEffect">
                                  <p:stCondLst>
                                    <p:cond delay="0"/>
                                  </p:stCondLst>
                                  <p:childTnLst>
                                    <p:set>
                                      <p:cBhvr>
                                        <p:cTn id="42" dur="1" fill="hold">
                                          <p:stCondLst>
                                            <p:cond delay="0"/>
                                          </p:stCondLst>
                                        </p:cTn>
                                        <p:tgtEl>
                                          <p:spTgt spid="96297"/>
                                        </p:tgtEl>
                                        <p:attrNameLst>
                                          <p:attrName>style.visibility</p:attrName>
                                        </p:attrNameLst>
                                      </p:cBhvr>
                                      <p:to>
                                        <p:strVal val="visible"/>
                                      </p:to>
                                    </p:set>
                                    <p:animEffect transition="in" filter="wedge">
                                      <p:cBhvr>
                                        <p:cTn id="43" dur="2000"/>
                                        <p:tgtEl>
                                          <p:spTgt spid="96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p:bldP spid="96260" grpId="0"/>
      <p:bldP spid="96267" grpId="0" build="p"/>
      <p:bldP spid="96268" grpId="0" animBg="1"/>
      <p:bldP spid="96295" grpId="0" animBg="1"/>
      <p:bldP spid="9629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0422" name="Group 2"/>
          <p:cNvGrpSpPr/>
          <p:nvPr/>
        </p:nvGrpSpPr>
        <p:grpSpPr>
          <a:xfrm>
            <a:off x="8316913" y="6446838"/>
            <a:ext cx="792162" cy="366712"/>
            <a:chOff x="5193" y="4020"/>
            <a:chExt cx="499" cy="231"/>
          </a:xfrm>
        </p:grpSpPr>
        <p:pic>
          <p:nvPicPr>
            <p:cNvPr id="60476" name="Picture 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0477" name="Text Box 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下 页</a:t>
              </a:r>
              <a:endParaRPr lang="zh-CN" altLang="en-US" sz="1800" b="0" dirty="0">
                <a:latin typeface="隶书" panose="02010509060101010101" pitchFamily="49" charset="-122"/>
                <a:ea typeface="隶书" panose="02010509060101010101" pitchFamily="49" charset="-122"/>
              </a:endParaRPr>
            </a:p>
          </p:txBody>
        </p:sp>
      </p:grpSp>
      <p:grpSp>
        <p:nvGrpSpPr>
          <p:cNvPr id="60423" name="Group 5"/>
          <p:cNvGrpSpPr/>
          <p:nvPr/>
        </p:nvGrpSpPr>
        <p:grpSpPr>
          <a:xfrm>
            <a:off x="7453313" y="6446838"/>
            <a:ext cx="792162" cy="366712"/>
            <a:chOff x="4649" y="4020"/>
            <a:chExt cx="499" cy="231"/>
          </a:xfrm>
        </p:grpSpPr>
        <p:pic>
          <p:nvPicPr>
            <p:cNvPr id="60474"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0475"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8340" name="Text Box 36"/>
          <p:cNvSpPr txBox="1"/>
          <p:nvPr/>
        </p:nvSpPr>
        <p:spPr>
          <a:xfrm>
            <a:off x="395288" y="836613"/>
            <a:ext cx="1366837" cy="519112"/>
          </a:xfrm>
          <a:prstGeom prst="rect">
            <a:avLst/>
          </a:prstGeom>
          <a:noFill/>
          <a:ln w="9525">
            <a:noFill/>
          </a:ln>
        </p:spPr>
        <p:txBody>
          <a:bodyPr>
            <a:spAutoFit/>
          </a:bodyPr>
          <a:p>
            <a:pPr>
              <a:spcBef>
                <a:spcPct val="50000"/>
              </a:spcBef>
            </a:pPr>
            <a:r>
              <a:rPr lang="zh-CN" altLang="en-US" dirty="0">
                <a:latin typeface="Arial" panose="020B0604020202020204" pitchFamily="34" charset="0"/>
              </a:rPr>
              <a:t>或</a:t>
            </a:r>
            <a:endParaRPr lang="zh-CN" altLang="en-US" dirty="0">
              <a:latin typeface="Arial" panose="020B0604020202020204" pitchFamily="34" charset="0"/>
            </a:endParaRPr>
          </a:p>
        </p:txBody>
      </p:sp>
      <p:sp>
        <p:nvSpPr>
          <p:cNvPr id="98344" name="Text Box 40"/>
          <p:cNvSpPr txBox="1"/>
          <p:nvPr/>
        </p:nvSpPr>
        <p:spPr>
          <a:xfrm>
            <a:off x="900113" y="1916113"/>
            <a:ext cx="1431925" cy="547687"/>
          </a:xfrm>
          <a:prstGeom prst="rect">
            <a:avLst/>
          </a:prstGeom>
          <a:noFill/>
          <a:ln w="28575" cap="flat" cmpd="sng">
            <a:solidFill>
              <a:srgbClr val="00FFFF"/>
            </a:solidFill>
            <a:prstDash val="solid"/>
            <a:miter/>
            <a:headEnd type="none" w="med" len="med"/>
            <a:tailEnd type="none" w="med" len="med"/>
          </a:ln>
        </p:spPr>
        <p:txBody>
          <a:bodyPr wrap="none">
            <a:spAutoFit/>
          </a:bodyPr>
          <a:p>
            <a:pPr>
              <a:spcBef>
                <a:spcPct val="50000"/>
              </a:spcBef>
              <a:buSzPct val="80000"/>
              <a:buFont typeface="Wingdings" panose="05000000000000000000" pitchFamily="2" charset="2"/>
              <a:buChar char="l"/>
            </a:pPr>
            <a:r>
              <a:rPr lang="en-US" altLang="zh-CN" dirty="0">
                <a:latin typeface="Arial" panose="020B0604020202020204" pitchFamily="34" charset="0"/>
              </a:rPr>
              <a:t> </a:t>
            </a:r>
            <a:r>
              <a:rPr lang="en-US" altLang="zh-CN" b="0" i="1" dirty="0">
                <a:latin typeface="Times New Roman" panose="02020603050405020304" pitchFamily="18" charset="0"/>
              </a:rPr>
              <a:t>T</a:t>
            </a:r>
            <a:r>
              <a:rPr lang="zh-CN" altLang="en-US" dirty="0">
                <a:latin typeface="Arial" panose="020B0604020202020204" pitchFamily="34" charset="0"/>
              </a:rPr>
              <a:t>参数</a:t>
            </a:r>
            <a:endParaRPr lang="zh-CN" altLang="en-US" dirty="0">
              <a:latin typeface="Arial" panose="020B0604020202020204" pitchFamily="34" charset="0"/>
            </a:endParaRPr>
          </a:p>
        </p:txBody>
      </p:sp>
      <p:graphicFrame>
        <p:nvGraphicFramePr>
          <p:cNvPr id="98347" name="Object 43"/>
          <p:cNvGraphicFramePr/>
          <p:nvPr/>
        </p:nvGraphicFramePr>
        <p:xfrm>
          <a:off x="1677988" y="2535238"/>
          <a:ext cx="5199062" cy="1077912"/>
        </p:xfrm>
        <a:graphic>
          <a:graphicData uri="http://schemas.openxmlformats.org/presentationml/2006/ole">
            <mc:AlternateContent xmlns:mc="http://schemas.openxmlformats.org/markup-compatibility/2006">
              <mc:Choice xmlns:v="urn:schemas-microsoft-com:vml" Requires="v">
                <p:oleObj spid="_x0000_s3478" name="" r:id="rId2" imgW="2197100" imgH="457200" progId="Equation.DSMT4">
                  <p:embed/>
                </p:oleObj>
              </mc:Choice>
              <mc:Fallback>
                <p:oleObj name="" r:id="rId2" imgW="2197100" imgH="457200" progId="Equation.DSMT4">
                  <p:embed/>
                  <p:pic>
                    <p:nvPicPr>
                      <p:cNvPr id="0" name="图片 3477"/>
                      <p:cNvPicPr/>
                      <p:nvPr/>
                    </p:nvPicPr>
                    <p:blipFill>
                      <a:blip r:embed="rId3">
                        <a:clrChange>
                          <a:clrFrom>
                            <a:srgbClr val="000000"/>
                          </a:clrFrom>
                          <a:clrTo>
                            <a:srgbClr val="FFFFFF"/>
                          </a:clrTo>
                        </a:clrChange>
                      </a:blip>
                      <a:stretch>
                        <a:fillRect/>
                      </a:stretch>
                    </p:blipFill>
                    <p:spPr>
                      <a:xfrm>
                        <a:off x="1677988" y="2535238"/>
                        <a:ext cx="5199062" cy="1077912"/>
                      </a:xfrm>
                      <a:prstGeom prst="rect">
                        <a:avLst/>
                      </a:prstGeom>
                      <a:noFill/>
                      <a:ln w="38100">
                        <a:noFill/>
                        <a:miter/>
                      </a:ln>
                    </p:spPr>
                  </p:pic>
                </p:oleObj>
              </mc:Fallback>
            </mc:AlternateContent>
          </a:graphicData>
        </a:graphic>
      </p:graphicFrame>
      <p:graphicFrame>
        <p:nvGraphicFramePr>
          <p:cNvPr id="98370" name="Object 66"/>
          <p:cNvGraphicFramePr/>
          <p:nvPr/>
        </p:nvGraphicFramePr>
        <p:xfrm>
          <a:off x="1017588" y="549275"/>
          <a:ext cx="1898650" cy="1217613"/>
        </p:xfrm>
        <a:graphic>
          <a:graphicData uri="http://schemas.openxmlformats.org/presentationml/2006/ole">
            <mc:AlternateContent xmlns:mc="http://schemas.openxmlformats.org/markup-compatibility/2006">
              <mc:Choice xmlns:v="urn:schemas-microsoft-com:vml" Requires="v">
                <p:oleObj spid="_x0000_s3477" name="" r:id="rId4" imgW="774065" imgH="495300" progId="Equation.3">
                  <p:embed/>
                </p:oleObj>
              </mc:Choice>
              <mc:Fallback>
                <p:oleObj name="" r:id="rId4" imgW="774065" imgH="495300" progId="Equation.3">
                  <p:embed/>
                  <p:pic>
                    <p:nvPicPr>
                      <p:cNvPr id="0" name="图片 3476"/>
                      <p:cNvPicPr/>
                      <p:nvPr/>
                    </p:nvPicPr>
                    <p:blipFill>
                      <a:blip r:embed="rId5">
                        <a:clrChange>
                          <a:clrFrom>
                            <a:srgbClr val="000000"/>
                          </a:clrFrom>
                          <a:clrTo>
                            <a:srgbClr val="FFFFFF"/>
                          </a:clrTo>
                        </a:clrChange>
                      </a:blip>
                      <a:stretch>
                        <a:fillRect/>
                      </a:stretch>
                    </p:blipFill>
                    <p:spPr>
                      <a:xfrm>
                        <a:off x="1017588" y="549275"/>
                        <a:ext cx="1898650" cy="1217613"/>
                      </a:xfrm>
                      <a:prstGeom prst="rect">
                        <a:avLst/>
                      </a:prstGeom>
                      <a:noFill/>
                      <a:ln w="38100">
                        <a:noFill/>
                        <a:miter/>
                      </a:ln>
                    </p:spPr>
                  </p:pic>
                </p:oleObj>
              </mc:Fallback>
            </mc:AlternateContent>
          </a:graphicData>
        </a:graphic>
      </p:graphicFrame>
      <p:sp>
        <p:nvSpPr>
          <p:cNvPr id="98371" name="AutoShape 67" descr="羊皮纸"/>
          <p:cNvSpPr/>
          <p:nvPr/>
        </p:nvSpPr>
        <p:spPr>
          <a:xfrm>
            <a:off x="3276600" y="981075"/>
            <a:ext cx="1439863" cy="1081088"/>
          </a:xfrm>
          <a:prstGeom prst="wedgeRoundRectCallout">
            <a:avLst>
              <a:gd name="adj1" fmla="val -94981"/>
              <a:gd name="adj2" fmla="val -22981"/>
              <a:gd name="adj3" fmla="val 16667"/>
            </a:avLst>
          </a:prstGeom>
          <a:blipFill rotWithShape="1">
            <a:blip r:embed="rId6"/>
          </a:blipFill>
          <a:ln w="9525">
            <a:noFill/>
          </a:ln>
        </p:spPr>
        <p:txBody>
          <a:bodyPr/>
          <a:p>
            <a:r>
              <a:rPr lang="zh-CN" altLang="en-US" dirty="0">
                <a:solidFill>
                  <a:schemeClr val="tx1"/>
                </a:solidFill>
                <a:latin typeface="Times New Roman" panose="02020603050405020304" pitchFamily="18" charset="0"/>
              </a:rPr>
              <a:t>电压反向型</a:t>
            </a:r>
            <a:endParaRPr lang="zh-CN" altLang="en-US" dirty="0">
              <a:solidFill>
                <a:schemeClr val="tx1"/>
              </a:solidFill>
              <a:latin typeface="楷体_GB2312" pitchFamily="49" charset="-122"/>
            </a:endParaRPr>
          </a:p>
        </p:txBody>
      </p:sp>
      <p:sp>
        <p:nvSpPr>
          <p:cNvPr id="98372" name="Text Box 68"/>
          <p:cNvSpPr txBox="1"/>
          <p:nvPr/>
        </p:nvSpPr>
        <p:spPr>
          <a:xfrm>
            <a:off x="827088" y="3573463"/>
            <a:ext cx="5400675" cy="604837"/>
          </a:xfrm>
          <a:prstGeom prst="rect">
            <a:avLst/>
          </a:prstGeom>
          <a:noFill/>
          <a:ln w="9525">
            <a:noFill/>
          </a:ln>
        </p:spPr>
        <p:txBody>
          <a:bodyPr>
            <a:spAutoFit/>
          </a:bodyPr>
          <a:p>
            <a:pPr marL="571500" indent="-571500" algn="just">
              <a:lnSpc>
                <a:spcPct val="120000"/>
              </a:lnSpc>
              <a:spcBef>
                <a:spcPct val="50000"/>
              </a:spcBef>
              <a:buAutoNum type="circleNumDbPlain" startAt="2"/>
            </a:pPr>
            <a:r>
              <a:rPr lang="zh-CN" altLang="en-US" dirty="0">
                <a:solidFill>
                  <a:srgbClr val="FF9900"/>
                </a:solidFill>
                <a:latin typeface="楷体_GB2312" pitchFamily="49" charset="-122"/>
              </a:rPr>
              <a:t>正阻抗变为负阻抗的性质</a:t>
            </a:r>
            <a:endParaRPr lang="zh-CN" altLang="en-US" dirty="0">
              <a:solidFill>
                <a:srgbClr val="FF9900"/>
              </a:solidFill>
              <a:latin typeface="楷体_GB2312" pitchFamily="49" charset="-122"/>
            </a:endParaRPr>
          </a:p>
        </p:txBody>
      </p:sp>
      <p:grpSp>
        <p:nvGrpSpPr>
          <p:cNvPr id="4" name="Group 120"/>
          <p:cNvGrpSpPr/>
          <p:nvPr/>
        </p:nvGrpSpPr>
        <p:grpSpPr>
          <a:xfrm>
            <a:off x="4716463" y="4149725"/>
            <a:ext cx="4248150" cy="1563688"/>
            <a:chOff x="2971" y="2614"/>
            <a:chExt cx="2676" cy="985"/>
          </a:xfrm>
        </p:grpSpPr>
        <p:sp>
          <p:nvSpPr>
            <p:cNvPr id="60453" name="Line 70"/>
            <p:cNvSpPr/>
            <p:nvPr/>
          </p:nvSpPr>
          <p:spPr>
            <a:xfrm>
              <a:off x="5148" y="2977"/>
              <a:ext cx="0" cy="499"/>
            </a:xfrm>
            <a:prstGeom prst="line">
              <a:avLst/>
            </a:prstGeom>
            <a:ln w="28575" cap="flat" cmpd="sng">
              <a:solidFill>
                <a:srgbClr val="FFCC00"/>
              </a:solidFill>
              <a:prstDash val="solid"/>
              <a:headEnd type="none" w="med" len="med"/>
              <a:tailEnd type="none" w="med" len="med"/>
            </a:ln>
          </p:spPr>
        </p:sp>
        <p:sp>
          <p:nvSpPr>
            <p:cNvPr id="60454" name="Rectangle 71"/>
            <p:cNvSpPr/>
            <p:nvPr/>
          </p:nvSpPr>
          <p:spPr>
            <a:xfrm>
              <a:off x="5103" y="306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60455" name="Text Box 72"/>
            <p:cNvSpPr txBox="1"/>
            <p:nvPr/>
          </p:nvSpPr>
          <p:spPr>
            <a:xfrm>
              <a:off x="5239" y="3067"/>
              <a:ext cx="408" cy="327"/>
            </a:xfrm>
            <a:prstGeom prst="rect">
              <a:avLst/>
            </a:prstGeom>
            <a:noFill/>
            <a:ln w="9525">
              <a:noFill/>
            </a:ln>
          </p:spPr>
          <p:txBody>
            <a:bodyPr>
              <a:spAutoFit/>
            </a:bodyPr>
            <a:p>
              <a:pPr>
                <a:spcBef>
                  <a:spcPct val="50000"/>
                </a:spcBef>
              </a:pPr>
              <a:r>
                <a:rPr lang="en-US" altLang="zh-CN" b="0" i="1" dirty="0">
                  <a:latin typeface="Times New Roman" panose="02020603050405020304" pitchFamily="18" charset="0"/>
                </a:rPr>
                <a:t>Z</a:t>
              </a:r>
              <a:r>
                <a:rPr lang="en-US" altLang="zh-CN" b="0" baseline="-25000" dirty="0">
                  <a:latin typeface="Times New Roman" panose="02020603050405020304" pitchFamily="18" charset="0"/>
                </a:rPr>
                <a:t>L</a:t>
              </a:r>
              <a:endParaRPr lang="en-US" altLang="zh-CN" b="0" baseline="-25000" dirty="0">
                <a:latin typeface="Times New Roman" panose="02020603050405020304" pitchFamily="18" charset="0"/>
              </a:endParaRPr>
            </a:p>
          </p:txBody>
        </p:sp>
        <p:sp>
          <p:nvSpPr>
            <p:cNvPr id="60456" name="Line 73"/>
            <p:cNvSpPr/>
            <p:nvPr/>
          </p:nvSpPr>
          <p:spPr>
            <a:xfrm>
              <a:off x="3243" y="2977"/>
              <a:ext cx="700" cy="1"/>
            </a:xfrm>
            <a:prstGeom prst="line">
              <a:avLst/>
            </a:prstGeom>
            <a:ln w="28575" cap="flat" cmpd="sng">
              <a:solidFill>
                <a:srgbClr val="FFCC00"/>
              </a:solidFill>
              <a:prstDash val="solid"/>
              <a:headEnd type="none" w="med" len="med"/>
              <a:tailEnd type="none" w="med" len="med"/>
            </a:ln>
          </p:spPr>
        </p:sp>
        <p:sp>
          <p:nvSpPr>
            <p:cNvPr id="60457" name="Line 74"/>
            <p:cNvSpPr/>
            <p:nvPr/>
          </p:nvSpPr>
          <p:spPr>
            <a:xfrm>
              <a:off x="3243" y="3476"/>
              <a:ext cx="700" cy="0"/>
            </a:xfrm>
            <a:prstGeom prst="line">
              <a:avLst/>
            </a:prstGeom>
            <a:ln w="28575" cap="flat" cmpd="sng">
              <a:solidFill>
                <a:srgbClr val="FFCC00"/>
              </a:solidFill>
              <a:prstDash val="solid"/>
              <a:headEnd type="none" w="med" len="med"/>
              <a:tailEnd type="none" w="med" len="med"/>
            </a:ln>
          </p:spPr>
        </p:sp>
        <p:sp>
          <p:nvSpPr>
            <p:cNvPr id="60458" name="Line 75"/>
            <p:cNvSpPr/>
            <p:nvPr/>
          </p:nvSpPr>
          <p:spPr>
            <a:xfrm>
              <a:off x="3470" y="2976"/>
              <a:ext cx="265" cy="0"/>
            </a:xfrm>
            <a:prstGeom prst="line">
              <a:avLst/>
            </a:prstGeom>
            <a:ln w="28575" cap="flat" cmpd="sng">
              <a:solidFill>
                <a:srgbClr val="00FFFF"/>
              </a:solidFill>
              <a:prstDash val="solid"/>
              <a:headEnd type="none" w="med" len="med"/>
              <a:tailEnd type="triangle" w="med" len="med"/>
            </a:ln>
          </p:spPr>
        </p:sp>
        <p:sp>
          <p:nvSpPr>
            <p:cNvPr id="60459" name="Text Box 76"/>
            <p:cNvSpPr txBox="1"/>
            <p:nvPr/>
          </p:nvSpPr>
          <p:spPr>
            <a:xfrm>
              <a:off x="2971" y="2751"/>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0460" name="Text Box 77"/>
            <p:cNvSpPr txBox="1"/>
            <p:nvPr/>
          </p:nvSpPr>
          <p:spPr>
            <a:xfrm>
              <a:off x="2971" y="3249"/>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0461" name="Text Box 78"/>
            <p:cNvSpPr txBox="1"/>
            <p:nvPr/>
          </p:nvSpPr>
          <p:spPr>
            <a:xfrm>
              <a:off x="2971" y="3023"/>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0462" name="Text Box 79"/>
            <p:cNvSpPr txBox="1"/>
            <p:nvPr/>
          </p:nvSpPr>
          <p:spPr>
            <a:xfrm>
              <a:off x="3379" y="2614"/>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0463" name="Line 80"/>
            <p:cNvSpPr/>
            <p:nvPr/>
          </p:nvSpPr>
          <p:spPr>
            <a:xfrm>
              <a:off x="4468" y="2977"/>
              <a:ext cx="700" cy="1"/>
            </a:xfrm>
            <a:prstGeom prst="line">
              <a:avLst/>
            </a:prstGeom>
            <a:ln w="28575" cap="flat" cmpd="sng">
              <a:solidFill>
                <a:srgbClr val="FFCC00"/>
              </a:solidFill>
              <a:prstDash val="solid"/>
              <a:headEnd type="none" w="med" len="med"/>
              <a:tailEnd type="none" w="med" len="med"/>
            </a:ln>
          </p:spPr>
        </p:sp>
        <p:sp>
          <p:nvSpPr>
            <p:cNvPr id="60464" name="Line 81"/>
            <p:cNvSpPr/>
            <p:nvPr/>
          </p:nvSpPr>
          <p:spPr>
            <a:xfrm>
              <a:off x="4468" y="3476"/>
              <a:ext cx="700" cy="1"/>
            </a:xfrm>
            <a:prstGeom prst="line">
              <a:avLst/>
            </a:prstGeom>
            <a:ln w="28575" cap="flat" cmpd="sng">
              <a:solidFill>
                <a:srgbClr val="FFCC00"/>
              </a:solidFill>
              <a:prstDash val="solid"/>
              <a:headEnd type="none" w="med" len="med"/>
              <a:tailEnd type="none" w="med" len="med"/>
            </a:ln>
          </p:spPr>
        </p:sp>
        <p:sp>
          <p:nvSpPr>
            <p:cNvPr id="60465" name="Line 82"/>
            <p:cNvSpPr/>
            <p:nvPr/>
          </p:nvSpPr>
          <p:spPr>
            <a:xfrm flipH="1">
              <a:off x="4785" y="2976"/>
              <a:ext cx="265" cy="0"/>
            </a:xfrm>
            <a:prstGeom prst="line">
              <a:avLst/>
            </a:prstGeom>
            <a:ln w="28575" cap="flat" cmpd="sng">
              <a:solidFill>
                <a:srgbClr val="00FFFF"/>
              </a:solidFill>
              <a:prstDash val="solid"/>
              <a:headEnd type="none" w="med" len="med"/>
              <a:tailEnd type="triangle" w="med" len="med"/>
            </a:ln>
          </p:spPr>
        </p:sp>
        <p:sp>
          <p:nvSpPr>
            <p:cNvPr id="60466" name="Text Box 83"/>
            <p:cNvSpPr txBox="1"/>
            <p:nvPr/>
          </p:nvSpPr>
          <p:spPr>
            <a:xfrm>
              <a:off x="4785" y="2614"/>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0467" name="Text Box 84"/>
            <p:cNvSpPr txBox="1"/>
            <p:nvPr/>
          </p:nvSpPr>
          <p:spPr>
            <a:xfrm>
              <a:off x="4785" y="2886"/>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0468" name="Text Box 85"/>
            <p:cNvSpPr txBox="1"/>
            <p:nvPr/>
          </p:nvSpPr>
          <p:spPr>
            <a:xfrm>
              <a:off x="4830" y="3203"/>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0469" name="Text Box 86"/>
            <p:cNvSpPr txBox="1"/>
            <p:nvPr/>
          </p:nvSpPr>
          <p:spPr>
            <a:xfrm>
              <a:off x="4740" y="3022"/>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0470" name="Oval 87"/>
            <p:cNvSpPr/>
            <p:nvPr/>
          </p:nvSpPr>
          <p:spPr>
            <a:xfrm>
              <a:off x="3180" y="2941"/>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471" name="Oval 88"/>
            <p:cNvSpPr/>
            <p:nvPr/>
          </p:nvSpPr>
          <p:spPr>
            <a:xfrm>
              <a:off x="3180" y="344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472" name="Rectangle 89"/>
            <p:cNvSpPr/>
            <p:nvPr/>
          </p:nvSpPr>
          <p:spPr>
            <a:xfrm>
              <a:off x="3787" y="2841"/>
              <a:ext cx="792" cy="758"/>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60473" name="Rectangle 90"/>
            <p:cNvSpPr/>
            <p:nvPr/>
          </p:nvSpPr>
          <p:spPr>
            <a:xfrm>
              <a:off x="3907" y="2981"/>
              <a:ext cx="606" cy="422"/>
            </a:xfrm>
            <a:prstGeom prst="rect">
              <a:avLst/>
            </a:prstGeom>
            <a:noFill/>
            <a:ln w="38100">
              <a:noFill/>
            </a:ln>
          </p:spPr>
          <p:txBody>
            <a:bodyPr wrap="none" lIns="0" tIns="0" rIns="0" bIns="0">
              <a:spAutoFit/>
            </a:bodyPr>
            <a:p>
              <a:pPr algn="ctr"/>
              <a:r>
                <a:rPr lang="en-US" altLang="zh-CN" sz="4400" b="0" dirty="0">
                  <a:latin typeface="Times New Roman" panose="02020603050405020304" pitchFamily="18" charset="0"/>
                  <a:ea typeface="宋体" panose="02010600030101010101" pitchFamily="2" charset="-122"/>
                </a:rPr>
                <a:t>NIC</a:t>
              </a:r>
              <a:endParaRPr lang="en-US" altLang="zh-CN" sz="4400" b="0" dirty="0">
                <a:latin typeface="Times New Roman" panose="02020603050405020304" pitchFamily="18" charset="0"/>
                <a:ea typeface="宋体" panose="02010600030101010101" pitchFamily="2" charset="-122"/>
              </a:endParaRPr>
            </a:p>
          </p:txBody>
        </p:sp>
      </p:grpSp>
      <p:graphicFrame>
        <p:nvGraphicFramePr>
          <p:cNvPr id="98395" name="Object 91"/>
          <p:cNvGraphicFramePr/>
          <p:nvPr/>
        </p:nvGraphicFramePr>
        <p:xfrm>
          <a:off x="827088" y="4149725"/>
          <a:ext cx="3476625" cy="1184275"/>
        </p:xfrm>
        <a:graphic>
          <a:graphicData uri="http://schemas.openxmlformats.org/presentationml/2006/ole">
            <mc:AlternateContent xmlns:mc="http://schemas.openxmlformats.org/markup-compatibility/2006">
              <mc:Choice xmlns:v="urn:schemas-microsoft-com:vml" Requires="v">
                <p:oleObj spid="_x0000_s3479" name="" r:id="rId7" imgW="1269365" imgH="431800" progId="Equation.DSMT4">
                  <p:embed/>
                </p:oleObj>
              </mc:Choice>
              <mc:Fallback>
                <p:oleObj name="" r:id="rId7" imgW="1269365" imgH="431800" progId="Equation.DSMT4">
                  <p:embed/>
                  <p:pic>
                    <p:nvPicPr>
                      <p:cNvPr id="0" name="图片 3478"/>
                      <p:cNvPicPr/>
                      <p:nvPr/>
                    </p:nvPicPr>
                    <p:blipFill>
                      <a:blip r:embed="rId8">
                        <a:clrChange>
                          <a:clrFrom>
                            <a:srgbClr val="000000"/>
                          </a:clrFrom>
                          <a:clrTo>
                            <a:srgbClr val="FFFFFF"/>
                          </a:clrTo>
                        </a:clrChange>
                      </a:blip>
                      <a:stretch>
                        <a:fillRect/>
                      </a:stretch>
                    </p:blipFill>
                    <p:spPr>
                      <a:xfrm>
                        <a:off x="827088" y="4149725"/>
                        <a:ext cx="3476625" cy="1184275"/>
                      </a:xfrm>
                      <a:prstGeom prst="rect">
                        <a:avLst/>
                      </a:prstGeom>
                      <a:noFill/>
                      <a:ln w="38100">
                        <a:noFill/>
                        <a:miter/>
                      </a:ln>
                    </p:spPr>
                  </p:pic>
                </p:oleObj>
              </mc:Fallback>
            </mc:AlternateContent>
          </a:graphicData>
        </a:graphic>
      </p:graphicFrame>
      <p:graphicFrame>
        <p:nvGraphicFramePr>
          <p:cNvPr id="98396" name="Object 92"/>
          <p:cNvGraphicFramePr/>
          <p:nvPr/>
        </p:nvGraphicFramePr>
        <p:xfrm>
          <a:off x="395288" y="5373688"/>
          <a:ext cx="3941762" cy="1049337"/>
        </p:xfrm>
        <a:graphic>
          <a:graphicData uri="http://schemas.openxmlformats.org/presentationml/2006/ole">
            <mc:AlternateContent xmlns:mc="http://schemas.openxmlformats.org/markup-compatibility/2006">
              <mc:Choice xmlns:v="urn:schemas-microsoft-com:vml" Requires="v">
                <p:oleObj spid="_x0000_s3480" name="" r:id="rId9" imgW="1624965" imgH="431800" progId="Equation.DSMT4">
                  <p:embed/>
                </p:oleObj>
              </mc:Choice>
              <mc:Fallback>
                <p:oleObj name="" r:id="rId9" imgW="1624965" imgH="431800" progId="Equation.DSMT4">
                  <p:embed/>
                  <p:pic>
                    <p:nvPicPr>
                      <p:cNvPr id="0" name="图片 3479"/>
                      <p:cNvPicPr/>
                      <p:nvPr/>
                    </p:nvPicPr>
                    <p:blipFill>
                      <a:blip r:embed="rId10">
                        <a:clrChange>
                          <a:clrFrom>
                            <a:srgbClr val="000000"/>
                          </a:clrFrom>
                          <a:clrTo>
                            <a:srgbClr val="FFFFFF"/>
                          </a:clrTo>
                        </a:clrChange>
                      </a:blip>
                      <a:stretch>
                        <a:fillRect/>
                      </a:stretch>
                    </p:blipFill>
                    <p:spPr>
                      <a:xfrm>
                        <a:off x="395288" y="5373688"/>
                        <a:ext cx="3941762" cy="1049337"/>
                      </a:xfrm>
                      <a:prstGeom prst="rect">
                        <a:avLst/>
                      </a:prstGeom>
                      <a:noFill/>
                      <a:ln w="38100">
                        <a:noFill/>
                        <a:miter/>
                      </a:ln>
                    </p:spPr>
                  </p:pic>
                </p:oleObj>
              </mc:Fallback>
            </mc:AlternateContent>
          </a:graphicData>
        </a:graphic>
      </p:graphicFrame>
      <p:grpSp>
        <p:nvGrpSpPr>
          <p:cNvPr id="60429" name="Group 96"/>
          <p:cNvGrpSpPr/>
          <p:nvPr/>
        </p:nvGrpSpPr>
        <p:grpSpPr>
          <a:xfrm>
            <a:off x="6588125" y="6446838"/>
            <a:ext cx="792163" cy="366712"/>
            <a:chOff x="4649" y="4020"/>
            <a:chExt cx="499" cy="231"/>
          </a:xfrm>
        </p:grpSpPr>
        <p:pic>
          <p:nvPicPr>
            <p:cNvPr id="60451" name="Picture 97"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0452" name="Text Box 98">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60430" name="Group 99"/>
          <p:cNvGrpSpPr/>
          <p:nvPr/>
        </p:nvGrpSpPr>
        <p:grpSpPr>
          <a:xfrm>
            <a:off x="4859338" y="476250"/>
            <a:ext cx="3981450" cy="1600200"/>
            <a:chOff x="2018" y="1933"/>
            <a:chExt cx="2508" cy="1008"/>
          </a:xfrm>
        </p:grpSpPr>
        <p:sp>
          <p:nvSpPr>
            <p:cNvPr id="60431" name="Oval 100"/>
            <p:cNvSpPr/>
            <p:nvPr/>
          </p:nvSpPr>
          <p:spPr>
            <a:xfrm>
              <a:off x="4204" y="226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432" name="Line 101"/>
            <p:cNvSpPr/>
            <p:nvPr/>
          </p:nvSpPr>
          <p:spPr>
            <a:xfrm>
              <a:off x="2290" y="2296"/>
              <a:ext cx="700" cy="1"/>
            </a:xfrm>
            <a:prstGeom prst="line">
              <a:avLst/>
            </a:prstGeom>
            <a:ln w="28575" cap="flat" cmpd="sng">
              <a:solidFill>
                <a:srgbClr val="FFCC00"/>
              </a:solidFill>
              <a:prstDash val="solid"/>
              <a:headEnd type="none" w="med" len="med"/>
              <a:tailEnd type="none" w="med" len="med"/>
            </a:ln>
          </p:spPr>
        </p:sp>
        <p:sp>
          <p:nvSpPr>
            <p:cNvPr id="60433" name="Line 102"/>
            <p:cNvSpPr/>
            <p:nvPr/>
          </p:nvSpPr>
          <p:spPr>
            <a:xfrm>
              <a:off x="2290" y="2795"/>
              <a:ext cx="700" cy="0"/>
            </a:xfrm>
            <a:prstGeom prst="line">
              <a:avLst/>
            </a:prstGeom>
            <a:ln w="28575" cap="flat" cmpd="sng">
              <a:solidFill>
                <a:srgbClr val="FFCC00"/>
              </a:solidFill>
              <a:prstDash val="solid"/>
              <a:headEnd type="none" w="med" len="med"/>
              <a:tailEnd type="none" w="med" len="med"/>
            </a:ln>
          </p:spPr>
        </p:sp>
        <p:sp>
          <p:nvSpPr>
            <p:cNvPr id="60434" name="Line 103"/>
            <p:cNvSpPr/>
            <p:nvPr/>
          </p:nvSpPr>
          <p:spPr>
            <a:xfrm>
              <a:off x="2517" y="2296"/>
              <a:ext cx="265" cy="0"/>
            </a:xfrm>
            <a:prstGeom prst="line">
              <a:avLst/>
            </a:prstGeom>
            <a:ln w="28575" cap="flat" cmpd="sng">
              <a:solidFill>
                <a:srgbClr val="00FFFF"/>
              </a:solidFill>
              <a:prstDash val="solid"/>
              <a:headEnd type="none" w="med" len="med"/>
              <a:tailEnd type="triangle" w="med" len="med"/>
            </a:ln>
          </p:spPr>
        </p:sp>
        <p:sp>
          <p:nvSpPr>
            <p:cNvPr id="60435" name="Text Box 104"/>
            <p:cNvSpPr txBox="1"/>
            <p:nvPr/>
          </p:nvSpPr>
          <p:spPr>
            <a:xfrm>
              <a:off x="2018" y="2070"/>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0436" name="Text Box 105"/>
            <p:cNvSpPr txBox="1"/>
            <p:nvPr/>
          </p:nvSpPr>
          <p:spPr>
            <a:xfrm>
              <a:off x="2018" y="2568"/>
              <a:ext cx="241"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0437" name="Text Box 106"/>
            <p:cNvSpPr txBox="1"/>
            <p:nvPr/>
          </p:nvSpPr>
          <p:spPr>
            <a:xfrm>
              <a:off x="2018" y="2342"/>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0438" name="Text Box 107"/>
            <p:cNvSpPr txBox="1"/>
            <p:nvPr/>
          </p:nvSpPr>
          <p:spPr>
            <a:xfrm>
              <a:off x="2426" y="1933"/>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1</a:t>
              </a:r>
              <a:endParaRPr lang="en-US" altLang="zh-CN" b="0" dirty="0">
                <a:latin typeface="Times New Roman" panose="02020603050405020304" pitchFamily="18" charset="0"/>
                <a:ea typeface="宋体" panose="02010600030101010101" pitchFamily="2" charset="-122"/>
              </a:endParaRPr>
            </a:p>
          </p:txBody>
        </p:sp>
        <p:sp>
          <p:nvSpPr>
            <p:cNvPr id="60439" name="Line 108"/>
            <p:cNvSpPr/>
            <p:nvPr/>
          </p:nvSpPr>
          <p:spPr>
            <a:xfrm>
              <a:off x="3515" y="2296"/>
              <a:ext cx="700" cy="1"/>
            </a:xfrm>
            <a:prstGeom prst="line">
              <a:avLst/>
            </a:prstGeom>
            <a:ln w="28575" cap="flat" cmpd="sng">
              <a:solidFill>
                <a:srgbClr val="FFCC00"/>
              </a:solidFill>
              <a:prstDash val="solid"/>
              <a:headEnd type="none" w="med" len="med"/>
              <a:tailEnd type="none" w="med" len="med"/>
            </a:ln>
          </p:spPr>
        </p:sp>
        <p:sp>
          <p:nvSpPr>
            <p:cNvPr id="60440" name="Line 109"/>
            <p:cNvSpPr/>
            <p:nvPr/>
          </p:nvSpPr>
          <p:spPr>
            <a:xfrm>
              <a:off x="3515" y="2795"/>
              <a:ext cx="700" cy="1"/>
            </a:xfrm>
            <a:prstGeom prst="line">
              <a:avLst/>
            </a:prstGeom>
            <a:ln w="28575" cap="flat" cmpd="sng">
              <a:solidFill>
                <a:srgbClr val="FFCC00"/>
              </a:solidFill>
              <a:prstDash val="solid"/>
              <a:headEnd type="none" w="med" len="med"/>
              <a:tailEnd type="none" w="med" len="med"/>
            </a:ln>
          </p:spPr>
        </p:sp>
        <p:sp>
          <p:nvSpPr>
            <p:cNvPr id="60441" name="Line 110"/>
            <p:cNvSpPr/>
            <p:nvPr/>
          </p:nvSpPr>
          <p:spPr>
            <a:xfrm flipH="1">
              <a:off x="3651" y="2296"/>
              <a:ext cx="265" cy="0"/>
            </a:xfrm>
            <a:prstGeom prst="line">
              <a:avLst/>
            </a:prstGeom>
            <a:ln w="28575" cap="flat" cmpd="sng">
              <a:solidFill>
                <a:srgbClr val="00FFFF"/>
              </a:solidFill>
              <a:prstDash val="solid"/>
              <a:headEnd type="none" w="med" len="med"/>
              <a:tailEnd type="triangle" w="med" len="med"/>
            </a:ln>
          </p:spPr>
        </p:sp>
        <p:sp>
          <p:nvSpPr>
            <p:cNvPr id="60442" name="Text Box 111"/>
            <p:cNvSpPr txBox="1"/>
            <p:nvPr/>
          </p:nvSpPr>
          <p:spPr>
            <a:xfrm>
              <a:off x="3696" y="1933"/>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i</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0443" name="Text Box 112"/>
            <p:cNvSpPr txBox="1"/>
            <p:nvPr/>
          </p:nvSpPr>
          <p:spPr>
            <a:xfrm>
              <a:off x="4241" y="2115"/>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rPr>
                <a:t>+</a:t>
              </a:r>
              <a:endParaRPr lang="en-US" altLang="zh-CN" b="0" dirty="0">
                <a:latin typeface="Times New Roman" panose="02020603050405020304" pitchFamily="18" charset="0"/>
                <a:ea typeface="宋体" panose="02010600030101010101" pitchFamily="2" charset="-122"/>
              </a:endParaRPr>
            </a:p>
          </p:txBody>
        </p:sp>
        <p:sp>
          <p:nvSpPr>
            <p:cNvPr id="60444" name="Text Box 113"/>
            <p:cNvSpPr txBox="1"/>
            <p:nvPr/>
          </p:nvSpPr>
          <p:spPr>
            <a:xfrm>
              <a:off x="4286" y="2614"/>
              <a:ext cx="240" cy="327"/>
            </a:xfrm>
            <a:prstGeom prst="rect">
              <a:avLst/>
            </a:prstGeom>
            <a:noFill/>
            <a:ln w="38100">
              <a:noFill/>
            </a:ln>
          </p:spPr>
          <p:txBody>
            <a:bodyPr>
              <a:spAutoFit/>
            </a:bodyPr>
            <a:p>
              <a:pPr>
                <a:spcBef>
                  <a:spcPct val="50000"/>
                </a:spcBef>
              </a:pPr>
              <a:r>
                <a:rPr lang="en-US" altLang="zh-CN" b="0" dirty="0">
                  <a:latin typeface="Times New Roman" panose="02020603050405020304" pitchFamily="18" charset="0"/>
                  <a:ea typeface="宋体" panose="02010600030101010101" pitchFamily="2" charset="-122"/>
                  <a:sym typeface="Symbol" panose="05050102010706020507" pitchFamily="18" charset="2"/>
                </a:rPr>
                <a:t></a:t>
              </a:r>
              <a:endParaRPr lang="en-US" altLang="zh-CN" b="0" dirty="0">
                <a:latin typeface="Times New Roman" panose="02020603050405020304" pitchFamily="18" charset="0"/>
                <a:ea typeface="宋体" panose="02010600030101010101" pitchFamily="2" charset="-122"/>
              </a:endParaRPr>
            </a:p>
          </p:txBody>
        </p:sp>
        <p:sp>
          <p:nvSpPr>
            <p:cNvPr id="60445" name="Text Box 114"/>
            <p:cNvSpPr txBox="1"/>
            <p:nvPr/>
          </p:nvSpPr>
          <p:spPr>
            <a:xfrm>
              <a:off x="4150" y="2342"/>
              <a:ext cx="322"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u</a:t>
              </a:r>
              <a:r>
                <a:rPr lang="en-US" altLang="zh-CN" b="0" baseline="-25000" dirty="0">
                  <a:latin typeface="Times New Roman" panose="02020603050405020304" pitchFamily="18" charset="0"/>
                  <a:ea typeface="宋体" panose="02010600030101010101" pitchFamily="2" charset="-122"/>
                </a:rPr>
                <a:t>2</a:t>
              </a:r>
              <a:endParaRPr lang="en-US" altLang="zh-CN" b="0" dirty="0">
                <a:latin typeface="Times New Roman" panose="02020603050405020304" pitchFamily="18" charset="0"/>
                <a:ea typeface="宋体" panose="02010600030101010101" pitchFamily="2" charset="-122"/>
              </a:endParaRPr>
            </a:p>
          </p:txBody>
        </p:sp>
        <p:sp>
          <p:nvSpPr>
            <p:cNvPr id="60446" name="Oval 115"/>
            <p:cNvSpPr/>
            <p:nvPr/>
          </p:nvSpPr>
          <p:spPr>
            <a:xfrm>
              <a:off x="2227" y="2260"/>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447" name="Oval 116"/>
            <p:cNvSpPr/>
            <p:nvPr/>
          </p:nvSpPr>
          <p:spPr>
            <a:xfrm>
              <a:off x="2227" y="275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448" name="Oval 117"/>
            <p:cNvSpPr/>
            <p:nvPr/>
          </p:nvSpPr>
          <p:spPr>
            <a:xfrm>
              <a:off x="4204" y="275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0449" name="Rectangle 118"/>
            <p:cNvSpPr/>
            <p:nvPr/>
          </p:nvSpPr>
          <p:spPr>
            <a:xfrm>
              <a:off x="2834" y="2160"/>
              <a:ext cx="792" cy="758"/>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60450" name="Rectangle 119"/>
            <p:cNvSpPr/>
            <p:nvPr/>
          </p:nvSpPr>
          <p:spPr>
            <a:xfrm>
              <a:off x="2954" y="2300"/>
              <a:ext cx="606" cy="422"/>
            </a:xfrm>
            <a:prstGeom prst="rect">
              <a:avLst/>
            </a:prstGeom>
            <a:noFill/>
            <a:ln w="38100">
              <a:noFill/>
            </a:ln>
          </p:spPr>
          <p:txBody>
            <a:bodyPr wrap="none" lIns="0" tIns="0" rIns="0" bIns="0">
              <a:spAutoFit/>
            </a:bodyPr>
            <a:p>
              <a:pPr algn="ctr"/>
              <a:r>
                <a:rPr lang="en-US" altLang="zh-CN" sz="4400" b="0" dirty="0">
                  <a:latin typeface="Times New Roman" panose="02020603050405020304" pitchFamily="18" charset="0"/>
                  <a:ea typeface="宋体" panose="02010600030101010101" pitchFamily="2" charset="-122"/>
                </a:rPr>
                <a:t>NIC</a:t>
              </a:r>
              <a:endParaRPr lang="en-US" altLang="zh-CN" sz="4400" b="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8340"/>
                                        </p:tgtEl>
                                        <p:attrNameLst>
                                          <p:attrName>style.visibility</p:attrName>
                                        </p:attrNameLst>
                                      </p:cBhvr>
                                      <p:to>
                                        <p:strVal val="visible"/>
                                      </p:to>
                                    </p:set>
                                    <p:animEffect transition="in" filter="blinds(horizontal)">
                                      <p:cBhvr>
                                        <p:cTn id="7" dur="500"/>
                                        <p:tgtEl>
                                          <p:spTgt spid="9834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8370"/>
                                        </p:tgtEl>
                                        <p:attrNameLst>
                                          <p:attrName>style.visibility</p:attrName>
                                        </p:attrNameLst>
                                      </p:cBhvr>
                                      <p:to>
                                        <p:strVal val="visible"/>
                                      </p:to>
                                    </p:set>
                                    <p:animEffect transition="in" filter="wipe(left)">
                                      <p:cBhvr>
                                        <p:cTn id="11" dur="2000"/>
                                        <p:tgtEl>
                                          <p:spTgt spid="98370"/>
                                        </p:tgtEl>
                                      </p:cBhvr>
                                    </p:animEffect>
                                  </p:childTnLst>
                                </p:cTn>
                              </p:par>
                            </p:childTnLst>
                          </p:cTn>
                        </p:par>
                        <p:par>
                          <p:cTn id="12" fill="hold">
                            <p:stCondLst>
                              <p:cond delay="2500"/>
                            </p:stCondLst>
                            <p:childTnLst>
                              <p:par>
                                <p:cTn id="13" presetID="20" presetClass="entr" presetSubtype="0" fill="hold" grpId="0" nodeType="afterEffect">
                                  <p:stCondLst>
                                    <p:cond delay="0"/>
                                  </p:stCondLst>
                                  <p:childTnLst>
                                    <p:set>
                                      <p:cBhvr>
                                        <p:cTn id="14" dur="1" fill="hold">
                                          <p:stCondLst>
                                            <p:cond delay="0"/>
                                          </p:stCondLst>
                                        </p:cTn>
                                        <p:tgtEl>
                                          <p:spTgt spid="98371"/>
                                        </p:tgtEl>
                                        <p:attrNameLst>
                                          <p:attrName>style.visibility</p:attrName>
                                        </p:attrNameLst>
                                      </p:cBhvr>
                                      <p:to>
                                        <p:strVal val="visible"/>
                                      </p:to>
                                    </p:set>
                                    <p:animEffect transition="in" filter="wedge">
                                      <p:cBhvr>
                                        <p:cTn id="15" dur="2000"/>
                                        <p:tgtEl>
                                          <p:spTgt spid="9837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98344"/>
                                        </p:tgtEl>
                                        <p:attrNameLst>
                                          <p:attrName>style.visibility</p:attrName>
                                        </p:attrNameLst>
                                      </p:cBhvr>
                                      <p:to>
                                        <p:strVal val="visible"/>
                                      </p:to>
                                    </p:set>
                                    <p:anim calcmode="lin" valueType="num">
                                      <p:cBhvr additive="base">
                                        <p:cTn id="20" dur="500" fill="hold"/>
                                        <p:tgtEl>
                                          <p:spTgt spid="98344"/>
                                        </p:tgtEl>
                                        <p:attrNameLst>
                                          <p:attrName>ppt_x</p:attrName>
                                        </p:attrNameLst>
                                      </p:cBhvr>
                                      <p:tavLst>
                                        <p:tav tm="0">
                                          <p:val>
                                            <p:strVal val="0-#ppt_w/2"/>
                                          </p:val>
                                        </p:tav>
                                        <p:tav tm="100000">
                                          <p:val>
                                            <p:strVal val="#ppt_x"/>
                                          </p:val>
                                        </p:tav>
                                      </p:tavLst>
                                    </p:anim>
                                    <p:anim calcmode="lin" valueType="num">
                                      <p:cBhvr additive="base">
                                        <p:cTn id="21" dur="500" fill="hold"/>
                                        <p:tgtEl>
                                          <p:spTgt spid="98344"/>
                                        </p:tgtEl>
                                        <p:attrNameLst>
                                          <p:attrName>ppt_y</p:attrName>
                                        </p:attrNameLst>
                                      </p:cBhvr>
                                      <p:tavLst>
                                        <p:tav tm="0">
                                          <p:val>
                                            <p:strVal val="#ppt_y"/>
                                          </p:val>
                                        </p:tav>
                                        <p:tav tm="100000">
                                          <p:val>
                                            <p:strVal val="#ppt_y"/>
                                          </p:val>
                                        </p:tav>
                                      </p:tavLst>
                                    </p:anim>
                                  </p:childTnLst>
                                </p:cTn>
                              </p:par>
                            </p:childTnLst>
                          </p:cTn>
                        </p:par>
                        <p:par>
                          <p:cTn id="22" fill="hold">
                            <p:stCondLst>
                              <p:cond delay="500"/>
                            </p:stCondLst>
                            <p:childTnLst>
                              <p:par>
                                <p:cTn id="23" presetID="2" presetClass="entr" presetSubtype="4" fill="hold" nodeType="afterEffect">
                                  <p:stCondLst>
                                    <p:cond delay="0"/>
                                  </p:stCondLst>
                                  <p:childTnLst>
                                    <p:set>
                                      <p:cBhvr>
                                        <p:cTn id="24" dur="1" fill="hold">
                                          <p:stCondLst>
                                            <p:cond delay="0"/>
                                          </p:stCondLst>
                                        </p:cTn>
                                        <p:tgtEl>
                                          <p:spTgt spid="98347"/>
                                        </p:tgtEl>
                                        <p:attrNameLst>
                                          <p:attrName>style.visibility</p:attrName>
                                        </p:attrNameLst>
                                      </p:cBhvr>
                                      <p:to>
                                        <p:strVal val="visible"/>
                                      </p:to>
                                    </p:set>
                                    <p:anim calcmode="lin" valueType="num">
                                      <p:cBhvr additive="base">
                                        <p:cTn id="25" dur="500" fill="hold"/>
                                        <p:tgtEl>
                                          <p:spTgt spid="98347"/>
                                        </p:tgtEl>
                                        <p:attrNameLst>
                                          <p:attrName>ppt_x</p:attrName>
                                        </p:attrNameLst>
                                      </p:cBhvr>
                                      <p:tavLst>
                                        <p:tav tm="0">
                                          <p:val>
                                            <p:strVal val="#ppt_x"/>
                                          </p:val>
                                        </p:tav>
                                        <p:tav tm="100000">
                                          <p:val>
                                            <p:strVal val="#ppt_x"/>
                                          </p:val>
                                        </p:tav>
                                      </p:tavLst>
                                    </p:anim>
                                    <p:anim calcmode="lin" valueType="num">
                                      <p:cBhvr additive="base">
                                        <p:cTn id="26" dur="500" fill="hold"/>
                                        <p:tgtEl>
                                          <p:spTgt spid="9834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8372">
                                            <p:txEl>
                                              <p:charRg st="0" end="12"/>
                                            </p:txEl>
                                          </p:spTgt>
                                        </p:tgtEl>
                                        <p:attrNameLst>
                                          <p:attrName>style.visibility</p:attrName>
                                        </p:attrNameLst>
                                      </p:cBhvr>
                                      <p:to>
                                        <p:strVal val="visible"/>
                                      </p:to>
                                    </p:set>
                                    <p:animEffect transition="in" filter="blinds(horizontal)">
                                      <p:cBhvr>
                                        <p:cTn id="31" dur="500"/>
                                        <p:tgtEl>
                                          <p:spTgt spid="98372">
                                            <p:txEl>
                                              <p:charRg st="0" end="1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8395"/>
                                        </p:tgtEl>
                                        <p:attrNameLst>
                                          <p:attrName>style.visibility</p:attrName>
                                        </p:attrNameLst>
                                      </p:cBhvr>
                                      <p:to>
                                        <p:strVal val="visible"/>
                                      </p:to>
                                    </p:set>
                                    <p:animEffect transition="in" filter="wipe(left)">
                                      <p:cBhvr>
                                        <p:cTn id="41" dur="2000"/>
                                        <p:tgtEl>
                                          <p:spTgt spid="983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8396"/>
                                        </p:tgtEl>
                                        <p:attrNameLst>
                                          <p:attrName>style.visibility</p:attrName>
                                        </p:attrNameLst>
                                      </p:cBhvr>
                                      <p:to>
                                        <p:strVal val="visible"/>
                                      </p:to>
                                    </p:set>
                                    <p:animEffect transition="in" filter="wipe(left)">
                                      <p:cBhvr>
                                        <p:cTn id="46" dur="2000"/>
                                        <p:tgtEl>
                                          <p:spTgt spid="98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40" grpId="0"/>
      <p:bldP spid="98344" grpId="0" animBg="1"/>
      <p:bldP spid="98371" grpId="0" animBg="1"/>
      <p:bldP spid="98372"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45" name="Group 5"/>
          <p:cNvGrpSpPr/>
          <p:nvPr/>
        </p:nvGrpSpPr>
        <p:grpSpPr>
          <a:xfrm>
            <a:off x="8316913" y="6446838"/>
            <a:ext cx="792162" cy="366712"/>
            <a:chOff x="4649" y="4020"/>
            <a:chExt cx="499" cy="231"/>
          </a:xfrm>
        </p:grpSpPr>
        <p:pic>
          <p:nvPicPr>
            <p:cNvPr id="61498" name="Picture 6"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1499" name="Text Box 7">
              <a:hlinkClick r:id="" action="ppaction://hlinkshowjump?jump=previous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上 页</a:t>
              </a:r>
              <a:endParaRPr lang="zh-CN" altLang="en-US" sz="1800" b="0" dirty="0">
                <a:latin typeface="隶书" panose="02010509060101010101" pitchFamily="49" charset="-122"/>
                <a:ea typeface="隶书" panose="02010509060101010101" pitchFamily="49" charset="-122"/>
              </a:endParaRPr>
            </a:p>
          </p:txBody>
        </p:sp>
      </p:grpSp>
      <p:sp>
        <p:nvSpPr>
          <p:cNvPr id="99336" name="Text Box 8"/>
          <p:cNvSpPr txBox="1"/>
          <p:nvPr/>
        </p:nvSpPr>
        <p:spPr>
          <a:xfrm>
            <a:off x="323850" y="476250"/>
            <a:ext cx="1584325" cy="579438"/>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ea typeface="宋体" panose="02010600030101010101" pitchFamily="2" charset="-122"/>
              </a:rPr>
              <a:t>例</a:t>
            </a:r>
            <a:r>
              <a:rPr lang="en-US" altLang="zh-CN" sz="3200" b="0" dirty="0">
                <a:latin typeface="Times New Roman" panose="02020603050405020304" pitchFamily="18" charset="0"/>
                <a:ea typeface="宋体" panose="02010600030101010101" pitchFamily="2" charset="-122"/>
              </a:rPr>
              <a:t>6-3</a:t>
            </a:r>
            <a:endParaRPr lang="en-US" altLang="zh-CN" sz="3200" b="0" dirty="0">
              <a:latin typeface="Times New Roman" panose="02020603050405020304" pitchFamily="18" charset="0"/>
              <a:ea typeface="宋体" panose="02010600030101010101" pitchFamily="2" charset="-122"/>
            </a:endParaRPr>
          </a:p>
        </p:txBody>
      </p:sp>
      <p:sp>
        <p:nvSpPr>
          <p:cNvPr id="99337" name="Text Box 9"/>
          <p:cNvSpPr txBox="1"/>
          <p:nvPr/>
        </p:nvSpPr>
        <p:spPr>
          <a:xfrm>
            <a:off x="1403350" y="476250"/>
            <a:ext cx="6913563" cy="519113"/>
          </a:xfrm>
          <a:prstGeom prst="rect">
            <a:avLst/>
          </a:prstGeom>
          <a:noFill/>
          <a:ln w="9525">
            <a:noFill/>
          </a:ln>
        </p:spPr>
        <p:txBody>
          <a:bodyPr>
            <a:spAutoFit/>
          </a:bodyPr>
          <a:p>
            <a:pPr>
              <a:spcBef>
                <a:spcPct val="50000"/>
              </a:spcBef>
            </a:pPr>
            <a:r>
              <a:rPr lang="zh-CN" altLang="en-US" dirty="0">
                <a:solidFill>
                  <a:srgbClr val="FFFF00"/>
                </a:solidFill>
                <a:latin typeface="楷体_GB2312" pitchFamily="49" charset="-122"/>
              </a:rPr>
              <a:t>负阻抗变换器的</a:t>
            </a:r>
            <a:r>
              <a:rPr lang="en-US" altLang="zh-CN" b="0" i="1" dirty="0">
                <a:latin typeface="楷体_GB2312" pitchFamily="49" charset="-122"/>
              </a:rPr>
              <a:t>k</a:t>
            </a:r>
            <a:r>
              <a:rPr lang="en-US" altLang="zh-CN" b="0" dirty="0">
                <a:latin typeface="楷体_GB2312" pitchFamily="49" charset="-122"/>
              </a:rPr>
              <a:t>=1</a:t>
            </a:r>
            <a:r>
              <a:rPr lang="zh-CN" altLang="en-US" b="0" dirty="0">
                <a:solidFill>
                  <a:srgbClr val="FFFF00"/>
                </a:solidFill>
                <a:latin typeface="楷体_GB2312" pitchFamily="49" charset="-122"/>
              </a:rPr>
              <a:t>，</a:t>
            </a:r>
            <a:r>
              <a:rPr lang="zh-CN" altLang="en-US" dirty="0">
                <a:solidFill>
                  <a:srgbClr val="FFFF00"/>
                </a:solidFill>
                <a:latin typeface="楷体_GB2312" pitchFamily="49" charset="-122"/>
              </a:rPr>
              <a:t>求输入阻抗。</a:t>
            </a:r>
            <a:endParaRPr lang="zh-CN" altLang="en-US" dirty="0">
              <a:solidFill>
                <a:srgbClr val="FFFF00"/>
              </a:solidFill>
              <a:latin typeface="楷体_GB2312" pitchFamily="49" charset="-122"/>
            </a:endParaRPr>
          </a:p>
        </p:txBody>
      </p:sp>
      <p:grpSp>
        <p:nvGrpSpPr>
          <p:cNvPr id="3" name="Group 78"/>
          <p:cNvGrpSpPr/>
          <p:nvPr/>
        </p:nvGrpSpPr>
        <p:grpSpPr>
          <a:xfrm>
            <a:off x="900113" y="4292600"/>
            <a:ext cx="1644650" cy="850900"/>
            <a:chOff x="385" y="3022"/>
            <a:chExt cx="1036" cy="536"/>
          </a:xfrm>
        </p:grpSpPr>
        <p:pic>
          <p:nvPicPr>
            <p:cNvPr id="61496" name="Picture 79"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61497" name="Text Box 80"/>
            <p:cNvSpPr txBox="1"/>
            <p:nvPr/>
          </p:nvSpPr>
          <p:spPr>
            <a:xfrm>
              <a:off x="793" y="3125"/>
              <a:ext cx="628" cy="365"/>
            </a:xfrm>
            <a:prstGeom prst="rect">
              <a:avLst/>
            </a:prstGeom>
            <a:noFill/>
            <a:ln w="9525">
              <a:noFill/>
            </a:ln>
          </p:spPr>
          <p:txBody>
            <a:bodyPr wrap="none">
              <a:spAutoFit/>
            </a:bodyPr>
            <a:p>
              <a:r>
                <a:rPr lang="zh-CN" altLang="en-US" sz="3200" b="0" dirty="0">
                  <a:solidFill>
                    <a:srgbClr val="CC6600"/>
                  </a:solidFill>
                  <a:latin typeface="Arial" panose="020B0604020202020204" pitchFamily="34" charset="0"/>
                  <a:ea typeface="华文行楷" panose="02010800040101010101" pitchFamily="2" charset="-122"/>
                </a:rPr>
                <a:t>结论</a:t>
              </a:r>
              <a:endParaRPr lang="zh-CN" altLang="en-US" sz="3200" b="0" dirty="0">
                <a:solidFill>
                  <a:srgbClr val="CC6600"/>
                </a:solidFill>
                <a:latin typeface="Arial" panose="020B0604020202020204" pitchFamily="34" charset="0"/>
                <a:ea typeface="华文行楷" panose="02010800040101010101" pitchFamily="2" charset="-122"/>
              </a:endParaRPr>
            </a:p>
          </p:txBody>
        </p:sp>
      </p:grpSp>
      <p:grpSp>
        <p:nvGrpSpPr>
          <p:cNvPr id="4" name="Group 134"/>
          <p:cNvGrpSpPr/>
          <p:nvPr/>
        </p:nvGrpSpPr>
        <p:grpSpPr>
          <a:xfrm>
            <a:off x="3851275" y="908050"/>
            <a:ext cx="4824413" cy="1728788"/>
            <a:chOff x="2426" y="572"/>
            <a:chExt cx="3039" cy="1089"/>
          </a:xfrm>
        </p:grpSpPr>
        <p:sp>
          <p:nvSpPr>
            <p:cNvPr id="61475" name="Line 83"/>
            <p:cNvSpPr/>
            <p:nvPr/>
          </p:nvSpPr>
          <p:spPr>
            <a:xfrm>
              <a:off x="4260" y="844"/>
              <a:ext cx="0" cy="272"/>
            </a:xfrm>
            <a:prstGeom prst="line">
              <a:avLst/>
            </a:prstGeom>
            <a:ln w="28575" cap="flat" cmpd="sng">
              <a:solidFill>
                <a:srgbClr val="FFCC00"/>
              </a:solidFill>
              <a:prstDash val="solid"/>
              <a:headEnd type="oval" w="med" len="med"/>
              <a:tailEnd type="none" w="med" len="med"/>
            </a:ln>
          </p:spPr>
        </p:sp>
        <p:sp>
          <p:nvSpPr>
            <p:cNvPr id="61476" name="Text Box 84"/>
            <p:cNvSpPr txBox="1"/>
            <p:nvPr/>
          </p:nvSpPr>
          <p:spPr>
            <a:xfrm>
              <a:off x="4332" y="981"/>
              <a:ext cx="790" cy="327"/>
            </a:xfrm>
            <a:prstGeom prst="rect">
              <a:avLst/>
            </a:prstGeom>
            <a:noFill/>
            <a:ln w="9525">
              <a:noFill/>
            </a:ln>
          </p:spPr>
          <p:txBody>
            <a:bodyPr>
              <a:spAutoFit/>
            </a:bodyPr>
            <a:p>
              <a:pPr>
                <a:spcBef>
                  <a:spcPct val="50000"/>
                </a:spcBef>
              </a:pPr>
              <a:r>
                <a:rPr lang="en-US" altLang="zh-CN" b="0" dirty="0">
                  <a:latin typeface="宋体" panose="02010600030101010101" pitchFamily="2" charset="-122"/>
                  <a:ea typeface="宋体" panose="02010600030101010101" pitchFamily="2" charset="-122"/>
                </a:rPr>
                <a:t>-</a:t>
              </a:r>
              <a:r>
                <a:rPr lang="en-US" altLang="zh-CN" b="0" dirty="0">
                  <a:latin typeface="Times New Roman" panose="02020603050405020304" pitchFamily="18" charset="0"/>
                </a:rPr>
                <a:t>j1</a:t>
              </a:r>
              <a:r>
                <a:rPr lang="en-US" altLang="zh-CN" b="0" dirty="0">
                  <a:latin typeface="Times New Roman" panose="02020603050405020304" pitchFamily="18" charset="0"/>
                  <a:sym typeface="Symbol" panose="05050102010706020507" pitchFamily="18" charset="2"/>
                </a:rPr>
                <a:t></a:t>
              </a:r>
              <a:endParaRPr lang="en-US" altLang="zh-CN" b="0" baseline="-25000" dirty="0">
                <a:latin typeface="Times New Roman" panose="02020603050405020304" pitchFamily="18" charset="0"/>
                <a:sym typeface="Symbol" panose="05050102010706020507" pitchFamily="18" charset="2"/>
              </a:endParaRPr>
            </a:p>
          </p:txBody>
        </p:sp>
        <p:sp>
          <p:nvSpPr>
            <p:cNvPr id="61477" name="Line 85"/>
            <p:cNvSpPr/>
            <p:nvPr/>
          </p:nvSpPr>
          <p:spPr>
            <a:xfrm>
              <a:off x="2561" y="935"/>
              <a:ext cx="700" cy="1"/>
            </a:xfrm>
            <a:prstGeom prst="line">
              <a:avLst/>
            </a:prstGeom>
            <a:ln w="28575" cap="flat" cmpd="sng">
              <a:solidFill>
                <a:srgbClr val="FFCC00"/>
              </a:solidFill>
              <a:prstDash val="solid"/>
              <a:headEnd type="none" w="med" len="med"/>
              <a:tailEnd type="none" w="med" len="med"/>
            </a:ln>
          </p:spPr>
        </p:sp>
        <p:sp>
          <p:nvSpPr>
            <p:cNvPr id="61478" name="Line 86"/>
            <p:cNvSpPr/>
            <p:nvPr/>
          </p:nvSpPr>
          <p:spPr>
            <a:xfrm>
              <a:off x="2561" y="1434"/>
              <a:ext cx="700" cy="0"/>
            </a:xfrm>
            <a:prstGeom prst="line">
              <a:avLst/>
            </a:prstGeom>
            <a:ln w="28575" cap="flat" cmpd="sng">
              <a:solidFill>
                <a:srgbClr val="FFCC00"/>
              </a:solidFill>
              <a:prstDash val="solid"/>
              <a:headEnd type="none" w="med" len="med"/>
              <a:tailEnd type="none" w="med" len="med"/>
            </a:ln>
          </p:spPr>
        </p:sp>
        <p:sp>
          <p:nvSpPr>
            <p:cNvPr id="61479" name="Line 87"/>
            <p:cNvSpPr/>
            <p:nvPr/>
          </p:nvSpPr>
          <p:spPr>
            <a:xfrm>
              <a:off x="2479" y="1253"/>
              <a:ext cx="265" cy="0"/>
            </a:xfrm>
            <a:prstGeom prst="line">
              <a:avLst/>
            </a:prstGeom>
            <a:ln w="28575" cap="flat" cmpd="sng">
              <a:solidFill>
                <a:srgbClr val="00FFFF"/>
              </a:solidFill>
              <a:prstDash val="solid"/>
              <a:headEnd type="none" w="med" len="med"/>
              <a:tailEnd type="triangle" w="med" len="med"/>
            </a:ln>
          </p:spPr>
        </p:sp>
        <p:sp>
          <p:nvSpPr>
            <p:cNvPr id="61480" name="Line 88"/>
            <p:cNvSpPr/>
            <p:nvPr/>
          </p:nvSpPr>
          <p:spPr>
            <a:xfrm>
              <a:off x="3786" y="844"/>
              <a:ext cx="1270" cy="0"/>
            </a:xfrm>
            <a:prstGeom prst="line">
              <a:avLst/>
            </a:prstGeom>
            <a:ln w="28575" cap="flat" cmpd="sng">
              <a:solidFill>
                <a:srgbClr val="FFCC00"/>
              </a:solidFill>
              <a:prstDash val="solid"/>
              <a:headEnd type="none" w="med" len="med"/>
              <a:tailEnd type="none" w="med" len="med"/>
            </a:ln>
          </p:spPr>
        </p:sp>
        <p:sp>
          <p:nvSpPr>
            <p:cNvPr id="61481" name="Line 89"/>
            <p:cNvSpPr/>
            <p:nvPr/>
          </p:nvSpPr>
          <p:spPr>
            <a:xfrm>
              <a:off x="3786" y="1570"/>
              <a:ext cx="1270" cy="0"/>
            </a:xfrm>
            <a:prstGeom prst="line">
              <a:avLst/>
            </a:prstGeom>
            <a:ln w="28575" cap="flat" cmpd="sng">
              <a:solidFill>
                <a:srgbClr val="FFCC00"/>
              </a:solidFill>
              <a:prstDash val="solid"/>
              <a:headEnd type="none" w="med" len="med"/>
              <a:tailEnd type="none" w="med" len="med"/>
            </a:ln>
          </p:spPr>
        </p:sp>
        <p:sp>
          <p:nvSpPr>
            <p:cNvPr id="61482" name="Text Box 90"/>
            <p:cNvSpPr txBox="1"/>
            <p:nvPr/>
          </p:nvSpPr>
          <p:spPr>
            <a:xfrm>
              <a:off x="2426" y="935"/>
              <a:ext cx="545"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i</a:t>
              </a:r>
              <a:endParaRPr lang="en-US" altLang="zh-CN" b="0" dirty="0">
                <a:latin typeface="Times New Roman" panose="02020603050405020304" pitchFamily="18" charset="0"/>
                <a:ea typeface="宋体" panose="02010600030101010101" pitchFamily="2" charset="-122"/>
              </a:endParaRPr>
            </a:p>
          </p:txBody>
        </p:sp>
        <p:sp>
          <p:nvSpPr>
            <p:cNvPr id="61483" name="Oval 91"/>
            <p:cNvSpPr/>
            <p:nvPr/>
          </p:nvSpPr>
          <p:spPr>
            <a:xfrm>
              <a:off x="2498" y="899"/>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84" name="Oval 92"/>
            <p:cNvSpPr/>
            <p:nvPr/>
          </p:nvSpPr>
          <p:spPr>
            <a:xfrm>
              <a:off x="2498" y="1398"/>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85" name="Rectangle 93"/>
            <p:cNvSpPr/>
            <p:nvPr/>
          </p:nvSpPr>
          <p:spPr>
            <a:xfrm>
              <a:off x="3151" y="754"/>
              <a:ext cx="727" cy="907"/>
            </a:xfrm>
            <a:prstGeom prst="rect">
              <a:avLst/>
            </a:prstGeom>
            <a:gradFill rotWithShape="1">
              <a:gsLst>
                <a:gs pos="0">
                  <a:srgbClr val="FF9900"/>
                </a:gs>
                <a:gs pos="100000">
                  <a:srgbClr val="764700"/>
                </a:gs>
              </a:gsLst>
              <a:path path="shape">
                <a:fillToRect l="50000" t="50000" r="50000" b="50000"/>
              </a:path>
              <a:tileRect/>
            </a:gradFill>
            <a:ln w="38100">
              <a:noFill/>
            </a:ln>
          </p:spPr>
          <p:txBody>
            <a:bodyPr/>
            <a:p>
              <a:endParaRPr lang="zh-CN" altLang="en-US" dirty="0">
                <a:latin typeface="Arial" panose="020B0604020202020204" pitchFamily="34" charset="0"/>
              </a:endParaRPr>
            </a:p>
          </p:txBody>
        </p:sp>
        <p:sp>
          <p:nvSpPr>
            <p:cNvPr id="61486" name="Rectangle 94"/>
            <p:cNvSpPr/>
            <p:nvPr/>
          </p:nvSpPr>
          <p:spPr>
            <a:xfrm>
              <a:off x="3225" y="939"/>
              <a:ext cx="606" cy="422"/>
            </a:xfrm>
            <a:prstGeom prst="rect">
              <a:avLst/>
            </a:prstGeom>
            <a:noFill/>
            <a:ln w="38100">
              <a:noFill/>
            </a:ln>
          </p:spPr>
          <p:txBody>
            <a:bodyPr wrap="none" lIns="0" tIns="0" rIns="0" bIns="0">
              <a:spAutoFit/>
            </a:bodyPr>
            <a:p>
              <a:pPr algn="ctr"/>
              <a:r>
                <a:rPr lang="en-US" altLang="zh-CN" sz="4400" b="0" dirty="0">
                  <a:latin typeface="Times New Roman" panose="02020603050405020304" pitchFamily="18" charset="0"/>
                  <a:ea typeface="宋体" panose="02010600030101010101" pitchFamily="2" charset="-122"/>
                </a:rPr>
                <a:t>NIC</a:t>
              </a:r>
              <a:endParaRPr lang="en-US" altLang="zh-CN" sz="4400" b="0" dirty="0">
                <a:latin typeface="Times New Roman" panose="02020603050405020304" pitchFamily="18" charset="0"/>
                <a:ea typeface="宋体" panose="02010600030101010101" pitchFamily="2" charset="-122"/>
              </a:endParaRPr>
            </a:p>
          </p:txBody>
        </p:sp>
        <p:grpSp>
          <p:nvGrpSpPr>
            <p:cNvPr id="61487" name="Group 95"/>
            <p:cNvGrpSpPr/>
            <p:nvPr/>
          </p:nvGrpSpPr>
          <p:grpSpPr>
            <a:xfrm>
              <a:off x="4142" y="1116"/>
              <a:ext cx="240" cy="93"/>
              <a:chOff x="3787" y="2478"/>
              <a:chExt cx="240" cy="93"/>
            </a:xfrm>
          </p:grpSpPr>
          <p:sp>
            <p:nvSpPr>
              <p:cNvPr id="61494" name="Line 96"/>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61495" name="Line 97"/>
              <p:cNvSpPr/>
              <p:nvPr/>
            </p:nvSpPr>
            <p:spPr>
              <a:xfrm>
                <a:off x="3787" y="2478"/>
                <a:ext cx="240" cy="1"/>
              </a:xfrm>
              <a:prstGeom prst="line">
                <a:avLst/>
              </a:prstGeom>
              <a:ln w="57150" cap="flat" cmpd="sng">
                <a:solidFill>
                  <a:srgbClr val="FF9900"/>
                </a:solidFill>
                <a:prstDash val="solid"/>
                <a:headEnd type="none" w="med" len="med"/>
                <a:tailEnd type="none" w="med" len="med"/>
              </a:ln>
            </p:spPr>
          </p:sp>
        </p:grpSp>
        <p:sp>
          <p:nvSpPr>
            <p:cNvPr id="61488" name="Line 98"/>
            <p:cNvSpPr/>
            <p:nvPr/>
          </p:nvSpPr>
          <p:spPr>
            <a:xfrm>
              <a:off x="4260" y="1207"/>
              <a:ext cx="0" cy="363"/>
            </a:xfrm>
            <a:prstGeom prst="line">
              <a:avLst/>
            </a:prstGeom>
            <a:ln w="28575" cap="flat" cmpd="sng">
              <a:solidFill>
                <a:srgbClr val="FFCC00"/>
              </a:solidFill>
              <a:prstDash val="solid"/>
              <a:headEnd type="none" w="med" len="med"/>
              <a:tailEnd type="oval" w="med" len="med"/>
            </a:ln>
          </p:spPr>
        </p:sp>
        <p:sp>
          <p:nvSpPr>
            <p:cNvPr id="61489" name="Line 99"/>
            <p:cNvSpPr/>
            <p:nvPr/>
          </p:nvSpPr>
          <p:spPr>
            <a:xfrm>
              <a:off x="5047" y="844"/>
              <a:ext cx="0" cy="726"/>
            </a:xfrm>
            <a:prstGeom prst="line">
              <a:avLst/>
            </a:prstGeom>
            <a:ln w="28575" cap="flat" cmpd="sng">
              <a:solidFill>
                <a:srgbClr val="FFCC00"/>
              </a:solidFill>
              <a:prstDash val="solid"/>
              <a:headEnd type="none" w="med" len="med"/>
              <a:tailEnd type="none" w="med" len="med"/>
            </a:ln>
          </p:spPr>
        </p:sp>
        <p:sp>
          <p:nvSpPr>
            <p:cNvPr id="61490" name="Rectangle 100"/>
            <p:cNvSpPr/>
            <p:nvPr/>
          </p:nvSpPr>
          <p:spPr>
            <a:xfrm>
              <a:off x="4984" y="102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61491" name="Text Box 101"/>
            <p:cNvSpPr txBox="1"/>
            <p:nvPr/>
          </p:nvSpPr>
          <p:spPr>
            <a:xfrm>
              <a:off x="5057" y="1026"/>
              <a:ext cx="408" cy="327"/>
            </a:xfrm>
            <a:prstGeom prst="rect">
              <a:avLst/>
            </a:prstGeom>
            <a:noFill/>
            <a:ln w="9525">
              <a:noFill/>
            </a:ln>
          </p:spPr>
          <p:txBody>
            <a:bodyPr>
              <a:spAutoFit/>
            </a:bodyPr>
            <a:p>
              <a:pPr>
                <a:spcBef>
                  <a:spcPct val="50000"/>
                </a:spcBef>
              </a:pPr>
              <a:r>
                <a:rPr lang="en-US" altLang="zh-CN" b="0" dirty="0">
                  <a:latin typeface="Times New Roman" panose="02020603050405020304" pitchFamily="18" charset="0"/>
                </a:rPr>
                <a:t>1</a:t>
              </a:r>
              <a:r>
                <a:rPr lang="en-US" altLang="zh-CN" b="0" dirty="0">
                  <a:latin typeface="Times New Roman" panose="02020603050405020304" pitchFamily="18" charset="0"/>
                  <a:sym typeface="Symbol" panose="05050102010706020507" pitchFamily="18" charset="2"/>
                </a:rPr>
                <a:t></a:t>
              </a:r>
              <a:endParaRPr lang="en-US" altLang="zh-CN" b="0" baseline="-25000" dirty="0">
                <a:latin typeface="Times New Roman" panose="02020603050405020304" pitchFamily="18" charset="0"/>
                <a:sym typeface="Symbol" panose="05050102010706020507" pitchFamily="18" charset="2"/>
              </a:endParaRPr>
            </a:p>
          </p:txBody>
        </p:sp>
        <p:sp>
          <p:nvSpPr>
            <p:cNvPr id="61492" name="Rectangle 102"/>
            <p:cNvSpPr/>
            <p:nvPr/>
          </p:nvSpPr>
          <p:spPr>
            <a:xfrm>
              <a:off x="2743" y="87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1493" name="Text Box 103"/>
            <p:cNvSpPr txBox="1"/>
            <p:nvPr/>
          </p:nvSpPr>
          <p:spPr>
            <a:xfrm>
              <a:off x="2652" y="572"/>
              <a:ext cx="408" cy="327"/>
            </a:xfrm>
            <a:prstGeom prst="rect">
              <a:avLst/>
            </a:prstGeom>
            <a:noFill/>
            <a:ln w="9525">
              <a:noFill/>
            </a:ln>
          </p:spPr>
          <p:txBody>
            <a:bodyPr>
              <a:spAutoFit/>
            </a:bodyPr>
            <a:p>
              <a:pPr>
                <a:spcBef>
                  <a:spcPct val="50000"/>
                </a:spcBef>
              </a:pPr>
              <a:r>
                <a:rPr lang="en-US" altLang="zh-CN" b="0" dirty="0">
                  <a:latin typeface="Times New Roman" panose="02020603050405020304" pitchFamily="18" charset="0"/>
                </a:rPr>
                <a:t>2</a:t>
              </a:r>
              <a:r>
                <a:rPr lang="en-US" altLang="zh-CN" b="0" dirty="0">
                  <a:latin typeface="Times New Roman" panose="02020603050405020304" pitchFamily="18" charset="0"/>
                  <a:sym typeface="Symbol" panose="05050102010706020507" pitchFamily="18" charset="2"/>
                </a:rPr>
                <a:t></a:t>
              </a:r>
              <a:endParaRPr lang="en-US" altLang="zh-CN" b="0" baseline="-25000" dirty="0">
                <a:latin typeface="Times New Roman" panose="02020603050405020304" pitchFamily="18" charset="0"/>
                <a:sym typeface="Symbol" panose="05050102010706020507" pitchFamily="18" charset="2"/>
              </a:endParaRPr>
            </a:p>
          </p:txBody>
        </p:sp>
      </p:grpSp>
      <p:sp>
        <p:nvSpPr>
          <p:cNvPr id="99432" name="Text Box 104"/>
          <p:cNvSpPr txBox="1"/>
          <p:nvPr/>
        </p:nvSpPr>
        <p:spPr>
          <a:xfrm>
            <a:off x="468313" y="1196975"/>
            <a:ext cx="706437" cy="519113"/>
          </a:xfrm>
          <a:prstGeom prst="rect">
            <a:avLst/>
          </a:prstGeom>
          <a:solidFill>
            <a:srgbClr val="990033"/>
          </a:solidFill>
          <a:ln w="9525">
            <a:noFill/>
          </a:ln>
        </p:spPr>
        <p:txBody>
          <a:bodyPr>
            <a:spAutoFit/>
          </a:bodyPr>
          <a:p>
            <a:pPr>
              <a:spcBef>
                <a:spcPct val="50000"/>
              </a:spcBef>
            </a:pPr>
            <a:r>
              <a:rPr lang="zh-CN" altLang="en-US" dirty="0">
                <a:latin typeface="Times New Roman" panose="02020603050405020304" pitchFamily="18" charset="0"/>
                <a:ea typeface="宋体" panose="02010600030101010101" pitchFamily="2" charset="-122"/>
              </a:rPr>
              <a:t>解</a:t>
            </a:r>
            <a:endParaRPr lang="zh-CN" altLang="en-US" dirty="0">
              <a:latin typeface="Times New Roman" panose="02020603050405020304" pitchFamily="18" charset="0"/>
              <a:ea typeface="宋体" panose="02010600030101010101" pitchFamily="2" charset="-122"/>
            </a:endParaRPr>
          </a:p>
        </p:txBody>
      </p:sp>
      <p:graphicFrame>
        <p:nvGraphicFramePr>
          <p:cNvPr id="99433" name="Object 105"/>
          <p:cNvGraphicFramePr/>
          <p:nvPr/>
        </p:nvGraphicFramePr>
        <p:xfrm>
          <a:off x="1331913" y="1052513"/>
          <a:ext cx="2016125" cy="1025525"/>
        </p:xfrm>
        <a:graphic>
          <a:graphicData uri="http://schemas.openxmlformats.org/presentationml/2006/ole">
            <mc:AlternateContent xmlns:mc="http://schemas.openxmlformats.org/markup-compatibility/2006">
              <mc:Choice xmlns:v="urn:schemas-microsoft-com:vml" Requires="v">
                <p:oleObj spid="_x0000_s3482" name="" r:id="rId3" imgW="825500" imgH="419100" progId="Equation.DSMT4">
                  <p:embed/>
                </p:oleObj>
              </mc:Choice>
              <mc:Fallback>
                <p:oleObj name="" r:id="rId3" imgW="825500" imgH="419100" progId="Equation.DSMT4">
                  <p:embed/>
                  <p:pic>
                    <p:nvPicPr>
                      <p:cNvPr id="0" name="图片 3481"/>
                      <p:cNvPicPr/>
                      <p:nvPr/>
                    </p:nvPicPr>
                    <p:blipFill>
                      <a:blip r:embed="rId4">
                        <a:clrChange>
                          <a:clrFrom>
                            <a:srgbClr val="000000"/>
                          </a:clrFrom>
                          <a:clrTo>
                            <a:srgbClr val="FFFFFF"/>
                          </a:clrTo>
                        </a:clrChange>
                      </a:blip>
                      <a:stretch>
                        <a:fillRect/>
                      </a:stretch>
                    </p:blipFill>
                    <p:spPr>
                      <a:xfrm>
                        <a:off x="1331913" y="1052513"/>
                        <a:ext cx="2016125" cy="1025525"/>
                      </a:xfrm>
                      <a:prstGeom prst="rect">
                        <a:avLst/>
                      </a:prstGeom>
                      <a:noFill/>
                      <a:ln w="38100">
                        <a:noFill/>
                        <a:miter/>
                      </a:ln>
                    </p:spPr>
                  </p:pic>
                </p:oleObj>
              </mc:Fallback>
            </mc:AlternateContent>
          </a:graphicData>
        </a:graphic>
      </p:graphicFrame>
      <p:graphicFrame>
        <p:nvGraphicFramePr>
          <p:cNvPr id="99434" name="Object 106"/>
          <p:cNvGraphicFramePr/>
          <p:nvPr/>
        </p:nvGraphicFramePr>
        <p:xfrm>
          <a:off x="468313" y="2276475"/>
          <a:ext cx="4044950" cy="1004888"/>
        </p:xfrm>
        <a:graphic>
          <a:graphicData uri="http://schemas.openxmlformats.org/presentationml/2006/ole">
            <mc:AlternateContent xmlns:mc="http://schemas.openxmlformats.org/markup-compatibility/2006">
              <mc:Choice xmlns:v="urn:schemas-microsoft-com:vml" Requires="v">
                <p:oleObj spid="_x0000_s3481" name="" r:id="rId5" imgW="1689100" imgH="419100" progId="Equation.DSMT4">
                  <p:embed/>
                </p:oleObj>
              </mc:Choice>
              <mc:Fallback>
                <p:oleObj name="" r:id="rId5" imgW="1689100" imgH="419100" progId="Equation.DSMT4">
                  <p:embed/>
                  <p:pic>
                    <p:nvPicPr>
                      <p:cNvPr id="0" name="图片 3480"/>
                      <p:cNvPicPr/>
                      <p:nvPr/>
                    </p:nvPicPr>
                    <p:blipFill>
                      <a:blip r:embed="rId6">
                        <a:clrChange>
                          <a:clrFrom>
                            <a:srgbClr val="000000"/>
                          </a:clrFrom>
                          <a:clrTo>
                            <a:srgbClr val="FFFFFF"/>
                          </a:clrTo>
                        </a:clrChange>
                      </a:blip>
                      <a:stretch>
                        <a:fillRect/>
                      </a:stretch>
                    </p:blipFill>
                    <p:spPr>
                      <a:xfrm>
                        <a:off x="468313" y="2276475"/>
                        <a:ext cx="4044950" cy="1004888"/>
                      </a:xfrm>
                      <a:prstGeom prst="rect">
                        <a:avLst/>
                      </a:prstGeom>
                      <a:noFill/>
                      <a:ln w="38100">
                        <a:noFill/>
                        <a:miter/>
                      </a:ln>
                    </p:spPr>
                  </p:pic>
                </p:oleObj>
              </mc:Fallback>
            </mc:AlternateContent>
          </a:graphicData>
        </a:graphic>
      </p:graphicFrame>
      <p:graphicFrame>
        <p:nvGraphicFramePr>
          <p:cNvPr id="99435" name="Object 107"/>
          <p:cNvGraphicFramePr/>
          <p:nvPr/>
        </p:nvGraphicFramePr>
        <p:xfrm>
          <a:off x="2411413" y="3500438"/>
          <a:ext cx="2320925" cy="501650"/>
        </p:xfrm>
        <a:graphic>
          <a:graphicData uri="http://schemas.openxmlformats.org/presentationml/2006/ole">
            <mc:AlternateContent xmlns:mc="http://schemas.openxmlformats.org/markup-compatibility/2006">
              <mc:Choice xmlns:v="urn:schemas-microsoft-com:vml" Requires="v">
                <p:oleObj spid="_x0000_s3483" name="" r:id="rId7" imgW="939165" imgH="203200" progId="Equation.DSMT4">
                  <p:embed/>
                </p:oleObj>
              </mc:Choice>
              <mc:Fallback>
                <p:oleObj name="" r:id="rId7" imgW="939165" imgH="203200" progId="Equation.DSMT4">
                  <p:embed/>
                  <p:pic>
                    <p:nvPicPr>
                      <p:cNvPr id="0" name="图片 3482"/>
                      <p:cNvPicPr/>
                      <p:nvPr/>
                    </p:nvPicPr>
                    <p:blipFill>
                      <a:blip r:embed="rId8">
                        <a:clrChange>
                          <a:clrFrom>
                            <a:srgbClr val="000000"/>
                          </a:clrFrom>
                          <a:clrTo>
                            <a:srgbClr val="FFFFFF"/>
                          </a:clrTo>
                        </a:clrChange>
                      </a:blip>
                      <a:stretch>
                        <a:fillRect/>
                      </a:stretch>
                    </p:blipFill>
                    <p:spPr>
                      <a:xfrm>
                        <a:off x="2411413" y="3500438"/>
                        <a:ext cx="2320925" cy="501650"/>
                      </a:xfrm>
                      <a:prstGeom prst="rect">
                        <a:avLst/>
                      </a:prstGeom>
                      <a:noFill/>
                      <a:ln w="38100">
                        <a:noFill/>
                        <a:miter/>
                      </a:ln>
                    </p:spPr>
                  </p:pic>
                </p:oleObj>
              </mc:Fallback>
            </mc:AlternateContent>
          </a:graphicData>
        </a:graphic>
      </p:graphicFrame>
      <p:grpSp>
        <p:nvGrpSpPr>
          <p:cNvPr id="6" name="Group 126"/>
          <p:cNvGrpSpPr/>
          <p:nvPr/>
        </p:nvGrpSpPr>
        <p:grpSpPr>
          <a:xfrm>
            <a:off x="6227763" y="2781300"/>
            <a:ext cx="2087562" cy="590550"/>
            <a:chOff x="3923" y="1752"/>
            <a:chExt cx="1315" cy="372"/>
          </a:xfrm>
        </p:grpSpPr>
        <p:sp>
          <p:nvSpPr>
            <p:cNvPr id="61473" name="Line 124"/>
            <p:cNvSpPr/>
            <p:nvPr/>
          </p:nvSpPr>
          <p:spPr>
            <a:xfrm>
              <a:off x="3923" y="1752"/>
              <a:ext cx="0" cy="317"/>
            </a:xfrm>
            <a:prstGeom prst="line">
              <a:avLst/>
            </a:prstGeom>
            <a:ln w="76200" cap="flat" cmpd="sng">
              <a:solidFill>
                <a:srgbClr val="3399FF"/>
              </a:solidFill>
              <a:prstDash val="solid"/>
              <a:headEnd type="none" w="med" len="med"/>
              <a:tailEnd type="triangle" w="med" len="med"/>
            </a:ln>
          </p:spPr>
        </p:sp>
        <p:sp>
          <p:nvSpPr>
            <p:cNvPr id="61474" name="Text Box 125"/>
            <p:cNvSpPr txBox="1"/>
            <p:nvPr/>
          </p:nvSpPr>
          <p:spPr>
            <a:xfrm>
              <a:off x="4014" y="1797"/>
              <a:ext cx="1224" cy="327"/>
            </a:xfrm>
            <a:prstGeom prst="rect">
              <a:avLst/>
            </a:prstGeom>
            <a:noFill/>
            <a:ln w="9525">
              <a:noFill/>
            </a:ln>
          </p:spPr>
          <p:txBody>
            <a:bodyPr>
              <a:spAutoFit/>
            </a:bodyPr>
            <a:p>
              <a:pPr>
                <a:spcBef>
                  <a:spcPct val="50000"/>
                </a:spcBef>
              </a:pPr>
              <a:r>
                <a:rPr lang="zh-CN" altLang="en-US" dirty="0">
                  <a:latin typeface="Arial" panose="020B0604020202020204" pitchFamily="34" charset="0"/>
                </a:rPr>
                <a:t>等效网络</a:t>
              </a:r>
              <a:endParaRPr lang="zh-CN" altLang="en-US" dirty="0">
                <a:latin typeface="Arial" panose="020B0604020202020204" pitchFamily="34" charset="0"/>
              </a:endParaRPr>
            </a:p>
          </p:txBody>
        </p:sp>
      </p:grpSp>
      <p:sp>
        <p:nvSpPr>
          <p:cNvPr id="99455" name="Rectangle 127"/>
          <p:cNvSpPr/>
          <p:nvPr/>
        </p:nvSpPr>
        <p:spPr>
          <a:xfrm>
            <a:off x="827088" y="5084763"/>
            <a:ext cx="7488237" cy="1117600"/>
          </a:xfrm>
          <a:prstGeom prst="rect">
            <a:avLst/>
          </a:prstGeom>
          <a:noFill/>
          <a:ln w="9525">
            <a:noFill/>
          </a:ln>
        </p:spPr>
        <p:txBody>
          <a:bodyPr anchor="ctr" anchorCtr="0">
            <a:spAutoFit/>
          </a:bodyPr>
          <a:p>
            <a:pPr>
              <a:lnSpc>
                <a:spcPct val="120000"/>
              </a:lnSpc>
            </a:pPr>
            <a:r>
              <a:rPr lang="en-US" altLang="zh-CN" dirty="0">
                <a:solidFill>
                  <a:srgbClr val="FFFF00"/>
                </a:solidFill>
                <a:latin typeface="Arial" panose="020B0604020202020204" pitchFamily="34" charset="0"/>
              </a:rPr>
              <a:t>       </a:t>
            </a:r>
            <a:r>
              <a:rPr lang="zh-CN" altLang="en-US" dirty="0">
                <a:solidFill>
                  <a:srgbClr val="FFFF00"/>
                </a:solidFill>
                <a:latin typeface="Arial" panose="020B0604020202020204" pitchFamily="34" charset="0"/>
              </a:rPr>
              <a:t>可以用</a:t>
            </a:r>
            <a:r>
              <a:rPr lang="en-US" altLang="zh-CN" b="0" dirty="0">
                <a:latin typeface="Times New Roman" panose="02020603050405020304" pitchFamily="18" charset="0"/>
              </a:rPr>
              <a:t>NIC</a:t>
            </a:r>
            <a:r>
              <a:rPr lang="zh-CN" altLang="en-US" dirty="0">
                <a:solidFill>
                  <a:srgbClr val="FFFF00"/>
                </a:solidFill>
                <a:latin typeface="Arial" panose="020B0604020202020204" pitchFamily="34" charset="0"/>
              </a:rPr>
              <a:t>和</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dirty="0">
                <a:solidFill>
                  <a:srgbClr val="FFFF00"/>
                </a:solidFill>
                <a:latin typeface="Arial" panose="020B0604020202020204" pitchFamily="34" charset="0"/>
              </a:rPr>
              <a:t>元件组成的网络来实现</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dirty="0">
                <a:solidFill>
                  <a:srgbClr val="FFFF00"/>
                </a:solidFill>
                <a:latin typeface="Arial" panose="020B0604020202020204" pitchFamily="34" charset="0"/>
              </a:rPr>
              <a:t>或</a:t>
            </a:r>
            <a:r>
              <a:rPr lang="en-US" altLang="zh-CN" b="0" i="1" dirty="0">
                <a:latin typeface="Times New Roman" panose="02020603050405020304" pitchFamily="18" charset="0"/>
              </a:rPr>
              <a:t>R</a:t>
            </a:r>
            <a:r>
              <a:rPr lang="zh-CN" altLang="en-US" b="0" i="1" dirty="0">
                <a:latin typeface="Times New Roman" panose="02020603050405020304" pitchFamily="18" charset="0"/>
              </a:rPr>
              <a:t>、</a:t>
            </a:r>
            <a:r>
              <a:rPr lang="en-US" altLang="zh-CN" b="0" i="1" dirty="0">
                <a:latin typeface="Times New Roman" panose="02020603050405020304" pitchFamily="18" charset="0"/>
              </a:rPr>
              <a:t>L</a:t>
            </a:r>
            <a:r>
              <a:rPr lang="zh-CN" altLang="en-US" b="0" i="1" dirty="0">
                <a:latin typeface="Times New Roman" panose="02020603050405020304" pitchFamily="18" charset="0"/>
              </a:rPr>
              <a:t>、</a:t>
            </a:r>
            <a:r>
              <a:rPr lang="en-US" altLang="zh-CN" b="0" i="1" dirty="0">
                <a:latin typeface="Times New Roman" panose="02020603050405020304" pitchFamily="18" charset="0"/>
              </a:rPr>
              <a:t>C</a:t>
            </a:r>
            <a:r>
              <a:rPr lang="zh-CN" altLang="en-US" dirty="0">
                <a:solidFill>
                  <a:srgbClr val="FFFF00"/>
                </a:solidFill>
                <a:latin typeface="Arial" panose="020B0604020202020204" pitchFamily="34" charset="0"/>
              </a:rPr>
              <a:t>元件组成的网络。</a:t>
            </a:r>
            <a:endParaRPr lang="zh-CN" altLang="en-US" dirty="0">
              <a:solidFill>
                <a:srgbClr val="FFFF00"/>
              </a:solidFill>
              <a:latin typeface="Arial" panose="020B0604020202020204" pitchFamily="34" charset="0"/>
            </a:endParaRPr>
          </a:p>
        </p:txBody>
      </p:sp>
      <p:grpSp>
        <p:nvGrpSpPr>
          <p:cNvPr id="61453" name="Group 131"/>
          <p:cNvGrpSpPr/>
          <p:nvPr/>
        </p:nvGrpSpPr>
        <p:grpSpPr>
          <a:xfrm>
            <a:off x="7451725" y="6446838"/>
            <a:ext cx="792163" cy="366712"/>
            <a:chOff x="4649" y="4020"/>
            <a:chExt cx="499" cy="231"/>
          </a:xfrm>
        </p:grpSpPr>
        <p:pic>
          <p:nvPicPr>
            <p:cNvPr id="61471" name="Picture 132" descr="78900"/>
            <p:cNvPicPr>
              <a:picLocks noChangeAspect="1"/>
            </p:cNvPicPr>
            <p:nvPr/>
          </p:nvPicPr>
          <p:blipFill>
            <a:blip r:embed="rId1"/>
            <a:stretch>
              <a:fillRect/>
            </a:stretch>
          </p:blipFill>
          <p:spPr>
            <a:xfrm>
              <a:off x="4649" y="4066"/>
              <a:ext cx="499" cy="181"/>
            </a:xfrm>
            <a:prstGeom prst="rect">
              <a:avLst/>
            </a:prstGeom>
            <a:noFill/>
            <a:ln w="9525">
              <a:noFill/>
            </a:ln>
          </p:spPr>
        </p:pic>
        <p:sp>
          <p:nvSpPr>
            <p:cNvPr id="61472" name="Text Box 133">
              <a:hlinkClick r:id="" action="ppaction://hlinkshowjump?jump=firstslide"/>
            </p:cNvPr>
            <p:cNvSpPr txBox="1"/>
            <p:nvPr/>
          </p:nvSpPr>
          <p:spPr>
            <a:xfrm>
              <a:off x="4672" y="4020"/>
              <a:ext cx="476" cy="231"/>
            </a:xfrm>
            <a:prstGeom prst="rect">
              <a:avLst/>
            </a:prstGeom>
            <a:noFill/>
            <a:ln w="9525">
              <a:noFill/>
            </a:ln>
          </p:spPr>
          <p:txBody>
            <a:bodyPr wrap="none">
              <a:spAutoFit/>
            </a:bodyPr>
            <a:p>
              <a:pPr>
                <a:spcBef>
                  <a:spcPct val="50000"/>
                </a:spcBef>
              </a:pPr>
              <a:r>
                <a:rPr lang="zh-CN" altLang="en-US" sz="1800" b="0" dirty="0">
                  <a:latin typeface="隶书" panose="02010509060101010101" pitchFamily="49" charset="-122"/>
                  <a:ea typeface="隶书" panose="02010509060101010101" pitchFamily="49" charset="-122"/>
                </a:rPr>
                <a:t>返 回</a:t>
              </a:r>
              <a:endParaRPr lang="zh-CN" altLang="en-US" sz="1800" b="0" dirty="0">
                <a:latin typeface="隶书" panose="02010509060101010101" pitchFamily="49" charset="-122"/>
                <a:ea typeface="隶书" panose="02010509060101010101" pitchFamily="49" charset="-122"/>
              </a:endParaRPr>
            </a:p>
          </p:txBody>
        </p:sp>
      </p:grpSp>
      <p:grpSp>
        <p:nvGrpSpPr>
          <p:cNvPr id="8" name="Group 140"/>
          <p:cNvGrpSpPr/>
          <p:nvPr/>
        </p:nvGrpSpPr>
        <p:grpSpPr>
          <a:xfrm>
            <a:off x="5508625" y="3313113"/>
            <a:ext cx="3097213" cy="1751012"/>
            <a:chOff x="3470" y="2087"/>
            <a:chExt cx="1951" cy="1103"/>
          </a:xfrm>
        </p:grpSpPr>
        <p:sp>
          <p:nvSpPr>
            <p:cNvPr id="61455" name="Line 109"/>
            <p:cNvSpPr/>
            <p:nvPr/>
          </p:nvSpPr>
          <p:spPr>
            <a:xfrm>
              <a:off x="4559" y="2432"/>
              <a:ext cx="0" cy="182"/>
            </a:xfrm>
            <a:prstGeom prst="line">
              <a:avLst/>
            </a:prstGeom>
            <a:ln w="28575" cap="flat" cmpd="sng">
              <a:solidFill>
                <a:srgbClr val="FFCC00"/>
              </a:solidFill>
              <a:prstDash val="solid"/>
              <a:headEnd type="none" w="med" len="med"/>
              <a:tailEnd type="none" w="med" len="med"/>
            </a:ln>
          </p:spPr>
        </p:sp>
        <p:sp>
          <p:nvSpPr>
            <p:cNvPr id="61456" name="Text Box 110"/>
            <p:cNvSpPr txBox="1"/>
            <p:nvPr/>
          </p:nvSpPr>
          <p:spPr>
            <a:xfrm>
              <a:off x="4650" y="2659"/>
              <a:ext cx="771" cy="327"/>
            </a:xfrm>
            <a:prstGeom prst="rect">
              <a:avLst/>
            </a:prstGeom>
            <a:noFill/>
            <a:ln w="9525">
              <a:noFill/>
            </a:ln>
          </p:spPr>
          <p:txBody>
            <a:bodyPr>
              <a:spAutoFit/>
            </a:bodyPr>
            <a:p>
              <a:pPr>
                <a:spcBef>
                  <a:spcPct val="50000"/>
                </a:spcBef>
              </a:pPr>
              <a:r>
                <a:rPr lang="en-US" altLang="zh-CN" b="0" dirty="0">
                  <a:latin typeface="Times New Roman" panose="02020603050405020304" pitchFamily="18" charset="0"/>
                </a:rPr>
                <a:t>j0.5</a:t>
              </a:r>
              <a:r>
                <a:rPr lang="en-US" altLang="zh-CN" b="0" dirty="0">
                  <a:latin typeface="Times New Roman" panose="02020603050405020304" pitchFamily="18" charset="0"/>
                  <a:sym typeface="Symbol" panose="05050102010706020507" pitchFamily="18" charset="2"/>
                </a:rPr>
                <a:t></a:t>
              </a:r>
              <a:endParaRPr lang="en-US" altLang="zh-CN" b="0" dirty="0">
                <a:latin typeface="Times New Roman" panose="02020603050405020304" pitchFamily="18" charset="0"/>
                <a:sym typeface="Symbol" panose="05050102010706020507" pitchFamily="18" charset="2"/>
              </a:endParaRPr>
            </a:p>
          </p:txBody>
        </p:sp>
        <p:sp>
          <p:nvSpPr>
            <p:cNvPr id="61457" name="Line 111"/>
            <p:cNvSpPr/>
            <p:nvPr/>
          </p:nvSpPr>
          <p:spPr>
            <a:xfrm>
              <a:off x="3515" y="2886"/>
              <a:ext cx="265" cy="0"/>
            </a:xfrm>
            <a:prstGeom prst="line">
              <a:avLst/>
            </a:prstGeom>
            <a:ln w="28575" cap="flat" cmpd="sng">
              <a:solidFill>
                <a:srgbClr val="00FFFF"/>
              </a:solidFill>
              <a:prstDash val="solid"/>
              <a:headEnd type="none" w="med" len="med"/>
              <a:tailEnd type="triangle" w="med" len="med"/>
            </a:ln>
          </p:spPr>
        </p:sp>
        <p:sp>
          <p:nvSpPr>
            <p:cNvPr id="61458" name="Line 112"/>
            <p:cNvSpPr/>
            <p:nvPr/>
          </p:nvSpPr>
          <p:spPr>
            <a:xfrm>
              <a:off x="3560" y="2432"/>
              <a:ext cx="999" cy="0"/>
            </a:xfrm>
            <a:prstGeom prst="line">
              <a:avLst/>
            </a:prstGeom>
            <a:ln w="28575" cap="flat" cmpd="sng">
              <a:solidFill>
                <a:srgbClr val="FFCC00"/>
              </a:solidFill>
              <a:prstDash val="solid"/>
              <a:headEnd type="none" w="med" len="med"/>
              <a:tailEnd type="none" w="med" len="med"/>
            </a:ln>
          </p:spPr>
        </p:sp>
        <p:sp>
          <p:nvSpPr>
            <p:cNvPr id="61459" name="Line 113"/>
            <p:cNvSpPr/>
            <p:nvPr/>
          </p:nvSpPr>
          <p:spPr>
            <a:xfrm>
              <a:off x="3560" y="3158"/>
              <a:ext cx="999" cy="0"/>
            </a:xfrm>
            <a:prstGeom prst="line">
              <a:avLst/>
            </a:prstGeom>
            <a:ln w="28575" cap="flat" cmpd="sng">
              <a:solidFill>
                <a:srgbClr val="FFCC00"/>
              </a:solidFill>
              <a:prstDash val="solid"/>
              <a:headEnd type="none" w="med" len="med"/>
              <a:tailEnd type="none" w="med" len="med"/>
            </a:ln>
          </p:spPr>
        </p:sp>
        <p:sp>
          <p:nvSpPr>
            <p:cNvPr id="61460" name="Text Box 114"/>
            <p:cNvSpPr txBox="1"/>
            <p:nvPr/>
          </p:nvSpPr>
          <p:spPr>
            <a:xfrm>
              <a:off x="3470" y="2523"/>
              <a:ext cx="545" cy="327"/>
            </a:xfrm>
            <a:prstGeom prst="rect">
              <a:avLst/>
            </a:prstGeom>
            <a:noFill/>
            <a:ln w="38100">
              <a:noFill/>
            </a:ln>
          </p:spPr>
          <p:txBody>
            <a:bodyPr>
              <a:spAutoFit/>
            </a:bodyPr>
            <a:p>
              <a:pPr>
                <a:spcBef>
                  <a:spcPct val="50000"/>
                </a:spcBef>
              </a:pPr>
              <a:r>
                <a:rPr lang="en-US" altLang="zh-CN" b="0" i="1" dirty="0">
                  <a:latin typeface="Times New Roman" panose="02020603050405020304" pitchFamily="18" charset="0"/>
                  <a:ea typeface="宋体" panose="02010600030101010101" pitchFamily="2" charset="-122"/>
                </a:rPr>
                <a:t>Z</a:t>
              </a:r>
              <a:r>
                <a:rPr lang="en-US" altLang="zh-CN" b="0" baseline="-25000" dirty="0">
                  <a:latin typeface="Times New Roman" panose="02020603050405020304" pitchFamily="18" charset="0"/>
                  <a:ea typeface="宋体" panose="02010600030101010101" pitchFamily="2" charset="-122"/>
                </a:rPr>
                <a:t>i</a:t>
              </a:r>
              <a:endParaRPr lang="en-US" altLang="zh-CN" b="0" dirty="0">
                <a:latin typeface="Times New Roman" panose="02020603050405020304" pitchFamily="18" charset="0"/>
                <a:ea typeface="宋体" panose="02010600030101010101" pitchFamily="2" charset="-122"/>
              </a:endParaRPr>
            </a:p>
          </p:txBody>
        </p:sp>
        <p:sp>
          <p:nvSpPr>
            <p:cNvPr id="61461" name="Oval 115"/>
            <p:cNvSpPr/>
            <p:nvPr/>
          </p:nvSpPr>
          <p:spPr>
            <a:xfrm>
              <a:off x="3498" y="2396"/>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62" name="Oval 116"/>
            <p:cNvSpPr/>
            <p:nvPr/>
          </p:nvSpPr>
          <p:spPr>
            <a:xfrm>
              <a:off x="3498" y="3122"/>
              <a:ext cx="68" cy="68"/>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63" name="Line 117"/>
            <p:cNvSpPr/>
            <p:nvPr/>
          </p:nvSpPr>
          <p:spPr>
            <a:xfrm>
              <a:off x="4559" y="2977"/>
              <a:ext cx="0" cy="181"/>
            </a:xfrm>
            <a:prstGeom prst="line">
              <a:avLst/>
            </a:prstGeom>
            <a:ln w="28575" cap="flat" cmpd="sng">
              <a:solidFill>
                <a:srgbClr val="FFCC00"/>
              </a:solidFill>
              <a:prstDash val="solid"/>
              <a:headEnd type="none" w="med" len="med"/>
              <a:tailEnd type="none" w="med" len="med"/>
            </a:ln>
          </p:spPr>
        </p:sp>
        <p:sp>
          <p:nvSpPr>
            <p:cNvPr id="61464" name="Text Box 118"/>
            <p:cNvSpPr txBox="1"/>
            <p:nvPr/>
          </p:nvSpPr>
          <p:spPr>
            <a:xfrm>
              <a:off x="3652" y="2087"/>
              <a:ext cx="590" cy="327"/>
            </a:xfrm>
            <a:prstGeom prst="rect">
              <a:avLst/>
            </a:prstGeom>
            <a:noFill/>
            <a:ln w="9525">
              <a:noFill/>
            </a:ln>
          </p:spPr>
          <p:txBody>
            <a:bodyPr>
              <a:spAutoFit/>
            </a:bodyPr>
            <a:p>
              <a:pPr>
                <a:spcBef>
                  <a:spcPct val="50000"/>
                </a:spcBef>
              </a:pPr>
              <a:r>
                <a:rPr lang="en-US" altLang="zh-CN" b="0" dirty="0">
                  <a:latin typeface="Times New Roman" panose="02020603050405020304" pitchFamily="18" charset="0"/>
                </a:rPr>
                <a:t>0.5</a:t>
              </a:r>
              <a:r>
                <a:rPr lang="en-US" altLang="zh-CN" b="0" dirty="0">
                  <a:latin typeface="Times New Roman" panose="02020603050405020304" pitchFamily="18" charset="0"/>
                  <a:sym typeface="Symbol" panose="05050102010706020507" pitchFamily="18" charset="2"/>
                </a:rPr>
                <a:t></a:t>
              </a:r>
              <a:endParaRPr lang="en-US" altLang="zh-CN" b="0" baseline="-25000" dirty="0">
                <a:latin typeface="Times New Roman" panose="02020603050405020304" pitchFamily="18" charset="0"/>
                <a:sym typeface="Symbol" panose="05050102010706020507" pitchFamily="18" charset="2"/>
              </a:endParaRPr>
            </a:p>
          </p:txBody>
        </p:sp>
        <p:sp>
          <p:nvSpPr>
            <p:cNvPr id="61465" name="Rectangle 119"/>
            <p:cNvSpPr/>
            <p:nvPr/>
          </p:nvSpPr>
          <p:spPr>
            <a:xfrm>
              <a:off x="3743" y="236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nvGrpSpPr>
            <p:cNvPr id="61466" name="Group 135"/>
            <p:cNvGrpSpPr/>
            <p:nvPr/>
          </p:nvGrpSpPr>
          <p:grpSpPr>
            <a:xfrm rot="10800000">
              <a:off x="4558" y="2614"/>
              <a:ext cx="90" cy="363"/>
              <a:chOff x="1565" y="2614"/>
              <a:chExt cx="90" cy="486"/>
            </a:xfrm>
          </p:grpSpPr>
          <p:sp>
            <p:nvSpPr>
              <p:cNvPr id="61467" name="Arc 136"/>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68" name="Arc 137"/>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69" name="Arc 138"/>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470" name="Arc 139"/>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9336"/>
                                        </p:tgtEl>
                                        <p:attrNameLst>
                                          <p:attrName>style.visibility</p:attrName>
                                        </p:attrNameLst>
                                      </p:cBhvr>
                                      <p:to>
                                        <p:strVal val="visible"/>
                                      </p:to>
                                    </p:set>
                                    <p:anim calcmode="lin" valueType="num">
                                      <p:cBhvr>
                                        <p:cTn id="7" dur="1000" fill="hold"/>
                                        <p:tgtEl>
                                          <p:spTgt spid="99336"/>
                                        </p:tgtEl>
                                        <p:attrNameLst>
                                          <p:attrName>ppt_w</p:attrName>
                                        </p:attrNameLst>
                                      </p:cBhvr>
                                      <p:tavLst>
                                        <p:tav tm="0">
                                          <p:val>
                                            <p:fltVal val="0.000000"/>
                                          </p:val>
                                        </p:tav>
                                        <p:tav tm="100000">
                                          <p:val>
                                            <p:strVal val="#ppt_w"/>
                                          </p:val>
                                        </p:tav>
                                      </p:tavLst>
                                    </p:anim>
                                    <p:anim calcmode="lin" valueType="num">
                                      <p:cBhvr>
                                        <p:cTn id="8" dur="1000" fill="hold"/>
                                        <p:tgtEl>
                                          <p:spTgt spid="99336"/>
                                        </p:tgtEl>
                                        <p:attrNameLst>
                                          <p:attrName>ppt_h</p:attrName>
                                        </p:attrNameLst>
                                      </p:cBhvr>
                                      <p:tavLst>
                                        <p:tav tm="0">
                                          <p:val>
                                            <p:fltVal val="0.000000"/>
                                          </p:val>
                                        </p:tav>
                                        <p:tav tm="100000">
                                          <p:val>
                                            <p:strVal val="#ppt_h"/>
                                          </p:val>
                                        </p:tav>
                                      </p:tavLst>
                                    </p:anim>
                                    <p:anim calcmode="lin" valueType="num">
                                      <p:cBhvr>
                                        <p:cTn id="9" dur="1000" fill="hold"/>
                                        <p:tgtEl>
                                          <p:spTgt spid="9933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9933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99337">
                                            <p:txEl>
                                              <p:charRg st="0" end="18"/>
                                            </p:txEl>
                                          </p:spTgt>
                                        </p:tgtEl>
                                        <p:attrNameLst>
                                          <p:attrName>style.visibility</p:attrName>
                                        </p:attrNameLst>
                                      </p:cBhvr>
                                      <p:to>
                                        <p:strVal val="visible"/>
                                      </p:to>
                                    </p:set>
                                    <p:animEffect transition="in" filter="wipe(left)">
                                      <p:cBhvr>
                                        <p:cTn id="18" dur="2000"/>
                                        <p:tgtEl>
                                          <p:spTgt spid="99337">
                                            <p:txEl>
                                              <p:charRg st="0" end="1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99432"/>
                                        </p:tgtEl>
                                        <p:attrNameLst>
                                          <p:attrName>style.visibility</p:attrName>
                                        </p:attrNameLst>
                                      </p:cBhvr>
                                      <p:to>
                                        <p:strVal val="visible"/>
                                      </p:to>
                                    </p:set>
                                    <p:anim calcmode="lin" valueType="num">
                                      <p:cBhvr>
                                        <p:cTn id="23" dur="1000" fill="hold"/>
                                        <p:tgtEl>
                                          <p:spTgt spid="99432"/>
                                        </p:tgtEl>
                                        <p:attrNameLst>
                                          <p:attrName>ppt_w</p:attrName>
                                        </p:attrNameLst>
                                      </p:cBhvr>
                                      <p:tavLst>
                                        <p:tav tm="0">
                                          <p:val>
                                            <p:fltVal val="0.000000"/>
                                          </p:val>
                                        </p:tav>
                                        <p:tav tm="100000">
                                          <p:val>
                                            <p:strVal val="#ppt_w"/>
                                          </p:val>
                                        </p:tav>
                                      </p:tavLst>
                                    </p:anim>
                                    <p:anim calcmode="lin" valueType="num">
                                      <p:cBhvr>
                                        <p:cTn id="24" dur="1000" fill="hold"/>
                                        <p:tgtEl>
                                          <p:spTgt spid="99432"/>
                                        </p:tgtEl>
                                        <p:attrNameLst>
                                          <p:attrName>ppt_h</p:attrName>
                                        </p:attrNameLst>
                                      </p:cBhvr>
                                      <p:tavLst>
                                        <p:tav tm="0">
                                          <p:val>
                                            <p:fltVal val="0.000000"/>
                                          </p:val>
                                        </p:tav>
                                        <p:tav tm="100000">
                                          <p:val>
                                            <p:strVal val="#ppt_h"/>
                                          </p:val>
                                        </p:tav>
                                      </p:tavLst>
                                    </p:anim>
                                    <p:anim calcmode="lin" valueType="num">
                                      <p:cBhvr>
                                        <p:cTn id="25" dur="1000" fill="hold"/>
                                        <p:tgtEl>
                                          <p:spTgt spid="99432"/>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99432"/>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433"/>
                                        </p:tgtEl>
                                        <p:attrNameLst>
                                          <p:attrName>style.visibility</p:attrName>
                                        </p:attrNameLst>
                                      </p:cBhvr>
                                      <p:to>
                                        <p:strVal val="visible"/>
                                      </p:to>
                                    </p:set>
                                    <p:animEffect transition="in" filter="wipe(left)">
                                      <p:cBhvr>
                                        <p:cTn id="31" dur="2000"/>
                                        <p:tgtEl>
                                          <p:spTgt spid="9943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99434"/>
                                        </p:tgtEl>
                                        <p:attrNameLst>
                                          <p:attrName>style.visibility</p:attrName>
                                        </p:attrNameLst>
                                      </p:cBhvr>
                                      <p:to>
                                        <p:strVal val="visible"/>
                                      </p:to>
                                    </p:set>
                                    <p:animEffect transition="in" filter="wipe(left)">
                                      <p:cBhvr>
                                        <p:cTn id="36" dur="2000"/>
                                        <p:tgtEl>
                                          <p:spTgt spid="9943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9435"/>
                                        </p:tgtEl>
                                        <p:attrNameLst>
                                          <p:attrName>style.visibility</p:attrName>
                                        </p:attrNameLst>
                                      </p:cBhvr>
                                      <p:to>
                                        <p:strVal val="visible"/>
                                      </p:to>
                                    </p:set>
                                    <p:animEffect transition="in" filter="wipe(left)">
                                      <p:cBhvr>
                                        <p:cTn id="41" dur="2000"/>
                                        <p:tgtEl>
                                          <p:spTgt spid="99435"/>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slide(fromTop)">
                                      <p:cBhvr>
                                        <p:cTn id="46" dur="500"/>
                                        <p:tgtEl>
                                          <p:spTgt spid="6"/>
                                        </p:tgtEl>
                                      </p:cBhvr>
                                    </p:animEffect>
                                  </p:childTnLst>
                                </p:cTn>
                              </p:par>
                            </p:childTnLst>
                          </p:cTn>
                        </p:par>
                        <p:par>
                          <p:cTn id="47" fill="hold">
                            <p:stCondLst>
                              <p:cond delay="500"/>
                            </p:stCondLst>
                            <p:childTnLst>
                              <p:par>
                                <p:cTn id="48" presetID="3" presetClass="entr" presetSubtype="10" fill="hold"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blinds(horizontal)">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blinds(horizontal)">
                                      <p:cBhvr>
                                        <p:cTn id="55" dur="500"/>
                                        <p:tgtEl>
                                          <p:spTgt spid="3"/>
                                        </p:tgtEl>
                                      </p:cBhvr>
                                    </p:animEffect>
                                  </p:childTnLst>
                                </p:cTn>
                              </p:par>
                            </p:childTnLst>
                          </p:cTn>
                        </p:par>
                        <p:par>
                          <p:cTn id="56" fill="hold">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99455"/>
                                        </p:tgtEl>
                                        <p:attrNameLst>
                                          <p:attrName>style.visibility</p:attrName>
                                        </p:attrNameLst>
                                      </p:cBhvr>
                                      <p:to>
                                        <p:strVal val="visible"/>
                                      </p:to>
                                    </p:set>
                                    <p:animEffect transition="in" filter="blinds(horizontal)">
                                      <p:cBhvr>
                                        <p:cTn id="59" dur="500"/>
                                        <p:tgtEl>
                                          <p:spTgt spid="99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6" grpId="0"/>
      <p:bldP spid="99337" grpId="0" build="p"/>
      <p:bldP spid="99432" grpId="0" animBg="1"/>
      <p:bldP spid="99455"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5631</Words>
  <Application>WPS 演示</Application>
  <PresentationFormat>全屏显示(4:3)</PresentationFormat>
  <Paragraphs>2447</Paragraphs>
  <Slides>78</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412</vt:i4>
      </vt:variant>
      <vt:variant>
        <vt:lpstr>幻灯片标题</vt:lpstr>
      </vt:variant>
      <vt:variant>
        <vt:i4>78</vt:i4>
      </vt:variant>
    </vt:vector>
  </HeadingPairs>
  <TitlesOfParts>
    <vt:vector size="507" baseType="lpstr">
      <vt:lpstr>Arial</vt:lpstr>
      <vt:lpstr>宋体</vt:lpstr>
      <vt:lpstr>Wingdings</vt:lpstr>
      <vt:lpstr>楷体_GB2312</vt:lpstr>
      <vt:lpstr>新宋体</vt:lpstr>
      <vt:lpstr>Calibri</vt:lpstr>
      <vt:lpstr>隶书</vt:lpstr>
      <vt:lpstr>Times New Roman</vt:lpstr>
      <vt:lpstr>Symbol</vt:lpstr>
      <vt:lpstr>仿宋_GB2312</vt:lpstr>
      <vt:lpstr>仿宋</vt:lpstr>
      <vt:lpstr>华文行楷</vt:lpstr>
      <vt:lpstr>CG Times</vt:lpstr>
      <vt:lpstr>Segoe Print</vt:lpstr>
      <vt:lpstr>微软雅黑</vt:lpstr>
      <vt:lpstr>Arial Unicode MS</vt:lpstr>
      <vt:lpstr>默认设计模板</vt:lpstr>
      <vt:lpstr>Equation.3</vt:lpstr>
      <vt:lpstr>Equation.3</vt:lpstr>
      <vt:lpstr>Equation.DSMT4</vt:lpstr>
      <vt:lpstr>Equation.DSMT4</vt:lpstr>
      <vt:lpstr>Equation.3</vt:lpstr>
      <vt:lpstr>Equation.3</vt:lpstr>
      <vt:lpstr>Equation.3</vt:lpstr>
      <vt:lpstr>Equation.3</vt:lpstr>
      <vt:lpstr>Equation.DSMT4</vt:lpstr>
      <vt:lpstr>Equation.DSMT4</vt:lpstr>
      <vt:lpstr>Equation.DSMT4</vt:lpstr>
      <vt:lpstr>Equation.3</vt:lpstr>
      <vt:lpstr>Equation.DSMT4</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Equation.DSMT4</vt:lpstr>
      <vt:lpstr>Equation.DSMT4</vt:lpstr>
      <vt:lpstr>Equation.3</vt:lpstr>
      <vt:lpstr>Equation.3</vt:lpstr>
      <vt:lpstr>Equation.DSMT4</vt:lpstr>
      <vt:lpstr>Equation.DSMT4</vt:lpstr>
      <vt:lpstr>Equation.3</vt:lpstr>
      <vt:lpstr>Equation.3</vt:lpstr>
      <vt:lpstr>Equation.3</vt:lpstr>
      <vt:lpstr>Equation.3</vt:lpstr>
      <vt:lpstr>Equation.DSMT4</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Equation.3</vt:lpstr>
      <vt:lpstr>Equation.3</vt:lpstr>
      <vt:lpstr>Equation.3</vt:lpstr>
      <vt:lpstr>Equation.3</vt:lpstr>
      <vt:lpstr>Equation.DSMT4</vt:lpstr>
      <vt:lpstr>Equation.3</vt:lpstr>
      <vt:lpstr>Equation.DSMT4</vt:lpstr>
      <vt:lpstr>Equation.DSMT4</vt:lpstr>
      <vt:lpstr>Equation.DSMT4</vt:lpstr>
      <vt:lpstr>Equation.3</vt:lpstr>
      <vt:lpstr>Equation.DSMT4</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Equation.DSMT4</vt:lpstr>
      <vt:lpstr>Equation.3</vt:lpstr>
      <vt:lpstr>Equation.3</vt:lpstr>
      <vt:lpstr>Equation.DSMT4</vt:lpstr>
      <vt:lpstr>Equation.3</vt:lpstr>
      <vt:lpstr>Equation.DSMT4</vt:lpstr>
      <vt:lpstr>Equation.3</vt:lpstr>
      <vt:lpstr>Equation.DSMT4</vt:lpstr>
      <vt:lpstr>Equation.3</vt:lpstr>
      <vt:lpstr>Equation.DSMT4</vt:lpstr>
      <vt:lpstr>Equation.3</vt:lpstr>
      <vt:lpstr>Equation.DSMT4</vt:lpstr>
      <vt:lpstr>Equation.3</vt:lpstr>
      <vt:lpstr>Equation.DSMT4</vt:lpstr>
      <vt:lpstr>Equation.DSMT4</vt:lpstr>
      <vt:lpstr>Equation.3</vt:lpstr>
      <vt:lpstr>Equation.3</vt:lpstr>
      <vt:lpstr>Equation.DSMT4</vt:lpstr>
      <vt:lpstr>Equation.3</vt:lpstr>
      <vt:lpstr>Equation.DSMT4</vt:lpstr>
      <vt:lpstr>Equation.DSMT4</vt:lpstr>
      <vt:lpstr>Equation.3</vt:lpstr>
      <vt:lpstr>Equation.DSMT4</vt:lpstr>
      <vt:lpstr>Equation.DSMT4</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wzy</dc:creator>
  <cp:lastModifiedBy>染墨相思</cp:lastModifiedBy>
  <cp:revision>250</cp:revision>
  <dcterms:created xsi:type="dcterms:W3CDTF">2002-11-07T09:24:27Z</dcterms:created>
  <dcterms:modified xsi:type="dcterms:W3CDTF">2024-06-19T04:36:34Z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8673C3B3FA9D498F96EBEECBFF77B9C3_13</vt:lpwstr>
  </property>
  <property fmtid="{D5CDD505-2E9C-101B-9397-08002B2CF9AE}" pid="3" name="KSOProductBuildVer">
    <vt:lpwstr>2052-12.1.0.16729</vt:lpwstr>
  </property>
</Properties>
</file>
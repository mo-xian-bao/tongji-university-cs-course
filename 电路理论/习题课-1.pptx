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70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3B347D5-607A-66B4-5FA2-6F11BE17A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81A0B249-4C24-646E-79C3-452257F2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D503A32-7551-062B-142F-31A111D2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E0FE419-DEA7-4F52-AB76-47599486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D0E046C-FB77-BF94-B924-6126594F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7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2A3761E-7C9F-2245-CF0C-186A6157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895C892-E7A1-5202-E56A-971FC31C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A80C359-10B3-CF7C-5E94-AAA99AF7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DF5D8F8-B6C4-A943-FBFF-D52BCE30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BD8C26F-CFD2-6C54-2CAC-30177430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89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88C102C-53AE-FD31-B422-0F011CA2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3DA51198-EF3F-39F3-06C1-7B3C09FC6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17C5B5A-650F-A4F7-B66F-6B2C9F18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0EE689A-810D-AD7A-EE76-D9541A2E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E0AE65C-63B0-5795-71AF-F792D1A6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6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B0B3361-524B-C6C7-63EE-1C1B1AA0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98DE4D2-9D20-09D0-6B58-50DD2DDB5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1EC0C938-3AE9-7F01-40CF-6C5DC89DA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3A109DCD-09D2-E281-DDF3-03922304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604501E-5FC0-509B-E2EB-1740419F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D6343D3-E0A8-A381-0551-96BD8504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17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1C24071-3DE6-B2BD-3E27-AEE093D7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A90D39B9-88AB-6B19-918C-DF2753665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D1F033C-A959-0B42-546E-B05A1FEB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D64C368B-12CF-D65C-E977-62E396B3C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F8110673-F3DB-2A7C-F24C-065CF9E1C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283D36EA-D80C-2A67-A3AA-1510A6F9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A4E47732-C5EC-58C6-F192-89388778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B7FCFC6D-4289-D526-C121-3FE045EB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31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9C803BE-0904-BD46-B438-4025FBB7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5B24C77E-F610-C2ED-143E-51921E18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C41A670E-3C35-B48B-D5E6-59E93C66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B24430E4-5D05-5013-32C7-4852CC1F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C6713167-822C-10A5-364F-293E5827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B5EE719-BDB1-8C1E-E40C-700EAF92D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BD3A0C2-A904-5332-339D-F8A3C19F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53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A609BD-9450-1BFC-5664-60353B77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807844C-AD5E-C4E3-C210-20A13A1D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08069F0-57B1-B52F-A246-23265A61A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D57400FC-B2ED-AED8-DB75-74ECACFA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875C362-F92C-874C-B214-1F611031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2DA609C-E4F8-2717-9AAF-0DD22166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3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D80D551-50D1-4F10-C0B8-D154ADA9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B8DF1872-B27A-85F5-59B9-1FC4845ED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3D71DB53-5E2A-5C42-906B-7705447CE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A3F0103D-D4E4-04AF-FC86-27C017DE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5060D8C-655B-CE88-1285-049C6EC1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FFA3474-E837-9411-BA8F-33AD25D1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5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3D51068-7C0F-C86D-838C-0F08E475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3BB4E1E9-F1A0-0BDE-BC39-31520A35E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69582D3-EBBC-385A-E638-7CAE8199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F019A71-E2FA-48E2-DA37-6EE2011F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7A2ED8A-FCDC-B4B7-272E-13C662C0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11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C413729F-6C82-F730-6571-FBA7F219B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99336149-1FB3-1749-8476-67A1EE861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2D1808F-1958-DE0A-3396-D72EF885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6E08044-597E-31C1-636C-BA26A5F0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591C642-3B3C-6537-0C9D-C3286E40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3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A2F5511E-F72D-AD78-4B33-5BE7EA2D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C7F22510-D4BA-A449-43E7-10FA1DC1A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6F2B631-C855-74A8-B800-F22ADF79C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167E0-11C9-4761-95B5-06C2F8E6F5EB}" type="datetimeFigureOut">
              <a:rPr lang="zh-CN" altLang="en-US" smtClean="0"/>
              <a:t>2023-06-07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E85B605-ED3D-18E4-3C04-DB4F61E9C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067324D-06F2-8918-3A1C-23112DA27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86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86DEA65E-245E-0F4C-7E64-C7F8EC51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0" y="235866"/>
            <a:ext cx="5243014" cy="248433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7E7FFCB3-1CA1-E3AF-8FC4-47B9E1B2A800}"/>
              </a:ext>
            </a:extLst>
          </p:cNvPr>
          <p:cNvGrpSpPr/>
          <p:nvPr/>
        </p:nvGrpSpPr>
        <p:grpSpPr>
          <a:xfrm>
            <a:off x="2743313" y="2963542"/>
            <a:ext cx="5730467" cy="3723156"/>
            <a:chOff x="365533" y="2744146"/>
            <a:chExt cx="6142252" cy="456477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xmlns="" id="{51FA2157-D84A-7923-B301-2F162B270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533" y="2744146"/>
              <a:ext cx="5753599" cy="434378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xmlns="" id="{D6402184-DBED-AFC9-EAEF-499E135C5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533" y="3178524"/>
              <a:ext cx="6142252" cy="413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546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AF3050DD-8B77-5D19-26B4-C262B8E08C06}"/>
              </a:ext>
            </a:extLst>
          </p:cNvPr>
          <p:cNvGrpSpPr/>
          <p:nvPr/>
        </p:nvGrpSpPr>
        <p:grpSpPr>
          <a:xfrm>
            <a:off x="3294071" y="238073"/>
            <a:ext cx="4473328" cy="2868002"/>
            <a:chOff x="3294071" y="238073"/>
            <a:chExt cx="4473328" cy="286800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xmlns="" id="{C2F60BD1-44F2-1539-DE15-3560CCDC3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4071" y="238073"/>
              <a:ext cx="4473328" cy="34293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xmlns="" id="{DADBB2AF-1604-9546-1FF8-BB930C66B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1929" y="591257"/>
              <a:ext cx="2217612" cy="2514818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D5C850CB-1C9B-20BE-BDFC-AA8FD9169007}"/>
              </a:ext>
            </a:extLst>
          </p:cNvPr>
          <p:cNvGrpSpPr/>
          <p:nvPr/>
        </p:nvGrpSpPr>
        <p:grpSpPr>
          <a:xfrm>
            <a:off x="2728042" y="3197970"/>
            <a:ext cx="6104149" cy="3411703"/>
            <a:chOff x="2478660" y="3262745"/>
            <a:chExt cx="6104149" cy="341170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xmlns="" id="{DF2023EB-564F-62A2-3864-BC2010723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8660" y="3262745"/>
              <a:ext cx="6104149" cy="2575783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xmlns="" id="{BE7C9B77-3A29-98B5-728C-C41320936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78660" y="5859037"/>
              <a:ext cx="6035563" cy="815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262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24AB7DD-F385-B719-B606-48B79B27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22" y="372327"/>
            <a:ext cx="5311600" cy="3276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998DD8F-A4A4-7BD8-00D9-2B9010CD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64" y="955542"/>
            <a:ext cx="2255715" cy="16994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EAE9E469-DF46-2C0B-4892-4C28FFDA1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332" y="955542"/>
            <a:ext cx="2263336" cy="16994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114CE7B6-2A3A-07DA-4BC5-89FD3890B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632" y="3051673"/>
            <a:ext cx="6172735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4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D687F4E-E37A-306A-D82F-2484D860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826" y="175140"/>
            <a:ext cx="5616427" cy="27586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570DF21A-298D-11E5-0DA6-6714EF9AA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86" y="2933819"/>
            <a:ext cx="5159187" cy="246147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701A6AAD-C3A5-09EE-7230-0B610D14A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172" y="3044039"/>
            <a:ext cx="6187976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1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D687F4E-E37A-306A-D82F-2484D860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826" y="175140"/>
            <a:ext cx="5616427" cy="27586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D865C8D-CF09-4CC8-738D-F4B97E3DC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300" y="3150749"/>
            <a:ext cx="5532599" cy="27815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80CB5C9-B475-22C9-34F8-EABAD95A3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39" y="3150749"/>
            <a:ext cx="3223539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2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587B6743-0A4F-2226-7315-AA0452198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434327"/>
            <a:ext cx="4648603" cy="2895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7FD1AB8E-DE31-CE7B-8224-706A3010C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262" y="910506"/>
            <a:ext cx="2461473" cy="19280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95DE33A4-D30A-0E6E-2593-ED0842F24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222" y="3025127"/>
            <a:ext cx="6226080" cy="5410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B227A48D-BFB5-743C-9E2B-3A2ECA03C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222" y="3752788"/>
            <a:ext cx="3452159" cy="237764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10A56089-04FE-5AA2-15A8-1A8ED9213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134" y="4880651"/>
            <a:ext cx="3825572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1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45B6058-04B8-0E1E-6317-F6AB3D2B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435" y="175152"/>
            <a:ext cx="6111770" cy="24843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2C0E3640-53B8-AEB5-3933-649111D4C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644" y="3116433"/>
            <a:ext cx="6111770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8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B291C6AE-549A-1F99-42A0-39AA4B67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89" y="159875"/>
            <a:ext cx="6009316" cy="41758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8B23060-2EE9-E8DE-B974-00FF6E6C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492" y="617075"/>
            <a:ext cx="4138019" cy="29872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91404C3-1772-E534-0379-9A1605B09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83356"/>
            <a:ext cx="6084837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4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3399F7AC-A4B8-43AD-3A13-930E21613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593" y="220984"/>
            <a:ext cx="8686419" cy="11316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F8BBC1F-23E0-37CE-31D5-C9B0774D4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85" y="1881376"/>
            <a:ext cx="3258915" cy="38286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A4645184-86E5-92CA-8DE3-0D4F07FF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480" y="1499711"/>
            <a:ext cx="5183581" cy="502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7EEBEC4-199E-C73D-AF8C-009FF0AC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55" y="181957"/>
            <a:ext cx="5639289" cy="26443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8CF2170C-F8F4-8193-CF77-5EF209B0A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719" y="2976213"/>
            <a:ext cx="6256562" cy="21109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7449E51A-5C68-0DFF-99F7-5E4D246F4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092" y="5237023"/>
            <a:ext cx="1242168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9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7EEBEC4-199E-C73D-AF8C-009FF0AC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55" y="181957"/>
            <a:ext cx="5639289" cy="26443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3CB40AA8-3A24-FBA5-B813-0026BC9E8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062" y="3026089"/>
            <a:ext cx="6149873" cy="32159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ECCD980-886A-48F0-F1A1-405E9D5AB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644" y="4638204"/>
            <a:ext cx="1394581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4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441629D3-E242-510A-7812-09D4F266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23" y="327391"/>
            <a:ext cx="6119390" cy="31016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80531D01-5F96-BE1E-550B-93752EE1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492" y="3996954"/>
            <a:ext cx="6142252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1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9B0AB191-E7AE-C7B7-E0EF-FDA4B0CC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21" y="3357799"/>
            <a:ext cx="7572395" cy="23471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195B4C0E-47FD-B0F8-7A85-45F28E75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938" y="1584823"/>
            <a:ext cx="3870160" cy="47073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67817C79-6141-3167-DA4C-8BA16D3F2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1" y="294294"/>
            <a:ext cx="5113463" cy="3581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6603AA70-E13F-C4C1-5AE4-1BBB9121B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21" y="652465"/>
            <a:ext cx="3223539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0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67817C79-6141-3167-DA4C-8BA16D3F2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01" y="212999"/>
            <a:ext cx="6383166" cy="4471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6C282801-82E9-88C3-D244-C04F1998E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596" y="660106"/>
            <a:ext cx="3216776" cy="28215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AF172D1B-9A89-2CEE-32AF-99DF0FBD6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1" y="3690852"/>
            <a:ext cx="10582360" cy="250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8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59758A3-0224-381B-1B15-CE3BC3B0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2" y="372279"/>
            <a:ext cx="6149873" cy="1425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04D333BC-A040-9799-A224-ACF9A73A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653" y="101745"/>
            <a:ext cx="3101609" cy="19661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BF2D3904-D81B-1FDF-54E9-3DCAE830E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92" y="2252587"/>
            <a:ext cx="6339068" cy="38888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63CDDEF4-560C-B8E5-7B04-A8628A893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893" y="5739314"/>
            <a:ext cx="3441226" cy="7464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265DBFE6-D68F-8B49-2866-403E55DD8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7653" y="2284682"/>
            <a:ext cx="3357540" cy="25262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E0B4F2BF-44CE-E404-CD39-6499009C88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9956" y="4671301"/>
            <a:ext cx="1386466" cy="214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3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59758A3-0224-381B-1B15-CE3BC3B0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2" y="372279"/>
            <a:ext cx="6149873" cy="1425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04D333BC-A040-9799-A224-ACF9A73A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653" y="101745"/>
            <a:ext cx="3101609" cy="196613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87EEEEC2-D3B5-599B-603A-3F0835E6C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91" y="2527467"/>
            <a:ext cx="6968121" cy="31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2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59758A3-0224-381B-1B15-CE3BC3B0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2" y="372279"/>
            <a:ext cx="6149873" cy="1425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04D333BC-A040-9799-A224-ACF9A73A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653" y="101745"/>
            <a:ext cx="3101609" cy="19661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B2F329A-F545-86A7-F000-089E8254C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22" y="2408515"/>
            <a:ext cx="9115869" cy="16813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C320371F-AC48-E300-2AF8-DC646441B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021" y="4362866"/>
            <a:ext cx="2132979" cy="239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0</Words>
  <Application>Microsoft Office PowerPoint</Application>
  <PresentationFormat>宽屏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Tianran He</dc:creator>
  <cp:lastModifiedBy>Microsoft 帐户</cp:lastModifiedBy>
  <cp:revision>7</cp:revision>
  <dcterms:created xsi:type="dcterms:W3CDTF">2023-06-07T10:17:19Z</dcterms:created>
  <dcterms:modified xsi:type="dcterms:W3CDTF">2023-06-07T13:37:36Z</dcterms:modified>
</cp:coreProperties>
</file>